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handoutMasterIdLst>
    <p:handoutMasterId r:id="rId66"/>
  </p:handoutMasterIdLst>
  <p:sldIdLst>
    <p:sldId id="321" r:id="rId2"/>
    <p:sldId id="331" r:id="rId3"/>
    <p:sldId id="332" r:id="rId4"/>
    <p:sldId id="322" r:id="rId5"/>
    <p:sldId id="334" r:id="rId6"/>
    <p:sldId id="323" r:id="rId7"/>
    <p:sldId id="324" r:id="rId8"/>
    <p:sldId id="325" r:id="rId9"/>
    <p:sldId id="326" r:id="rId10"/>
    <p:sldId id="327" r:id="rId11"/>
    <p:sldId id="328" r:id="rId12"/>
    <p:sldId id="329" r:id="rId13"/>
    <p:sldId id="336" r:id="rId14"/>
    <p:sldId id="339" r:id="rId15"/>
    <p:sldId id="340" r:id="rId16"/>
    <p:sldId id="337" r:id="rId17"/>
    <p:sldId id="338" r:id="rId18"/>
    <p:sldId id="341" r:id="rId19"/>
    <p:sldId id="342" r:id="rId20"/>
    <p:sldId id="343" r:id="rId21"/>
    <p:sldId id="344" r:id="rId22"/>
    <p:sldId id="345" r:id="rId23"/>
    <p:sldId id="347" r:id="rId24"/>
    <p:sldId id="346" r:id="rId25"/>
    <p:sldId id="283" r:id="rId26"/>
    <p:sldId id="286" r:id="rId27"/>
    <p:sldId id="285" r:id="rId28"/>
    <p:sldId id="284" r:id="rId29"/>
    <p:sldId id="276" r:id="rId30"/>
    <p:sldId id="287" r:id="rId31"/>
    <p:sldId id="288" r:id="rId32"/>
    <p:sldId id="303" r:id="rId33"/>
    <p:sldId id="304" r:id="rId34"/>
    <p:sldId id="305" r:id="rId35"/>
    <p:sldId id="290" r:id="rId36"/>
    <p:sldId id="295" r:id="rId37"/>
    <p:sldId id="294" r:id="rId38"/>
    <p:sldId id="293" r:id="rId39"/>
    <p:sldId id="298" r:id="rId40"/>
    <p:sldId id="271" r:id="rId41"/>
    <p:sldId id="299" r:id="rId42"/>
    <p:sldId id="300" r:id="rId43"/>
    <p:sldId id="301" r:id="rId44"/>
    <p:sldId id="302" r:id="rId45"/>
    <p:sldId id="349" r:id="rId46"/>
    <p:sldId id="306" r:id="rId47"/>
    <p:sldId id="350" r:id="rId48"/>
    <p:sldId id="307" r:id="rId49"/>
    <p:sldId id="308" r:id="rId50"/>
    <p:sldId id="309" r:id="rId51"/>
    <p:sldId id="310" r:id="rId52"/>
    <p:sldId id="311" r:id="rId53"/>
    <p:sldId id="312" r:id="rId54"/>
    <p:sldId id="313" r:id="rId55"/>
    <p:sldId id="314" r:id="rId56"/>
    <p:sldId id="315" r:id="rId57"/>
    <p:sldId id="316" r:id="rId58"/>
    <p:sldId id="317" r:id="rId59"/>
    <p:sldId id="318" r:id="rId60"/>
    <p:sldId id="319" r:id="rId61"/>
    <p:sldId id="320" r:id="rId62"/>
    <p:sldId id="351" r:id="rId63"/>
    <p:sldId id="335" r:id="rId64"/>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Times New Roman" pitchFamily="18" charset="0"/>
      </a:defRPr>
    </a:lvl1pPr>
    <a:lvl2pPr marL="457200" algn="l" rtl="0" fontAlgn="base">
      <a:spcBef>
        <a:spcPct val="0"/>
      </a:spcBef>
      <a:spcAft>
        <a:spcPct val="0"/>
      </a:spcAft>
      <a:defRPr sz="2400" kern="1200">
        <a:solidFill>
          <a:schemeClr val="tx1"/>
        </a:solidFill>
        <a:latin typeface="Times New Roman" pitchFamily="18" charset="0"/>
        <a:ea typeface="+mn-ea"/>
        <a:cs typeface="Times New Roman" pitchFamily="18" charset="0"/>
      </a:defRPr>
    </a:lvl2pPr>
    <a:lvl3pPr marL="914400" algn="l" rtl="0" fontAlgn="base">
      <a:spcBef>
        <a:spcPct val="0"/>
      </a:spcBef>
      <a:spcAft>
        <a:spcPct val="0"/>
      </a:spcAft>
      <a:defRPr sz="2400" kern="1200">
        <a:solidFill>
          <a:schemeClr val="tx1"/>
        </a:solidFill>
        <a:latin typeface="Times New Roman" pitchFamily="18" charset="0"/>
        <a:ea typeface="+mn-ea"/>
        <a:cs typeface="Times New Roman" pitchFamily="18" charset="0"/>
      </a:defRPr>
    </a:lvl3pPr>
    <a:lvl4pPr marL="1371600" algn="l" rtl="0" fontAlgn="base">
      <a:spcBef>
        <a:spcPct val="0"/>
      </a:spcBef>
      <a:spcAft>
        <a:spcPct val="0"/>
      </a:spcAft>
      <a:defRPr sz="2400" kern="1200">
        <a:solidFill>
          <a:schemeClr val="tx1"/>
        </a:solidFill>
        <a:latin typeface="Times New Roman" pitchFamily="18" charset="0"/>
        <a:ea typeface="+mn-ea"/>
        <a:cs typeface="Times New Roman" pitchFamily="18" charset="0"/>
      </a:defRPr>
    </a:lvl4pPr>
    <a:lvl5pPr marL="1828800" algn="l" rtl="0" fontAlgn="base">
      <a:spcBef>
        <a:spcPct val="0"/>
      </a:spcBef>
      <a:spcAft>
        <a:spcPct val="0"/>
      </a:spcAft>
      <a:defRPr sz="2400" kern="1200">
        <a:solidFill>
          <a:schemeClr val="tx1"/>
        </a:solidFill>
        <a:latin typeface="Times New Roman" pitchFamily="18" charset="0"/>
        <a:ea typeface="+mn-ea"/>
        <a:cs typeface="Times New Roman" pitchFamily="18" charset="0"/>
      </a:defRPr>
    </a:lvl5pPr>
    <a:lvl6pPr marL="2286000" algn="l" defTabSz="914400" rtl="0" eaLnBrk="1" latinLnBrk="0" hangingPunct="1">
      <a:defRPr sz="2400" kern="1200">
        <a:solidFill>
          <a:schemeClr val="tx1"/>
        </a:solidFill>
        <a:latin typeface="Times New Roman" pitchFamily="18" charset="0"/>
        <a:ea typeface="+mn-ea"/>
        <a:cs typeface="Times New Roman" pitchFamily="18" charset="0"/>
      </a:defRPr>
    </a:lvl6pPr>
    <a:lvl7pPr marL="2743200" algn="l" defTabSz="914400" rtl="0" eaLnBrk="1" latinLnBrk="0" hangingPunct="1">
      <a:defRPr sz="2400" kern="1200">
        <a:solidFill>
          <a:schemeClr val="tx1"/>
        </a:solidFill>
        <a:latin typeface="Times New Roman" pitchFamily="18" charset="0"/>
        <a:ea typeface="+mn-ea"/>
        <a:cs typeface="Times New Roman" pitchFamily="18" charset="0"/>
      </a:defRPr>
    </a:lvl7pPr>
    <a:lvl8pPr marL="3200400" algn="l" defTabSz="914400" rtl="0" eaLnBrk="1" latinLnBrk="0" hangingPunct="1">
      <a:defRPr sz="2400" kern="1200">
        <a:solidFill>
          <a:schemeClr val="tx1"/>
        </a:solidFill>
        <a:latin typeface="Times New Roman" pitchFamily="18" charset="0"/>
        <a:ea typeface="+mn-ea"/>
        <a:cs typeface="Times New Roman" pitchFamily="18" charset="0"/>
      </a:defRPr>
    </a:lvl8pPr>
    <a:lvl9pPr marL="3657600" algn="l" defTabSz="914400" rtl="0" eaLnBrk="1" latinLnBrk="0" hangingPunct="1">
      <a:defRPr sz="2400" kern="1200">
        <a:solidFill>
          <a:schemeClr val="tx1"/>
        </a:solidFill>
        <a:latin typeface="Times New Roman" pitchFamily="18" charset="0"/>
        <a:ea typeface="+mn-ea"/>
        <a:cs typeface="Times New Roman" pitchFamily="18"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99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787"/>
    <p:restoredTop sz="90929"/>
  </p:normalViewPr>
  <p:slideViewPr>
    <p:cSldViewPr>
      <p:cViewPr varScale="1">
        <p:scale>
          <a:sx n="78" d="100"/>
          <a:sy n="78" d="100"/>
        </p:scale>
        <p:origin x="1013"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3" d="100"/>
          <a:sy n="53" d="100"/>
        </p:scale>
        <p:origin x="-2820"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682" name="Rectangle 1026"/>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a:p>
        </p:txBody>
      </p:sp>
      <p:sp>
        <p:nvSpPr>
          <p:cNvPr id="71683" name="Rectangle 1027"/>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71684" name="Rectangle 1028"/>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71685" name="Rectangle 1029"/>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b="1">
                <a:solidFill>
                  <a:srgbClr val="CC3300"/>
                </a:solidFill>
                <a:latin typeface="Tahoma" charset="0"/>
              </a:defRPr>
            </a:lvl1pPr>
          </a:lstStyle>
          <a:p>
            <a:fld id="{372F1575-9CE4-4B27-90AD-9BC1939BAED1}" type="slidenum">
              <a:rPr lang="en-US" altLang="en-US"/>
              <a:pPr/>
              <a:t>‹#›</a:t>
            </a:fld>
            <a:endParaRPr lang="en-US" altLang="en-US"/>
          </a:p>
        </p:txBody>
      </p:sp>
    </p:spTree>
    <p:extLst>
      <p:ext uri="{BB962C8B-B14F-4D97-AF65-F5344CB8AC3E}">
        <p14:creationId xmlns:p14="http://schemas.microsoft.com/office/powerpoint/2010/main" val="39778387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58" name="Rectangle 1026"/>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a:p>
        </p:txBody>
      </p:sp>
      <p:sp>
        <p:nvSpPr>
          <p:cNvPr id="70659" name="Rectangle 1027"/>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70660" name="Rectangle 1028"/>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0661" name="Rectangle 1029"/>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0662" name="Rectangle 1030"/>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70663" name="Rectangle 1031"/>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3AD6E152-A4CA-4C8F-9B6B-A4A7CDBD9296}" type="slidenum">
              <a:rPr lang="en-US" altLang="en-US"/>
              <a:pPr/>
              <a:t>‹#›</a:t>
            </a:fld>
            <a:endParaRPr lang="en-US" altLang="en-US"/>
          </a:p>
        </p:txBody>
      </p:sp>
    </p:spTree>
    <p:extLst>
      <p:ext uri="{BB962C8B-B14F-4D97-AF65-F5344CB8AC3E}">
        <p14:creationId xmlns:p14="http://schemas.microsoft.com/office/powerpoint/2010/main" val="2763651856"/>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mn-ea"/>
        <a:cs typeface="Times New Roman" pitchFamily="18" charset="0"/>
      </a:defRPr>
    </a:lvl1pPr>
    <a:lvl2pPr marL="457200" algn="l" rtl="0" fontAlgn="base">
      <a:spcBef>
        <a:spcPct val="30000"/>
      </a:spcBef>
      <a:spcAft>
        <a:spcPct val="0"/>
      </a:spcAft>
      <a:defRPr sz="1200" kern="1200">
        <a:solidFill>
          <a:schemeClr val="tx1"/>
        </a:solidFill>
        <a:latin typeface="Times New Roman" pitchFamily="18" charset="0"/>
        <a:ea typeface="+mn-ea"/>
        <a:cs typeface="Times New Roman" pitchFamily="18" charset="0"/>
      </a:defRPr>
    </a:lvl2pPr>
    <a:lvl3pPr marL="914400" algn="l" rtl="0" fontAlgn="base">
      <a:spcBef>
        <a:spcPct val="30000"/>
      </a:spcBef>
      <a:spcAft>
        <a:spcPct val="0"/>
      </a:spcAft>
      <a:defRPr sz="1200" kern="1200">
        <a:solidFill>
          <a:schemeClr val="tx1"/>
        </a:solidFill>
        <a:latin typeface="Times New Roman" pitchFamily="18" charset="0"/>
        <a:ea typeface="+mn-ea"/>
        <a:cs typeface="Times New Roman" pitchFamily="18" charset="0"/>
      </a:defRPr>
    </a:lvl3pPr>
    <a:lvl4pPr marL="1371600" algn="l" rtl="0" fontAlgn="base">
      <a:spcBef>
        <a:spcPct val="30000"/>
      </a:spcBef>
      <a:spcAft>
        <a:spcPct val="0"/>
      </a:spcAft>
      <a:defRPr sz="1200" kern="1200">
        <a:solidFill>
          <a:schemeClr val="tx1"/>
        </a:solidFill>
        <a:latin typeface="Times New Roman" pitchFamily="18" charset="0"/>
        <a:ea typeface="+mn-ea"/>
        <a:cs typeface="Times New Roman" pitchFamily="18" charset="0"/>
      </a:defRPr>
    </a:lvl4pPr>
    <a:lvl5pPr marL="1828800" algn="l" rtl="0" fontAlgn="base">
      <a:spcBef>
        <a:spcPct val="30000"/>
      </a:spcBef>
      <a:spcAft>
        <a:spcPct val="0"/>
      </a:spcAft>
      <a:defRPr sz="1200" kern="1200">
        <a:solidFill>
          <a:schemeClr val="tx1"/>
        </a:solidFill>
        <a:latin typeface="Times New Roman" pitchFamily="18" charset="0"/>
        <a:ea typeface="+mn-ea"/>
        <a:cs typeface="Times New Roman" pitchFamily="18"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0C8A6B04-1724-455E-841E-31662FA1C6DF}" type="slidenum">
              <a:rPr lang="en-US" altLang="en-US"/>
              <a:pPr/>
              <a:t>‹#›</a:t>
            </a:fld>
            <a:endParaRPr lang="en-US" altLang="en-US"/>
          </a:p>
        </p:txBody>
      </p:sp>
    </p:spTree>
    <p:extLst>
      <p:ext uri="{BB962C8B-B14F-4D97-AF65-F5344CB8AC3E}">
        <p14:creationId xmlns:p14="http://schemas.microsoft.com/office/powerpoint/2010/main" val="2468586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D22FB2BB-AE99-4A52-9C55-8DB1947634D5}" type="slidenum">
              <a:rPr lang="en-US" altLang="en-US"/>
              <a:pPr/>
              <a:t>‹#›</a:t>
            </a:fld>
            <a:endParaRPr lang="en-US" altLang="en-US"/>
          </a:p>
        </p:txBody>
      </p:sp>
    </p:spTree>
    <p:extLst>
      <p:ext uri="{BB962C8B-B14F-4D97-AF65-F5344CB8AC3E}">
        <p14:creationId xmlns:p14="http://schemas.microsoft.com/office/powerpoint/2010/main" val="2546064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08C17F3E-56F6-4DE9-BF41-09E42498BDA2}" type="slidenum">
              <a:rPr lang="en-US" altLang="en-US"/>
              <a:pPr/>
              <a:t>‹#›</a:t>
            </a:fld>
            <a:endParaRPr lang="en-US" altLang="en-US"/>
          </a:p>
        </p:txBody>
      </p:sp>
    </p:spTree>
    <p:extLst>
      <p:ext uri="{BB962C8B-B14F-4D97-AF65-F5344CB8AC3E}">
        <p14:creationId xmlns:p14="http://schemas.microsoft.com/office/powerpoint/2010/main" val="4227451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260EF4F1-0D72-4B69-AF0D-727827CC2165}" type="slidenum">
              <a:rPr lang="en-US" altLang="en-US"/>
              <a:pPr/>
              <a:t>‹#›</a:t>
            </a:fld>
            <a:endParaRPr lang="en-US" altLang="en-US"/>
          </a:p>
        </p:txBody>
      </p:sp>
    </p:spTree>
    <p:extLst>
      <p:ext uri="{BB962C8B-B14F-4D97-AF65-F5344CB8AC3E}">
        <p14:creationId xmlns:p14="http://schemas.microsoft.com/office/powerpoint/2010/main" val="1180714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lvl1pPr>
              <a:defRPr/>
            </a:lvl1pPr>
          </a:lstStyle>
          <a:p>
            <a:endParaRPr lang="en-US" altLang="en-US"/>
          </a:p>
        </p:txBody>
      </p:sp>
      <p:sp>
        <p:nvSpPr>
          <p:cNvPr id="8" name="Footer Placeholder 7"/>
          <p:cNvSpPr>
            <a:spLocks noGrp="1"/>
          </p:cNvSpPr>
          <p:nvPr>
            <p:ph type="ftr" sz="quarter" idx="11"/>
          </p:nvPr>
        </p:nvSpPr>
        <p:spPr/>
        <p:txBody>
          <a:bodyPr/>
          <a:lstStyle>
            <a:lvl1pPr>
              <a:defRPr/>
            </a:lvl1pPr>
          </a:lstStyle>
          <a:p>
            <a:endParaRPr lang="en-US" altLang="en-US"/>
          </a:p>
        </p:txBody>
      </p:sp>
      <p:sp>
        <p:nvSpPr>
          <p:cNvPr id="9" name="Slide Number Placeholder 8"/>
          <p:cNvSpPr>
            <a:spLocks noGrp="1"/>
          </p:cNvSpPr>
          <p:nvPr>
            <p:ph type="sldNum" sz="quarter" idx="12"/>
          </p:nvPr>
        </p:nvSpPr>
        <p:spPr/>
        <p:txBody>
          <a:bodyPr/>
          <a:lstStyle>
            <a:lvl1pPr>
              <a:defRPr/>
            </a:lvl1pPr>
          </a:lstStyle>
          <a:p>
            <a:fld id="{65D237F5-F20D-41D0-BD5F-8FF636EF9097}" type="slidenum">
              <a:rPr lang="en-US" altLang="en-US"/>
              <a:pPr/>
              <a:t>‹#›</a:t>
            </a:fld>
            <a:endParaRPr lang="en-US" altLang="en-US"/>
          </a:p>
        </p:txBody>
      </p:sp>
    </p:spTree>
    <p:extLst>
      <p:ext uri="{BB962C8B-B14F-4D97-AF65-F5344CB8AC3E}">
        <p14:creationId xmlns:p14="http://schemas.microsoft.com/office/powerpoint/2010/main" val="3910801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lvl1pPr>
              <a:defRPr/>
            </a:lvl1pPr>
          </a:lstStyle>
          <a:p>
            <a:endParaRPr lang="en-US" altLang="en-US"/>
          </a:p>
        </p:txBody>
      </p:sp>
      <p:sp>
        <p:nvSpPr>
          <p:cNvPr id="4" name="Footer Placeholder 3"/>
          <p:cNvSpPr>
            <a:spLocks noGrp="1"/>
          </p:cNvSpPr>
          <p:nvPr>
            <p:ph type="ftr" sz="quarter" idx="11"/>
          </p:nvPr>
        </p:nvSpPr>
        <p:spPr/>
        <p:txBody>
          <a:bodyPr/>
          <a:lstStyle>
            <a:lvl1pPr>
              <a:defRPr/>
            </a:lvl1pPr>
          </a:lstStyle>
          <a:p>
            <a:endParaRPr lang="en-US" altLang="en-US"/>
          </a:p>
        </p:txBody>
      </p:sp>
      <p:sp>
        <p:nvSpPr>
          <p:cNvPr id="5" name="Slide Number Placeholder 4"/>
          <p:cNvSpPr>
            <a:spLocks noGrp="1"/>
          </p:cNvSpPr>
          <p:nvPr>
            <p:ph type="sldNum" sz="quarter" idx="12"/>
          </p:nvPr>
        </p:nvSpPr>
        <p:spPr/>
        <p:txBody>
          <a:bodyPr/>
          <a:lstStyle>
            <a:lvl1pPr>
              <a:defRPr/>
            </a:lvl1pPr>
          </a:lstStyle>
          <a:p>
            <a:fld id="{70BA911E-84A4-40E4-ACB7-892CC7EEC6C7}" type="slidenum">
              <a:rPr lang="en-US" altLang="en-US"/>
              <a:pPr/>
              <a:t>‹#›</a:t>
            </a:fld>
            <a:endParaRPr lang="en-US" altLang="en-US"/>
          </a:p>
        </p:txBody>
      </p:sp>
    </p:spTree>
    <p:extLst>
      <p:ext uri="{BB962C8B-B14F-4D97-AF65-F5344CB8AC3E}">
        <p14:creationId xmlns:p14="http://schemas.microsoft.com/office/powerpoint/2010/main" val="20127575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ltLang="en-US"/>
          </a:p>
        </p:txBody>
      </p:sp>
      <p:sp>
        <p:nvSpPr>
          <p:cNvPr id="3" name="Footer Placeholder 2"/>
          <p:cNvSpPr>
            <a:spLocks noGrp="1"/>
          </p:cNvSpPr>
          <p:nvPr>
            <p:ph type="ftr" sz="quarter" idx="11"/>
          </p:nvPr>
        </p:nvSpPr>
        <p:spPr/>
        <p:txBody>
          <a:bodyPr/>
          <a:lstStyle>
            <a:lvl1pPr>
              <a:defRPr/>
            </a:lvl1pPr>
          </a:lstStyle>
          <a:p>
            <a:endParaRPr lang="en-US" altLang="en-US"/>
          </a:p>
        </p:txBody>
      </p:sp>
      <p:sp>
        <p:nvSpPr>
          <p:cNvPr id="4" name="Slide Number Placeholder 3"/>
          <p:cNvSpPr>
            <a:spLocks noGrp="1"/>
          </p:cNvSpPr>
          <p:nvPr>
            <p:ph type="sldNum" sz="quarter" idx="12"/>
          </p:nvPr>
        </p:nvSpPr>
        <p:spPr/>
        <p:txBody>
          <a:bodyPr/>
          <a:lstStyle>
            <a:lvl1pPr>
              <a:defRPr/>
            </a:lvl1pPr>
          </a:lstStyle>
          <a:p>
            <a:fld id="{48A0238D-F4EF-4E1C-AD7B-6A365BE3F7A8}" type="slidenum">
              <a:rPr lang="en-US" altLang="en-US"/>
              <a:pPr/>
              <a:t>‹#›</a:t>
            </a:fld>
            <a:endParaRPr lang="en-US" altLang="en-US"/>
          </a:p>
        </p:txBody>
      </p:sp>
    </p:spTree>
    <p:extLst>
      <p:ext uri="{BB962C8B-B14F-4D97-AF65-F5344CB8AC3E}">
        <p14:creationId xmlns:p14="http://schemas.microsoft.com/office/powerpoint/2010/main" val="1738384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25CBA233-304F-4BB7-9BC1-8724D362B760}" type="slidenum">
              <a:rPr lang="en-US" altLang="en-US"/>
              <a:pPr/>
              <a:t>‹#›</a:t>
            </a:fld>
            <a:endParaRPr lang="en-US" altLang="en-US"/>
          </a:p>
        </p:txBody>
      </p:sp>
    </p:spTree>
    <p:extLst>
      <p:ext uri="{BB962C8B-B14F-4D97-AF65-F5344CB8AC3E}">
        <p14:creationId xmlns:p14="http://schemas.microsoft.com/office/powerpoint/2010/main" val="2777317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4C5DF7C1-7279-4CB7-B258-54E84D4FE23A}" type="slidenum">
              <a:rPr lang="en-US" altLang="en-US"/>
              <a:pPr/>
              <a:t>‹#›</a:t>
            </a:fld>
            <a:endParaRPr lang="en-US" altLang="en-US"/>
          </a:p>
        </p:txBody>
      </p:sp>
    </p:spTree>
    <p:extLst>
      <p:ext uri="{BB962C8B-B14F-4D97-AF65-F5344CB8AC3E}">
        <p14:creationId xmlns:p14="http://schemas.microsoft.com/office/powerpoint/2010/main" val="3772687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0600F3CD-1EEE-4D05-AABB-47080D39FD3E}" type="slidenum">
              <a:rPr lang="en-US" altLang="en-US"/>
              <a:pPr/>
              <a:t>‹#›</a:t>
            </a:fld>
            <a:endParaRPr lang="en-US" altLang="en-US"/>
          </a:p>
        </p:txBody>
      </p:sp>
    </p:spTree>
    <p:extLst>
      <p:ext uri="{BB962C8B-B14F-4D97-AF65-F5344CB8AC3E}">
        <p14:creationId xmlns:p14="http://schemas.microsoft.com/office/powerpoint/2010/main" val="2173577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4119C428-A6F3-4EA3-824B-A41A9D6A4845}" type="slidenum">
              <a:rPr lang="en-US" altLang="en-US"/>
              <a:pPr/>
              <a:t>‹#›</a:t>
            </a:fld>
            <a:endParaRPr lang="en-US" altLang="en-US"/>
          </a:p>
        </p:txBody>
      </p:sp>
    </p:spTree>
    <p:extLst>
      <p:ext uri="{BB962C8B-B14F-4D97-AF65-F5344CB8AC3E}">
        <p14:creationId xmlns:p14="http://schemas.microsoft.com/office/powerpoint/2010/main" val="5145258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b="1">
                <a:solidFill>
                  <a:srgbClr val="CC3300"/>
                </a:solidFill>
                <a:latin typeface="Tahoma" charset="0"/>
              </a:defRPr>
            </a:lvl1pPr>
          </a:lstStyle>
          <a:p>
            <a:fld id="{460FD701-CE3C-49AE-81C1-7F028165AF5B}"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Times New Roman" pitchFamily="18" charset="0"/>
          <a:cs typeface="Times New Roman" pitchFamily="18" charset="0"/>
        </a:defRPr>
      </a:lvl2pPr>
      <a:lvl3pPr algn="ctr" rtl="0" fontAlgn="base">
        <a:spcBef>
          <a:spcPct val="0"/>
        </a:spcBef>
        <a:spcAft>
          <a:spcPct val="0"/>
        </a:spcAft>
        <a:defRPr sz="4400">
          <a:solidFill>
            <a:schemeClr val="tx2"/>
          </a:solidFill>
          <a:latin typeface="Times New Roman" pitchFamily="18" charset="0"/>
          <a:cs typeface="Times New Roman" pitchFamily="18" charset="0"/>
        </a:defRPr>
      </a:lvl3pPr>
      <a:lvl4pPr algn="ctr" rtl="0" fontAlgn="base">
        <a:spcBef>
          <a:spcPct val="0"/>
        </a:spcBef>
        <a:spcAft>
          <a:spcPct val="0"/>
        </a:spcAft>
        <a:defRPr sz="4400">
          <a:solidFill>
            <a:schemeClr val="tx2"/>
          </a:solidFill>
          <a:latin typeface="Times New Roman" pitchFamily="18" charset="0"/>
          <a:cs typeface="Times New Roman" pitchFamily="18" charset="0"/>
        </a:defRPr>
      </a:lvl4pPr>
      <a:lvl5pPr algn="ctr" rtl="0" fontAlgn="base">
        <a:spcBef>
          <a:spcPct val="0"/>
        </a:spcBef>
        <a:spcAft>
          <a:spcPct val="0"/>
        </a:spcAft>
        <a:defRPr sz="4400">
          <a:solidFill>
            <a:schemeClr val="tx2"/>
          </a:solidFill>
          <a:latin typeface="Times New Roman" pitchFamily="18" charset="0"/>
          <a:cs typeface="Times New Roman" pitchFamily="18" charset="0"/>
        </a:defRPr>
      </a:lvl5pPr>
      <a:lvl6pPr marL="457200" algn="ctr" rtl="0" fontAlgn="base">
        <a:spcBef>
          <a:spcPct val="0"/>
        </a:spcBef>
        <a:spcAft>
          <a:spcPct val="0"/>
        </a:spcAft>
        <a:defRPr sz="4400">
          <a:solidFill>
            <a:schemeClr val="tx2"/>
          </a:solidFill>
          <a:latin typeface="Times New Roman" pitchFamily="18" charset="0"/>
          <a:cs typeface="Times New Roman" pitchFamily="18" charset="0"/>
        </a:defRPr>
      </a:lvl6pPr>
      <a:lvl7pPr marL="914400" algn="ctr" rtl="0" fontAlgn="base">
        <a:spcBef>
          <a:spcPct val="0"/>
        </a:spcBef>
        <a:spcAft>
          <a:spcPct val="0"/>
        </a:spcAft>
        <a:defRPr sz="4400">
          <a:solidFill>
            <a:schemeClr val="tx2"/>
          </a:solidFill>
          <a:latin typeface="Times New Roman" pitchFamily="18" charset="0"/>
          <a:cs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cs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cs typeface="Times New Roman" pitchFamily="18"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cs typeface="+mn-cs"/>
        </a:defRPr>
      </a:lvl2pPr>
      <a:lvl3pPr marL="1143000" indent="-228600" algn="l" rtl="0" fontAlgn="base">
        <a:spcBef>
          <a:spcPct val="20000"/>
        </a:spcBef>
        <a:spcAft>
          <a:spcPct val="0"/>
        </a:spcAft>
        <a:buChar char="•"/>
        <a:defRPr sz="2400">
          <a:solidFill>
            <a:schemeClr val="tx1"/>
          </a:solidFill>
          <a:latin typeface="+mn-lt"/>
          <a:cs typeface="+mn-cs"/>
        </a:defRPr>
      </a:lvl3pPr>
      <a:lvl4pPr marL="1600200" indent="-228600" algn="l" rtl="0" fontAlgn="base">
        <a:spcBef>
          <a:spcPct val="20000"/>
        </a:spcBef>
        <a:spcAft>
          <a:spcPct val="0"/>
        </a:spcAft>
        <a:buChar char="–"/>
        <a:defRPr sz="2000">
          <a:solidFill>
            <a:schemeClr val="tx1"/>
          </a:solidFill>
          <a:latin typeface="+mn-lt"/>
          <a:cs typeface="+mn-cs"/>
        </a:defRPr>
      </a:lvl4pPr>
      <a:lvl5pPr marL="2057400" indent="-228600" algn="l" rtl="0" fontAlgn="base">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E0EDC4E-5A68-4A55-844C-85D1FBF6BCF6}" type="slidenum">
              <a:rPr lang="en-US" altLang="en-US"/>
              <a:pPr/>
              <a:t>1</a:t>
            </a:fld>
            <a:endParaRPr lang="en-US" altLang="en-US"/>
          </a:p>
        </p:txBody>
      </p:sp>
      <p:sp>
        <p:nvSpPr>
          <p:cNvPr id="73730" name="Text Box 2"/>
          <p:cNvSpPr txBox="1">
            <a:spLocks noChangeArrowheads="1"/>
          </p:cNvSpPr>
          <p:nvPr/>
        </p:nvSpPr>
        <p:spPr bwMode="auto">
          <a:xfrm>
            <a:off x="381000" y="1520547"/>
            <a:ext cx="8458200" cy="3508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endParaRPr lang="en-US" altLang="en-US" sz="1000" b="1" dirty="0">
              <a:latin typeface="Tahoma" charset="0"/>
            </a:endParaRPr>
          </a:p>
          <a:p>
            <a:pPr algn="ctr"/>
            <a:endParaRPr lang="en-US" altLang="en-US" sz="1000" b="1" dirty="0">
              <a:latin typeface="Tahoma" charset="0"/>
            </a:endParaRPr>
          </a:p>
          <a:p>
            <a:pPr algn="ctr"/>
            <a:r>
              <a:rPr lang="en-US" altLang="en-US" sz="3600" b="1" dirty="0">
                <a:latin typeface="Tahoma" charset="0"/>
              </a:rPr>
              <a:t>Computer graphics</a:t>
            </a:r>
          </a:p>
          <a:p>
            <a:pPr algn="ctr"/>
            <a:r>
              <a:rPr lang="en-US" altLang="en-US" sz="3600" b="1" dirty="0">
                <a:solidFill>
                  <a:schemeClr val="accent2"/>
                </a:solidFill>
                <a:effectLst>
                  <a:outerShdw blurRad="38100" dist="38100" dir="2700000" algn="tl">
                    <a:srgbClr val="C0C0C0"/>
                  </a:outerShdw>
                </a:effectLst>
                <a:latin typeface="Arial" charset="0"/>
              </a:rPr>
              <a:t>Polygon Filling </a:t>
            </a:r>
            <a:endParaRPr lang="en-US" altLang="en-US" sz="3600" b="1" dirty="0">
              <a:solidFill>
                <a:schemeClr val="accent2"/>
              </a:solidFill>
              <a:effectLst>
                <a:outerShdw blurRad="38100" dist="38100" dir="2700000" algn="tl">
                  <a:srgbClr val="C0C0C0"/>
                </a:outerShdw>
              </a:effectLst>
              <a:latin typeface="Arial" charset="0"/>
              <a:cs typeface="Arial" charset="0"/>
            </a:endParaRPr>
          </a:p>
          <a:p>
            <a:pPr algn="ctr"/>
            <a:endParaRPr lang="en-US" altLang="en-US" sz="1400" b="1" dirty="0">
              <a:latin typeface="Tahoma" charset="0"/>
            </a:endParaRPr>
          </a:p>
          <a:p>
            <a:pPr algn="ctr"/>
            <a:r>
              <a:rPr lang="en-US" altLang="en-US" sz="3200" b="1" dirty="0">
                <a:solidFill>
                  <a:srgbClr val="FF0000"/>
                </a:solidFill>
                <a:latin typeface="Tahoma" charset="0"/>
              </a:rPr>
              <a:t>Thanks to</a:t>
            </a:r>
          </a:p>
          <a:p>
            <a:pPr algn="ctr">
              <a:spcBef>
                <a:spcPct val="50000"/>
              </a:spcBef>
            </a:pPr>
            <a:r>
              <a:rPr lang="en-US" altLang="en-US" b="1" dirty="0">
                <a:latin typeface="Tahoma" charset="0"/>
              </a:rPr>
              <a:t>Dr. Eng. </a:t>
            </a:r>
            <a:r>
              <a:rPr lang="en-US" altLang="en-US" b="1" dirty="0" err="1">
                <a:latin typeface="Tahoma" charset="0"/>
              </a:rPr>
              <a:t>Farag</a:t>
            </a:r>
            <a:r>
              <a:rPr lang="en-US" altLang="en-US" b="1" dirty="0">
                <a:latin typeface="Tahoma" charset="0"/>
              </a:rPr>
              <a:t> </a:t>
            </a:r>
            <a:r>
              <a:rPr lang="en-US" altLang="en-US" b="1" dirty="0" err="1">
                <a:latin typeface="Tahoma" charset="0"/>
              </a:rPr>
              <a:t>Elnagahy</a:t>
            </a:r>
            <a:endParaRPr lang="en-US" altLang="en-US" b="1" dirty="0">
              <a:latin typeface="Tahoma" charset="0"/>
            </a:endParaRPr>
          </a:p>
          <a:p>
            <a:pPr algn="ctr"/>
            <a:r>
              <a:rPr lang="en-US" altLang="en-US" b="1" dirty="0">
                <a:latin typeface="Tahoma" charset="0"/>
              </a:rPr>
              <a:t>farahelnagahy@hotmail.com</a:t>
            </a:r>
          </a:p>
          <a:p>
            <a:pPr algn="ctr"/>
            <a:r>
              <a:rPr lang="en-US" altLang="en-US" b="1" dirty="0">
                <a:latin typeface="Tahoma" charset="0"/>
              </a:rPr>
              <a:t>Office Phone: 67967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p:txBody>
          <a:bodyPr/>
          <a:lstStyle/>
          <a:p>
            <a:fld id="{807CB5F0-4413-42FE-A860-642727619DE3}" type="slidenum">
              <a:rPr lang="en-US" altLang="en-US"/>
              <a:pPr/>
              <a:t>2</a:t>
            </a:fld>
            <a:endParaRPr lang="en-US" altLang="en-US"/>
          </a:p>
        </p:txBody>
      </p:sp>
      <p:sp>
        <p:nvSpPr>
          <p:cNvPr id="83970" name="Text Box 2"/>
          <p:cNvSpPr txBox="1">
            <a:spLocks noChangeArrowheads="1"/>
          </p:cNvSpPr>
          <p:nvPr/>
        </p:nvSpPr>
        <p:spPr bwMode="auto">
          <a:xfrm>
            <a:off x="342900" y="228600"/>
            <a:ext cx="8458200" cy="5281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3200" b="1">
                <a:solidFill>
                  <a:schemeClr val="accent2"/>
                </a:solidFill>
                <a:effectLst>
                  <a:outerShdw blurRad="38100" dist="38100" dir="2700000" algn="tl">
                    <a:srgbClr val="C0C0C0"/>
                  </a:outerShdw>
                </a:effectLst>
                <a:latin typeface="Arial" charset="0"/>
              </a:rPr>
              <a:t>Polygon Filling</a:t>
            </a:r>
            <a:endParaRPr lang="en-US" altLang="en-US" sz="3200" b="1">
              <a:solidFill>
                <a:schemeClr val="accent2"/>
              </a:solidFill>
              <a:latin typeface="Tahoma" charset="0"/>
            </a:endParaRPr>
          </a:p>
          <a:p>
            <a:pPr algn="just">
              <a:spcBef>
                <a:spcPct val="50000"/>
              </a:spcBef>
            </a:pPr>
            <a:r>
              <a:rPr lang="en-US" altLang="en-US" sz="2800">
                <a:solidFill>
                  <a:srgbClr val="CC3300"/>
                </a:solidFill>
                <a:latin typeface="Arial" charset="0"/>
              </a:rPr>
              <a:t>Types of filling</a:t>
            </a:r>
          </a:p>
          <a:p>
            <a:pPr algn="just">
              <a:spcBef>
                <a:spcPct val="50000"/>
              </a:spcBef>
              <a:buClr>
                <a:srgbClr val="CC3300"/>
              </a:buClr>
              <a:buFontTx/>
              <a:buChar char="•"/>
            </a:pPr>
            <a:r>
              <a:rPr lang="en-US" altLang="en-US" sz="2800" b="1">
                <a:latin typeface="Arial" charset="0"/>
              </a:rPr>
              <a:t> Solid-fill</a:t>
            </a:r>
            <a:endParaRPr lang="en-US" altLang="en-US" sz="2800">
              <a:latin typeface="Arial" charset="0"/>
            </a:endParaRPr>
          </a:p>
          <a:p>
            <a:pPr algn="just">
              <a:spcBef>
                <a:spcPct val="50000"/>
              </a:spcBef>
            </a:pPr>
            <a:r>
              <a:rPr lang="en-US" altLang="en-US" sz="2800">
                <a:latin typeface="Arial" charset="0"/>
              </a:rPr>
              <a:t>	All the pixels inside the polygon</a:t>
            </a:r>
            <a:r>
              <a:rPr lang="en-US" altLang="en-US" sz="2800">
                <a:latin typeface="Tahoma"/>
              </a:rPr>
              <a:t>’</a:t>
            </a:r>
            <a:r>
              <a:rPr lang="en-US" altLang="en-US" sz="2800">
                <a:latin typeface="Arial" charset="0"/>
              </a:rPr>
              <a:t>s boundary are illuminated.</a:t>
            </a:r>
          </a:p>
          <a:p>
            <a:pPr algn="just">
              <a:spcBef>
                <a:spcPct val="50000"/>
              </a:spcBef>
            </a:pPr>
            <a:endParaRPr lang="en-US" altLang="en-US" sz="2800">
              <a:latin typeface="Arial" charset="0"/>
            </a:endParaRPr>
          </a:p>
          <a:p>
            <a:pPr algn="just">
              <a:spcBef>
                <a:spcPct val="50000"/>
              </a:spcBef>
              <a:buClr>
                <a:srgbClr val="CC3300"/>
              </a:buClr>
              <a:buFontTx/>
              <a:buChar char="•"/>
            </a:pPr>
            <a:r>
              <a:rPr lang="en-US" altLang="en-US" sz="2800" b="1">
                <a:latin typeface="Arial" charset="0"/>
              </a:rPr>
              <a:t> Pattern-fill</a:t>
            </a:r>
            <a:r>
              <a:rPr lang="en-US" altLang="en-US" sz="2800">
                <a:latin typeface="Arial" charset="0"/>
              </a:rPr>
              <a:t> </a:t>
            </a:r>
          </a:p>
          <a:p>
            <a:pPr algn="just">
              <a:spcBef>
                <a:spcPct val="50000"/>
              </a:spcBef>
            </a:pPr>
            <a:r>
              <a:rPr lang="en-US" altLang="en-US" sz="2800">
                <a:latin typeface="Arial" charset="0"/>
              </a:rPr>
              <a:t>	the polygon is filled with an arbitrary predefined pattern. </a:t>
            </a:r>
          </a:p>
        </p:txBody>
      </p:sp>
      <p:sp>
        <p:nvSpPr>
          <p:cNvPr id="83971" name="AutoShape 3"/>
          <p:cNvSpPr>
            <a:spLocks noChangeArrowheads="1"/>
          </p:cNvSpPr>
          <p:nvPr/>
        </p:nvSpPr>
        <p:spPr bwMode="auto">
          <a:xfrm>
            <a:off x="3657600" y="2705100"/>
            <a:ext cx="1828800" cy="1447800"/>
          </a:xfrm>
          <a:prstGeom prst="hexagon">
            <a:avLst>
              <a:gd name="adj" fmla="val 31579"/>
              <a:gd name="vf" fmla="val 115470"/>
            </a:avLst>
          </a:prstGeom>
          <a:solidFill>
            <a:schemeClr val="accent1"/>
          </a:solidFill>
          <a:ln w="222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3972" name="AutoShape 4" descr="Diagonal brick"/>
          <p:cNvSpPr>
            <a:spLocks noChangeArrowheads="1"/>
          </p:cNvSpPr>
          <p:nvPr/>
        </p:nvSpPr>
        <p:spPr bwMode="auto">
          <a:xfrm>
            <a:off x="3657600" y="5181600"/>
            <a:ext cx="1828800" cy="1447800"/>
          </a:xfrm>
          <a:prstGeom prst="hexagon">
            <a:avLst>
              <a:gd name="adj" fmla="val 31579"/>
              <a:gd name="vf" fmla="val 115470"/>
            </a:avLst>
          </a:prstGeom>
          <a:pattFill prst="diagBrick">
            <a:fgClr>
              <a:schemeClr val="accent2"/>
            </a:fgClr>
            <a:bgClr>
              <a:schemeClr val="bg1"/>
            </a:bgClr>
          </a:pattFill>
          <a:ln w="222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E76DBC2-7C0C-44FE-B23D-91E88615CA10}" type="slidenum">
              <a:rPr lang="en-US" altLang="en-US"/>
              <a:pPr/>
              <a:t>3</a:t>
            </a:fld>
            <a:endParaRPr lang="en-US" altLang="en-US"/>
          </a:p>
        </p:txBody>
      </p:sp>
      <p:sp>
        <p:nvSpPr>
          <p:cNvPr id="84994" name="Text Box 1026"/>
          <p:cNvSpPr txBox="1">
            <a:spLocks noChangeArrowheads="1"/>
          </p:cNvSpPr>
          <p:nvPr/>
        </p:nvSpPr>
        <p:spPr bwMode="auto">
          <a:xfrm>
            <a:off x="342900" y="228600"/>
            <a:ext cx="8458200" cy="6561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3200" b="1">
                <a:solidFill>
                  <a:schemeClr val="accent2"/>
                </a:solidFill>
                <a:latin typeface="Arial" charset="0"/>
              </a:rPr>
              <a:t>Polygon Representation </a:t>
            </a:r>
            <a:endParaRPr lang="en-US" altLang="en-US" sz="3200" b="1">
              <a:solidFill>
                <a:schemeClr val="accent2"/>
              </a:solidFill>
              <a:latin typeface="Tahoma" charset="0"/>
            </a:endParaRPr>
          </a:p>
          <a:p>
            <a:pPr algn="just">
              <a:spcBef>
                <a:spcPct val="50000"/>
              </a:spcBef>
            </a:pPr>
            <a:r>
              <a:rPr lang="en-US" altLang="en-US" sz="2800">
                <a:latin typeface="Arial" charset="0"/>
                <a:cs typeface="Arial" charset="0"/>
              </a:rPr>
              <a:t>The polygon can be represented by listing its n vertices in an ordered list.</a:t>
            </a:r>
          </a:p>
          <a:p>
            <a:pPr algn="ctr">
              <a:spcBef>
                <a:spcPct val="50000"/>
              </a:spcBef>
            </a:pPr>
            <a:r>
              <a:rPr lang="en-US" altLang="en-US" sz="2800">
                <a:latin typeface="Arial" charset="0"/>
                <a:cs typeface="Arial" charset="0"/>
              </a:rPr>
              <a:t> </a:t>
            </a:r>
            <a:r>
              <a:rPr lang="en-US" altLang="en-US" sz="2800" b="1">
                <a:latin typeface="Arial" charset="0"/>
                <a:cs typeface="Arial" charset="0"/>
              </a:rPr>
              <a:t>P = {(x</a:t>
            </a:r>
            <a:r>
              <a:rPr lang="en-US" altLang="en-US" sz="2800" b="1" baseline="-30000">
                <a:latin typeface="Arial" charset="0"/>
                <a:cs typeface="Arial" charset="0"/>
              </a:rPr>
              <a:t>1</a:t>
            </a:r>
            <a:r>
              <a:rPr lang="en-US" altLang="en-US" sz="2800" b="1">
                <a:latin typeface="Arial" charset="0"/>
                <a:cs typeface="Arial" charset="0"/>
              </a:rPr>
              <a:t>, y</a:t>
            </a:r>
            <a:r>
              <a:rPr lang="en-US" altLang="en-US" sz="2800" b="1" baseline="-30000">
                <a:latin typeface="Arial" charset="0"/>
                <a:cs typeface="Arial" charset="0"/>
              </a:rPr>
              <a:t>1</a:t>
            </a:r>
            <a:r>
              <a:rPr lang="en-US" altLang="en-US" sz="2800" b="1">
                <a:latin typeface="Arial" charset="0"/>
                <a:cs typeface="Arial" charset="0"/>
              </a:rPr>
              <a:t>), (x</a:t>
            </a:r>
            <a:r>
              <a:rPr lang="en-US" altLang="en-US" sz="2800" b="1" baseline="-30000">
                <a:latin typeface="Arial" charset="0"/>
                <a:cs typeface="Arial" charset="0"/>
              </a:rPr>
              <a:t>2</a:t>
            </a:r>
            <a:r>
              <a:rPr lang="en-US" altLang="en-US" sz="2800" b="1">
                <a:latin typeface="Arial" charset="0"/>
                <a:cs typeface="Arial" charset="0"/>
              </a:rPr>
              <a:t>, y</a:t>
            </a:r>
            <a:r>
              <a:rPr lang="en-US" altLang="en-US" sz="2800" b="1" baseline="-30000">
                <a:latin typeface="Arial" charset="0"/>
                <a:cs typeface="Arial" charset="0"/>
              </a:rPr>
              <a:t>2</a:t>
            </a:r>
            <a:r>
              <a:rPr lang="en-US" altLang="en-US" sz="2800" b="1">
                <a:latin typeface="Arial" charset="0"/>
                <a:cs typeface="Arial" charset="0"/>
              </a:rPr>
              <a:t>), </a:t>
            </a:r>
            <a:r>
              <a:rPr lang="en-US" altLang="en-US" sz="2800" b="1">
                <a:latin typeface="Tahoma"/>
                <a:cs typeface="Arial" charset="0"/>
              </a:rPr>
              <a:t>……</a:t>
            </a:r>
            <a:r>
              <a:rPr lang="en-US" altLang="en-US" sz="2800" b="1">
                <a:latin typeface="Arial" charset="0"/>
                <a:cs typeface="Arial" charset="0"/>
              </a:rPr>
              <a:t>., (x</a:t>
            </a:r>
            <a:r>
              <a:rPr lang="en-US" altLang="en-US" sz="2800" b="1" baseline="-30000">
                <a:latin typeface="Arial" charset="0"/>
                <a:cs typeface="Arial" charset="0"/>
              </a:rPr>
              <a:t>n</a:t>
            </a:r>
            <a:r>
              <a:rPr lang="en-US" altLang="en-US" sz="2800" b="1">
                <a:latin typeface="Arial" charset="0"/>
                <a:cs typeface="Arial" charset="0"/>
              </a:rPr>
              <a:t>, y</a:t>
            </a:r>
            <a:r>
              <a:rPr lang="en-US" altLang="en-US" sz="2800" b="1" baseline="-30000">
                <a:latin typeface="Arial" charset="0"/>
                <a:cs typeface="Arial" charset="0"/>
              </a:rPr>
              <a:t>n</a:t>
            </a:r>
            <a:r>
              <a:rPr lang="en-US" altLang="en-US" sz="2800" b="1">
                <a:latin typeface="Arial" charset="0"/>
                <a:cs typeface="Arial" charset="0"/>
              </a:rPr>
              <a:t>)}</a:t>
            </a:r>
            <a:r>
              <a:rPr lang="en-US" altLang="en-US" sz="2800">
                <a:latin typeface="Arial" charset="0"/>
                <a:cs typeface="Arial" charset="0"/>
              </a:rPr>
              <a:t>. </a:t>
            </a:r>
          </a:p>
          <a:p>
            <a:pPr algn="just">
              <a:spcBef>
                <a:spcPct val="50000"/>
              </a:spcBef>
            </a:pPr>
            <a:r>
              <a:rPr lang="en-US" altLang="en-US" sz="2800">
                <a:latin typeface="Arial" charset="0"/>
                <a:cs typeface="Arial" charset="0"/>
              </a:rPr>
              <a:t>The polygon can be displayed by drawing a line between  </a:t>
            </a:r>
            <a:r>
              <a:rPr lang="en-US" altLang="en-US" sz="2800" b="1">
                <a:latin typeface="Arial" charset="0"/>
                <a:cs typeface="Arial" charset="0"/>
              </a:rPr>
              <a:t>(x</a:t>
            </a:r>
            <a:r>
              <a:rPr lang="en-US" altLang="en-US" sz="2800" b="1" baseline="-30000">
                <a:latin typeface="Arial" charset="0"/>
                <a:cs typeface="Arial" charset="0"/>
              </a:rPr>
              <a:t>1</a:t>
            </a:r>
            <a:r>
              <a:rPr lang="en-US" altLang="en-US" sz="2800" b="1">
                <a:latin typeface="Arial" charset="0"/>
                <a:cs typeface="Arial" charset="0"/>
              </a:rPr>
              <a:t>, y</a:t>
            </a:r>
            <a:r>
              <a:rPr lang="en-US" altLang="en-US" sz="2800" b="1" baseline="-30000">
                <a:latin typeface="Arial" charset="0"/>
                <a:cs typeface="Arial" charset="0"/>
              </a:rPr>
              <a:t>1</a:t>
            </a:r>
            <a:r>
              <a:rPr lang="en-US" altLang="en-US" sz="2800" b="1">
                <a:latin typeface="Arial" charset="0"/>
                <a:cs typeface="Arial" charset="0"/>
              </a:rPr>
              <a:t>), </a:t>
            </a:r>
            <a:r>
              <a:rPr lang="en-US" altLang="en-US" sz="2800">
                <a:latin typeface="Arial" charset="0"/>
                <a:cs typeface="Arial" charset="0"/>
              </a:rPr>
              <a:t>and </a:t>
            </a:r>
            <a:r>
              <a:rPr lang="en-US" altLang="en-US" sz="2800" b="1">
                <a:latin typeface="Arial" charset="0"/>
                <a:cs typeface="Arial" charset="0"/>
              </a:rPr>
              <a:t>(x</a:t>
            </a:r>
            <a:r>
              <a:rPr lang="en-US" altLang="en-US" sz="2800" b="1" baseline="-30000">
                <a:latin typeface="Arial" charset="0"/>
                <a:cs typeface="Arial" charset="0"/>
              </a:rPr>
              <a:t>2</a:t>
            </a:r>
            <a:r>
              <a:rPr lang="en-US" altLang="en-US" sz="2800" b="1">
                <a:latin typeface="Arial" charset="0"/>
                <a:cs typeface="Arial" charset="0"/>
              </a:rPr>
              <a:t>, y</a:t>
            </a:r>
            <a:r>
              <a:rPr lang="en-US" altLang="en-US" sz="2800" b="1" baseline="-30000">
                <a:latin typeface="Arial" charset="0"/>
                <a:cs typeface="Arial" charset="0"/>
              </a:rPr>
              <a:t>2</a:t>
            </a:r>
            <a:r>
              <a:rPr lang="en-US" altLang="en-US" sz="2800" b="1">
                <a:latin typeface="Arial" charset="0"/>
                <a:cs typeface="Arial" charset="0"/>
              </a:rPr>
              <a:t>)</a:t>
            </a:r>
            <a:r>
              <a:rPr lang="en-US" altLang="en-US" sz="2800">
                <a:latin typeface="Arial" charset="0"/>
                <a:cs typeface="Arial" charset="0"/>
              </a:rPr>
              <a:t>,</a:t>
            </a:r>
            <a:r>
              <a:rPr lang="en-US" altLang="en-US" sz="2800" b="1">
                <a:latin typeface="Arial" charset="0"/>
                <a:cs typeface="Arial" charset="0"/>
              </a:rPr>
              <a:t> </a:t>
            </a:r>
            <a:r>
              <a:rPr lang="en-US" altLang="en-US" sz="2800">
                <a:latin typeface="Arial" charset="0"/>
                <a:cs typeface="Arial" charset="0"/>
              </a:rPr>
              <a:t>then a line between </a:t>
            </a:r>
            <a:r>
              <a:rPr lang="en-US" altLang="en-US" sz="2800" b="1">
                <a:latin typeface="Arial" charset="0"/>
                <a:cs typeface="Arial" charset="0"/>
              </a:rPr>
              <a:t>(x</a:t>
            </a:r>
            <a:r>
              <a:rPr lang="en-US" altLang="en-US" sz="2800" b="1" baseline="-30000">
                <a:latin typeface="Arial" charset="0"/>
                <a:cs typeface="Arial" charset="0"/>
              </a:rPr>
              <a:t>2</a:t>
            </a:r>
            <a:r>
              <a:rPr lang="en-US" altLang="en-US" sz="2800" b="1">
                <a:latin typeface="Arial" charset="0"/>
                <a:cs typeface="Arial" charset="0"/>
              </a:rPr>
              <a:t>, y</a:t>
            </a:r>
            <a:r>
              <a:rPr lang="en-US" altLang="en-US" sz="2800" b="1" baseline="-30000">
                <a:latin typeface="Arial" charset="0"/>
                <a:cs typeface="Arial" charset="0"/>
              </a:rPr>
              <a:t>2</a:t>
            </a:r>
            <a:r>
              <a:rPr lang="en-US" altLang="en-US" sz="2800" b="1">
                <a:latin typeface="Arial" charset="0"/>
                <a:cs typeface="Arial" charset="0"/>
              </a:rPr>
              <a:t>), </a:t>
            </a:r>
            <a:r>
              <a:rPr lang="en-US" altLang="en-US" sz="2800">
                <a:latin typeface="Arial" charset="0"/>
                <a:cs typeface="Arial" charset="0"/>
              </a:rPr>
              <a:t>and </a:t>
            </a:r>
            <a:r>
              <a:rPr lang="en-US" altLang="en-US" sz="2800" b="1">
                <a:latin typeface="Arial" charset="0"/>
                <a:cs typeface="Arial" charset="0"/>
              </a:rPr>
              <a:t>(x</a:t>
            </a:r>
            <a:r>
              <a:rPr lang="en-US" altLang="en-US" sz="2800" b="1" baseline="-30000">
                <a:latin typeface="Arial" charset="0"/>
                <a:cs typeface="Arial" charset="0"/>
              </a:rPr>
              <a:t>3</a:t>
            </a:r>
            <a:r>
              <a:rPr lang="en-US" altLang="en-US" sz="2800" b="1">
                <a:latin typeface="Arial" charset="0"/>
                <a:cs typeface="Arial" charset="0"/>
              </a:rPr>
              <a:t>, y</a:t>
            </a:r>
            <a:r>
              <a:rPr lang="en-US" altLang="en-US" sz="2800" b="1" baseline="-30000">
                <a:latin typeface="Arial" charset="0"/>
                <a:cs typeface="Arial" charset="0"/>
              </a:rPr>
              <a:t>3</a:t>
            </a:r>
            <a:r>
              <a:rPr lang="en-US" altLang="en-US" sz="2800" b="1">
                <a:latin typeface="Arial" charset="0"/>
                <a:cs typeface="Arial" charset="0"/>
              </a:rPr>
              <a:t>)</a:t>
            </a:r>
            <a:r>
              <a:rPr lang="en-US" altLang="en-US" sz="2800">
                <a:latin typeface="Arial" charset="0"/>
                <a:cs typeface="Arial" charset="0"/>
              </a:rPr>
              <a:t>, and so on until the end vertex. In order to close up the polygon, a line between </a:t>
            </a:r>
            <a:r>
              <a:rPr lang="en-US" altLang="en-US" sz="2800" b="1">
                <a:latin typeface="Arial" charset="0"/>
                <a:cs typeface="Arial" charset="0"/>
              </a:rPr>
              <a:t>(x</a:t>
            </a:r>
            <a:r>
              <a:rPr lang="en-US" altLang="en-US" sz="2800" b="1" baseline="-30000">
                <a:latin typeface="Arial" charset="0"/>
                <a:cs typeface="Arial" charset="0"/>
              </a:rPr>
              <a:t>n</a:t>
            </a:r>
            <a:r>
              <a:rPr lang="en-US" altLang="en-US" sz="2800" b="1">
                <a:latin typeface="Arial" charset="0"/>
                <a:cs typeface="Arial" charset="0"/>
              </a:rPr>
              <a:t>, y</a:t>
            </a:r>
            <a:r>
              <a:rPr lang="en-US" altLang="en-US" sz="2800" b="1" baseline="-30000">
                <a:latin typeface="Arial" charset="0"/>
                <a:cs typeface="Arial" charset="0"/>
              </a:rPr>
              <a:t>n</a:t>
            </a:r>
            <a:r>
              <a:rPr lang="en-US" altLang="en-US" sz="2800" b="1">
                <a:latin typeface="Arial" charset="0"/>
                <a:cs typeface="Arial" charset="0"/>
              </a:rPr>
              <a:t>), </a:t>
            </a:r>
            <a:r>
              <a:rPr lang="en-US" altLang="en-US" sz="2800">
                <a:latin typeface="Arial" charset="0"/>
                <a:cs typeface="Arial" charset="0"/>
              </a:rPr>
              <a:t>and </a:t>
            </a:r>
            <a:r>
              <a:rPr lang="en-US" altLang="en-US" sz="2800" b="1">
                <a:latin typeface="Arial" charset="0"/>
                <a:cs typeface="Arial" charset="0"/>
              </a:rPr>
              <a:t>(x</a:t>
            </a:r>
            <a:r>
              <a:rPr lang="en-US" altLang="en-US" sz="2800" b="1" baseline="-30000">
                <a:latin typeface="Arial" charset="0"/>
                <a:cs typeface="Arial" charset="0"/>
              </a:rPr>
              <a:t>1</a:t>
            </a:r>
            <a:r>
              <a:rPr lang="en-US" altLang="en-US" sz="2800" b="1">
                <a:latin typeface="Arial" charset="0"/>
                <a:cs typeface="Arial" charset="0"/>
              </a:rPr>
              <a:t>, y</a:t>
            </a:r>
            <a:r>
              <a:rPr lang="en-US" altLang="en-US" sz="2800" b="1" baseline="-30000">
                <a:latin typeface="Arial" charset="0"/>
                <a:cs typeface="Arial" charset="0"/>
              </a:rPr>
              <a:t>1</a:t>
            </a:r>
            <a:r>
              <a:rPr lang="en-US" altLang="en-US" sz="2800" b="1">
                <a:latin typeface="Arial" charset="0"/>
                <a:cs typeface="Arial" charset="0"/>
              </a:rPr>
              <a:t>)</a:t>
            </a:r>
            <a:r>
              <a:rPr lang="en-US" altLang="en-US" sz="2800">
                <a:latin typeface="Arial" charset="0"/>
                <a:cs typeface="Arial" charset="0"/>
              </a:rPr>
              <a:t> must be drawn. </a:t>
            </a:r>
          </a:p>
          <a:p>
            <a:pPr algn="just">
              <a:spcBef>
                <a:spcPct val="50000"/>
              </a:spcBef>
            </a:pPr>
            <a:r>
              <a:rPr lang="en-US" altLang="en-US" sz="2800">
                <a:latin typeface="Arial" charset="0"/>
                <a:cs typeface="Arial" charset="0"/>
              </a:rPr>
              <a:t>One problem with this representation is that if we wish to translate the polygon, it is necessary to apply the translation transformation to each vertex in order to obtain the translated polygon.  </a:t>
            </a:r>
            <a:endParaRPr lang="en-US" altLang="en-US" sz="2800">
              <a:latin typeface="Tahoma"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8FB429E-0C07-4B9B-9F75-CA8F13FBEE97}" type="slidenum">
              <a:rPr lang="en-US" altLang="en-US"/>
              <a:pPr/>
              <a:t>4</a:t>
            </a:fld>
            <a:endParaRPr lang="en-US" altLang="en-US"/>
          </a:p>
        </p:txBody>
      </p:sp>
      <p:sp>
        <p:nvSpPr>
          <p:cNvPr id="74754" name="Text Box 2"/>
          <p:cNvSpPr txBox="1">
            <a:spLocks noChangeArrowheads="1"/>
          </p:cNvSpPr>
          <p:nvPr/>
        </p:nvSpPr>
        <p:spPr bwMode="auto">
          <a:xfrm>
            <a:off x="342900" y="228600"/>
            <a:ext cx="8458200" cy="485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3200" b="1">
                <a:solidFill>
                  <a:schemeClr val="accent2"/>
                </a:solidFill>
                <a:latin typeface="Arial" charset="0"/>
              </a:rPr>
              <a:t>Polygon Representation </a:t>
            </a:r>
            <a:endParaRPr lang="en-US" altLang="en-US" sz="3200" b="1">
              <a:solidFill>
                <a:schemeClr val="accent2"/>
              </a:solidFill>
              <a:latin typeface="Tahoma" charset="0"/>
            </a:endParaRPr>
          </a:p>
          <a:p>
            <a:pPr algn="just">
              <a:spcBef>
                <a:spcPct val="50000"/>
              </a:spcBef>
            </a:pPr>
            <a:r>
              <a:rPr lang="en-US" altLang="en-US" sz="2800">
                <a:latin typeface="Arial" charset="0"/>
                <a:cs typeface="Arial" charset="0"/>
              </a:rPr>
              <a:t>For objects described by many polygons with many vertices, this can be a time consuming process.</a:t>
            </a:r>
            <a:endParaRPr lang="en-US" altLang="en-US" sz="2800">
              <a:latin typeface="Tahoma" charset="0"/>
            </a:endParaRPr>
          </a:p>
          <a:p>
            <a:pPr algn="just">
              <a:spcBef>
                <a:spcPct val="50000"/>
              </a:spcBef>
            </a:pPr>
            <a:r>
              <a:rPr lang="en-US" altLang="en-US" sz="2800">
                <a:latin typeface="Arial" charset="0"/>
                <a:cs typeface="Arial" charset="0"/>
              </a:rPr>
              <a:t> 	One method for reducing the computational time is to represent the polygon by the (</a:t>
            </a:r>
            <a:r>
              <a:rPr lang="en-US" altLang="en-US" sz="2800" b="1">
                <a:solidFill>
                  <a:srgbClr val="CC3300"/>
                </a:solidFill>
                <a:latin typeface="Arial" charset="0"/>
                <a:cs typeface="Arial" charset="0"/>
              </a:rPr>
              <a:t>absolute</a:t>
            </a:r>
            <a:r>
              <a:rPr lang="en-US" altLang="en-US" sz="2800">
                <a:latin typeface="Arial" charset="0"/>
                <a:cs typeface="Arial" charset="0"/>
              </a:rPr>
              <a:t>) </a:t>
            </a:r>
            <a:r>
              <a:rPr lang="en-US" altLang="en-US" sz="2800" b="1">
                <a:solidFill>
                  <a:srgbClr val="CC3300"/>
                </a:solidFill>
                <a:latin typeface="Arial" charset="0"/>
                <a:cs typeface="Arial" charset="0"/>
              </a:rPr>
              <a:t>location</a:t>
            </a:r>
            <a:r>
              <a:rPr lang="en-US" altLang="en-US" sz="2800">
                <a:latin typeface="Arial" charset="0"/>
                <a:cs typeface="Arial" charset="0"/>
              </a:rPr>
              <a:t> of its first vertex, and represent subsequent vertices as </a:t>
            </a:r>
            <a:r>
              <a:rPr lang="en-US" altLang="en-US" sz="2800" b="1">
                <a:solidFill>
                  <a:srgbClr val="CC3300"/>
                </a:solidFill>
                <a:latin typeface="Arial" charset="0"/>
                <a:cs typeface="Arial" charset="0"/>
              </a:rPr>
              <a:t>relative positions</a:t>
            </a:r>
            <a:r>
              <a:rPr lang="en-US" altLang="en-US" sz="2800">
                <a:latin typeface="Arial" charset="0"/>
                <a:cs typeface="Arial" charset="0"/>
              </a:rPr>
              <a:t> from the previous vertex. This enables us to translate the polygon simply by changing the coordinates of the first vertex.</a:t>
            </a:r>
            <a:r>
              <a:rPr lang="en-US" altLang="en-US" sz="2800">
                <a:latin typeface="Tahoma" charset="0"/>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3E88B94-EEE5-4BB8-BDE8-5C902ADA28DB}" type="slidenum">
              <a:rPr lang="en-US" altLang="en-US"/>
              <a:pPr/>
              <a:t>5</a:t>
            </a:fld>
            <a:endParaRPr lang="en-US" altLang="en-US"/>
          </a:p>
        </p:txBody>
      </p:sp>
      <p:sp>
        <p:nvSpPr>
          <p:cNvPr id="87042" name="Text Box 1026"/>
          <p:cNvSpPr txBox="1">
            <a:spLocks noChangeArrowheads="1"/>
          </p:cNvSpPr>
          <p:nvPr/>
        </p:nvSpPr>
        <p:spPr bwMode="auto">
          <a:xfrm>
            <a:off x="342900" y="228600"/>
            <a:ext cx="8458200" cy="5065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3200" b="1">
                <a:solidFill>
                  <a:schemeClr val="accent2"/>
                </a:solidFill>
                <a:latin typeface="Arial" charset="0"/>
                <a:cs typeface="Arial" charset="0"/>
              </a:rPr>
              <a:t>Inside-Outside Tests</a:t>
            </a:r>
            <a:endParaRPr lang="en-US" altLang="en-US" sz="3200" b="1">
              <a:solidFill>
                <a:schemeClr val="accent2"/>
              </a:solidFill>
              <a:latin typeface="Tahoma" charset="0"/>
            </a:endParaRPr>
          </a:p>
          <a:p>
            <a:pPr algn="just">
              <a:spcBef>
                <a:spcPct val="50000"/>
              </a:spcBef>
            </a:pPr>
            <a:r>
              <a:rPr lang="en-US" altLang="en-US" sz="2800">
                <a:latin typeface="Arial" charset="0"/>
                <a:cs typeface="Arial" charset="0"/>
              </a:rPr>
              <a:t>when filling polygons we should decide whether a particular point is interior or exterior to a polygon. </a:t>
            </a:r>
          </a:p>
          <a:p>
            <a:pPr algn="just">
              <a:spcBef>
                <a:spcPct val="50000"/>
              </a:spcBef>
            </a:pPr>
            <a:r>
              <a:rPr lang="en-US" altLang="en-US" sz="2800">
                <a:latin typeface="Arial" charset="0"/>
                <a:cs typeface="Arial" charset="0"/>
              </a:rPr>
              <a:t>A rule called the </a:t>
            </a:r>
            <a:r>
              <a:rPr lang="en-US" altLang="en-US" sz="2800" b="1">
                <a:solidFill>
                  <a:srgbClr val="CC3300"/>
                </a:solidFill>
                <a:latin typeface="Arial" charset="0"/>
                <a:cs typeface="Arial" charset="0"/>
              </a:rPr>
              <a:t>odd-parity</a:t>
            </a:r>
            <a:r>
              <a:rPr lang="en-US" altLang="en-US" sz="2800">
                <a:latin typeface="Arial" charset="0"/>
                <a:cs typeface="Arial" charset="0"/>
              </a:rPr>
              <a:t> (or the </a:t>
            </a:r>
            <a:r>
              <a:rPr lang="en-US" altLang="en-US" sz="2800" b="1">
                <a:solidFill>
                  <a:srgbClr val="CC3300"/>
                </a:solidFill>
                <a:latin typeface="Arial" charset="0"/>
                <a:cs typeface="Arial" charset="0"/>
              </a:rPr>
              <a:t>odd-even rule</a:t>
            </a:r>
            <a:r>
              <a:rPr lang="en-US" altLang="en-US" sz="2800">
                <a:latin typeface="Arial" charset="0"/>
                <a:cs typeface="Arial" charset="0"/>
              </a:rPr>
              <a:t>) is applied to test whether a point is interior or not. </a:t>
            </a:r>
          </a:p>
          <a:p>
            <a:pPr algn="just">
              <a:spcBef>
                <a:spcPct val="50000"/>
              </a:spcBef>
            </a:pPr>
            <a:r>
              <a:rPr lang="en-US" altLang="en-US" sz="2800">
                <a:latin typeface="Arial" charset="0"/>
                <a:cs typeface="Arial" charset="0"/>
              </a:rPr>
              <a:t>To apply this rule, we conceptually draw a line starting from the particular point and extending to a distance point outside the coordinate extends of the object in any direction such that </a:t>
            </a:r>
            <a:r>
              <a:rPr lang="en-US" altLang="en-US" sz="2800" b="1">
                <a:latin typeface="Arial" charset="0"/>
                <a:cs typeface="Arial" charset="0"/>
              </a:rPr>
              <a:t>no polygon vertex</a:t>
            </a:r>
            <a:r>
              <a:rPr lang="en-US" altLang="en-US" sz="2800">
                <a:latin typeface="Arial" charset="0"/>
                <a:cs typeface="Arial" charset="0"/>
              </a:rPr>
              <a:t> </a:t>
            </a:r>
            <a:r>
              <a:rPr lang="en-US" altLang="en-US" sz="2800" b="1">
                <a:latin typeface="Arial" charset="0"/>
                <a:cs typeface="Arial" charset="0"/>
              </a:rPr>
              <a:t>intersects</a:t>
            </a:r>
            <a:r>
              <a:rPr lang="en-US" altLang="en-US" sz="2800">
                <a:latin typeface="Arial" charset="0"/>
                <a:cs typeface="Arial" charset="0"/>
              </a:rPr>
              <a:t> with </a:t>
            </a:r>
            <a:r>
              <a:rPr lang="en-US" altLang="en-US" sz="2800" b="1">
                <a:latin typeface="Arial" charset="0"/>
                <a:cs typeface="Arial" charset="0"/>
              </a:rPr>
              <a:t>the line</a:t>
            </a:r>
            <a:r>
              <a:rPr lang="en-US" altLang="en-US" sz="2800">
                <a:latin typeface="Arial" charset="0"/>
                <a:cs typeface="Arial" charset="0"/>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Slide Number Placeholder 3"/>
          <p:cNvSpPr>
            <a:spLocks noGrp="1"/>
          </p:cNvSpPr>
          <p:nvPr>
            <p:ph type="sldNum" sz="quarter" idx="12"/>
          </p:nvPr>
        </p:nvSpPr>
        <p:spPr/>
        <p:txBody>
          <a:bodyPr/>
          <a:lstStyle/>
          <a:p>
            <a:fld id="{F0B467A0-4F82-4616-984F-62A5BF9B1507}" type="slidenum">
              <a:rPr lang="en-US" altLang="en-US"/>
              <a:pPr/>
              <a:t>6</a:t>
            </a:fld>
            <a:endParaRPr lang="en-US" altLang="en-US"/>
          </a:p>
        </p:txBody>
      </p:sp>
      <p:sp>
        <p:nvSpPr>
          <p:cNvPr id="75778" name="Text Box 2"/>
          <p:cNvSpPr txBox="1">
            <a:spLocks noChangeArrowheads="1"/>
          </p:cNvSpPr>
          <p:nvPr/>
        </p:nvSpPr>
        <p:spPr bwMode="auto">
          <a:xfrm>
            <a:off x="342900" y="228600"/>
            <a:ext cx="8458200" cy="207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3200" b="1">
                <a:solidFill>
                  <a:schemeClr val="accent2"/>
                </a:solidFill>
                <a:latin typeface="Arial" charset="0"/>
                <a:cs typeface="Arial" charset="0"/>
              </a:rPr>
              <a:t>Inside-Outside Tests</a:t>
            </a:r>
            <a:endParaRPr lang="en-US" altLang="en-US" sz="3200" b="1">
              <a:solidFill>
                <a:schemeClr val="accent2"/>
              </a:solidFill>
              <a:latin typeface="Tahoma" charset="0"/>
            </a:endParaRPr>
          </a:p>
          <a:p>
            <a:pPr algn="just">
              <a:spcBef>
                <a:spcPct val="50000"/>
              </a:spcBef>
            </a:pPr>
            <a:r>
              <a:rPr lang="en-US" altLang="en-US" sz="2800">
                <a:latin typeface="Arial" charset="0"/>
                <a:cs typeface="Arial" charset="0"/>
              </a:rPr>
              <a:t>The point is considered to be </a:t>
            </a:r>
            <a:r>
              <a:rPr lang="en-US" altLang="en-US" sz="2800" b="1">
                <a:solidFill>
                  <a:srgbClr val="CC3300"/>
                </a:solidFill>
                <a:latin typeface="Arial" charset="0"/>
                <a:cs typeface="Arial" charset="0"/>
              </a:rPr>
              <a:t>interior</a:t>
            </a:r>
            <a:r>
              <a:rPr lang="en-US" altLang="en-US" sz="2800">
                <a:latin typeface="Arial" charset="0"/>
                <a:cs typeface="Arial" charset="0"/>
              </a:rPr>
              <a:t> if the number of intersections between the line and the polygon edges is </a:t>
            </a:r>
            <a:r>
              <a:rPr lang="en-US" altLang="en-US" sz="2800" b="1">
                <a:solidFill>
                  <a:srgbClr val="CC3300"/>
                </a:solidFill>
                <a:latin typeface="Arial" charset="0"/>
                <a:cs typeface="Arial" charset="0"/>
              </a:rPr>
              <a:t>odd</a:t>
            </a:r>
            <a:r>
              <a:rPr lang="en-US" altLang="en-US" sz="2800">
                <a:latin typeface="Arial" charset="0"/>
                <a:cs typeface="Arial" charset="0"/>
              </a:rPr>
              <a:t>. Otherwise, The point is exterior point.</a:t>
            </a:r>
          </a:p>
        </p:txBody>
      </p:sp>
      <p:sp>
        <p:nvSpPr>
          <p:cNvPr id="75923" name="Oval 147"/>
          <p:cNvSpPr>
            <a:spLocks noChangeAspect="1" noChangeArrowheads="1"/>
          </p:cNvSpPr>
          <p:nvPr/>
        </p:nvSpPr>
        <p:spPr bwMode="auto">
          <a:xfrm>
            <a:off x="2362200" y="28495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75924" name="Oval 148"/>
          <p:cNvSpPr>
            <a:spLocks noChangeAspect="1" noChangeArrowheads="1"/>
          </p:cNvSpPr>
          <p:nvPr/>
        </p:nvSpPr>
        <p:spPr bwMode="auto">
          <a:xfrm>
            <a:off x="26670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25" name="Oval 149"/>
          <p:cNvSpPr>
            <a:spLocks noChangeAspect="1" noChangeArrowheads="1"/>
          </p:cNvSpPr>
          <p:nvPr/>
        </p:nvSpPr>
        <p:spPr bwMode="auto">
          <a:xfrm>
            <a:off x="29718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26" name="Oval 150"/>
          <p:cNvSpPr>
            <a:spLocks noChangeAspect="1" noChangeArrowheads="1"/>
          </p:cNvSpPr>
          <p:nvPr/>
        </p:nvSpPr>
        <p:spPr bwMode="auto">
          <a:xfrm>
            <a:off x="32766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27" name="Oval 151"/>
          <p:cNvSpPr>
            <a:spLocks noChangeAspect="1" noChangeArrowheads="1"/>
          </p:cNvSpPr>
          <p:nvPr/>
        </p:nvSpPr>
        <p:spPr bwMode="auto">
          <a:xfrm>
            <a:off x="35814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28" name="Oval 152"/>
          <p:cNvSpPr>
            <a:spLocks noChangeAspect="1" noChangeArrowheads="1"/>
          </p:cNvSpPr>
          <p:nvPr/>
        </p:nvSpPr>
        <p:spPr bwMode="auto">
          <a:xfrm>
            <a:off x="38862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29" name="Oval 153"/>
          <p:cNvSpPr>
            <a:spLocks noChangeAspect="1" noChangeArrowheads="1"/>
          </p:cNvSpPr>
          <p:nvPr/>
        </p:nvSpPr>
        <p:spPr bwMode="auto">
          <a:xfrm>
            <a:off x="41910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30" name="Oval 154"/>
          <p:cNvSpPr>
            <a:spLocks noChangeAspect="1" noChangeArrowheads="1"/>
          </p:cNvSpPr>
          <p:nvPr/>
        </p:nvSpPr>
        <p:spPr bwMode="auto">
          <a:xfrm>
            <a:off x="44958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31" name="Oval 155"/>
          <p:cNvSpPr>
            <a:spLocks noChangeAspect="1" noChangeArrowheads="1"/>
          </p:cNvSpPr>
          <p:nvPr/>
        </p:nvSpPr>
        <p:spPr bwMode="auto">
          <a:xfrm>
            <a:off x="48006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32" name="Oval 156"/>
          <p:cNvSpPr>
            <a:spLocks noChangeAspect="1" noChangeArrowheads="1"/>
          </p:cNvSpPr>
          <p:nvPr/>
        </p:nvSpPr>
        <p:spPr bwMode="auto">
          <a:xfrm>
            <a:off x="51054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33" name="Oval 157"/>
          <p:cNvSpPr>
            <a:spLocks noChangeAspect="1" noChangeArrowheads="1"/>
          </p:cNvSpPr>
          <p:nvPr/>
        </p:nvSpPr>
        <p:spPr bwMode="auto">
          <a:xfrm>
            <a:off x="54102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34" name="Oval 158"/>
          <p:cNvSpPr>
            <a:spLocks noChangeAspect="1" noChangeArrowheads="1"/>
          </p:cNvSpPr>
          <p:nvPr/>
        </p:nvSpPr>
        <p:spPr bwMode="auto">
          <a:xfrm>
            <a:off x="57150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35" name="Oval 159"/>
          <p:cNvSpPr>
            <a:spLocks noChangeAspect="1" noChangeArrowheads="1"/>
          </p:cNvSpPr>
          <p:nvPr/>
        </p:nvSpPr>
        <p:spPr bwMode="auto">
          <a:xfrm>
            <a:off x="60198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36" name="Oval 160"/>
          <p:cNvSpPr>
            <a:spLocks noChangeAspect="1" noChangeArrowheads="1"/>
          </p:cNvSpPr>
          <p:nvPr/>
        </p:nvSpPr>
        <p:spPr bwMode="auto">
          <a:xfrm>
            <a:off x="2362200" y="31543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75937" name="Oval 161"/>
          <p:cNvSpPr>
            <a:spLocks noChangeAspect="1" noChangeArrowheads="1"/>
          </p:cNvSpPr>
          <p:nvPr/>
        </p:nvSpPr>
        <p:spPr bwMode="auto">
          <a:xfrm>
            <a:off x="26670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38" name="Oval 162"/>
          <p:cNvSpPr>
            <a:spLocks noChangeAspect="1" noChangeArrowheads="1"/>
          </p:cNvSpPr>
          <p:nvPr/>
        </p:nvSpPr>
        <p:spPr bwMode="auto">
          <a:xfrm>
            <a:off x="29718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39" name="Oval 163"/>
          <p:cNvSpPr>
            <a:spLocks noChangeAspect="1" noChangeArrowheads="1"/>
          </p:cNvSpPr>
          <p:nvPr/>
        </p:nvSpPr>
        <p:spPr bwMode="auto">
          <a:xfrm>
            <a:off x="32766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40" name="Oval 164"/>
          <p:cNvSpPr>
            <a:spLocks noChangeAspect="1" noChangeArrowheads="1"/>
          </p:cNvSpPr>
          <p:nvPr/>
        </p:nvSpPr>
        <p:spPr bwMode="auto">
          <a:xfrm>
            <a:off x="35814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41" name="Oval 165"/>
          <p:cNvSpPr>
            <a:spLocks noChangeAspect="1" noChangeArrowheads="1"/>
          </p:cNvSpPr>
          <p:nvPr/>
        </p:nvSpPr>
        <p:spPr bwMode="auto">
          <a:xfrm>
            <a:off x="38862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42" name="Oval 166"/>
          <p:cNvSpPr>
            <a:spLocks noChangeAspect="1" noChangeArrowheads="1"/>
          </p:cNvSpPr>
          <p:nvPr/>
        </p:nvSpPr>
        <p:spPr bwMode="auto">
          <a:xfrm>
            <a:off x="41910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43" name="Oval 167"/>
          <p:cNvSpPr>
            <a:spLocks noChangeAspect="1" noChangeArrowheads="1"/>
          </p:cNvSpPr>
          <p:nvPr/>
        </p:nvSpPr>
        <p:spPr bwMode="auto">
          <a:xfrm>
            <a:off x="44958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44" name="Oval 168"/>
          <p:cNvSpPr>
            <a:spLocks noChangeAspect="1" noChangeArrowheads="1"/>
          </p:cNvSpPr>
          <p:nvPr/>
        </p:nvSpPr>
        <p:spPr bwMode="auto">
          <a:xfrm>
            <a:off x="48006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45" name="Oval 169"/>
          <p:cNvSpPr>
            <a:spLocks noChangeAspect="1" noChangeArrowheads="1"/>
          </p:cNvSpPr>
          <p:nvPr/>
        </p:nvSpPr>
        <p:spPr bwMode="auto">
          <a:xfrm>
            <a:off x="51054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46" name="Oval 170"/>
          <p:cNvSpPr>
            <a:spLocks noChangeAspect="1" noChangeArrowheads="1"/>
          </p:cNvSpPr>
          <p:nvPr/>
        </p:nvSpPr>
        <p:spPr bwMode="auto">
          <a:xfrm>
            <a:off x="54102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47" name="Oval 171"/>
          <p:cNvSpPr>
            <a:spLocks noChangeAspect="1" noChangeArrowheads="1"/>
          </p:cNvSpPr>
          <p:nvPr/>
        </p:nvSpPr>
        <p:spPr bwMode="auto">
          <a:xfrm>
            <a:off x="57150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48" name="Oval 172"/>
          <p:cNvSpPr>
            <a:spLocks noChangeAspect="1" noChangeArrowheads="1"/>
          </p:cNvSpPr>
          <p:nvPr/>
        </p:nvSpPr>
        <p:spPr bwMode="auto">
          <a:xfrm>
            <a:off x="60198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49" name="Oval 173"/>
          <p:cNvSpPr>
            <a:spLocks noChangeAspect="1" noChangeArrowheads="1"/>
          </p:cNvSpPr>
          <p:nvPr/>
        </p:nvSpPr>
        <p:spPr bwMode="auto">
          <a:xfrm>
            <a:off x="2392363" y="34591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75950" name="Oval 174"/>
          <p:cNvSpPr>
            <a:spLocks noChangeAspect="1" noChangeArrowheads="1"/>
          </p:cNvSpPr>
          <p:nvPr/>
        </p:nvSpPr>
        <p:spPr bwMode="auto">
          <a:xfrm>
            <a:off x="2697163" y="3459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51" name="Oval 175"/>
          <p:cNvSpPr>
            <a:spLocks noChangeAspect="1" noChangeArrowheads="1"/>
          </p:cNvSpPr>
          <p:nvPr/>
        </p:nvSpPr>
        <p:spPr bwMode="auto">
          <a:xfrm>
            <a:off x="3001963" y="3459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52" name="Oval 176"/>
          <p:cNvSpPr>
            <a:spLocks noChangeAspect="1" noChangeArrowheads="1"/>
          </p:cNvSpPr>
          <p:nvPr/>
        </p:nvSpPr>
        <p:spPr bwMode="auto">
          <a:xfrm>
            <a:off x="3306763" y="3459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53" name="Oval 177"/>
          <p:cNvSpPr>
            <a:spLocks noChangeAspect="1" noChangeArrowheads="1"/>
          </p:cNvSpPr>
          <p:nvPr/>
        </p:nvSpPr>
        <p:spPr bwMode="auto">
          <a:xfrm>
            <a:off x="3611563" y="3459163"/>
            <a:ext cx="274637" cy="274637"/>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54" name="Oval 178"/>
          <p:cNvSpPr>
            <a:spLocks noChangeAspect="1" noChangeArrowheads="1"/>
          </p:cNvSpPr>
          <p:nvPr/>
        </p:nvSpPr>
        <p:spPr bwMode="auto">
          <a:xfrm>
            <a:off x="3916363" y="3459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55" name="Oval 179"/>
          <p:cNvSpPr>
            <a:spLocks noChangeAspect="1" noChangeArrowheads="1"/>
          </p:cNvSpPr>
          <p:nvPr/>
        </p:nvSpPr>
        <p:spPr bwMode="auto">
          <a:xfrm>
            <a:off x="4221163" y="3459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56" name="Oval 180"/>
          <p:cNvSpPr>
            <a:spLocks noChangeAspect="1" noChangeArrowheads="1"/>
          </p:cNvSpPr>
          <p:nvPr/>
        </p:nvSpPr>
        <p:spPr bwMode="auto">
          <a:xfrm>
            <a:off x="4525963" y="3459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57" name="Oval 181"/>
          <p:cNvSpPr>
            <a:spLocks noChangeAspect="1" noChangeArrowheads="1"/>
          </p:cNvSpPr>
          <p:nvPr/>
        </p:nvSpPr>
        <p:spPr bwMode="auto">
          <a:xfrm>
            <a:off x="4830763" y="3459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58" name="Oval 182"/>
          <p:cNvSpPr>
            <a:spLocks noChangeAspect="1" noChangeArrowheads="1"/>
          </p:cNvSpPr>
          <p:nvPr/>
        </p:nvSpPr>
        <p:spPr bwMode="auto">
          <a:xfrm>
            <a:off x="5135563" y="3459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59" name="Oval 183"/>
          <p:cNvSpPr>
            <a:spLocks noChangeAspect="1" noChangeArrowheads="1"/>
          </p:cNvSpPr>
          <p:nvPr/>
        </p:nvSpPr>
        <p:spPr bwMode="auto">
          <a:xfrm>
            <a:off x="5440363" y="3459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60" name="Oval 184"/>
          <p:cNvSpPr>
            <a:spLocks noChangeAspect="1" noChangeArrowheads="1"/>
          </p:cNvSpPr>
          <p:nvPr/>
        </p:nvSpPr>
        <p:spPr bwMode="auto">
          <a:xfrm>
            <a:off x="5745163" y="3459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61" name="Oval 185"/>
          <p:cNvSpPr>
            <a:spLocks noChangeAspect="1" noChangeArrowheads="1"/>
          </p:cNvSpPr>
          <p:nvPr/>
        </p:nvSpPr>
        <p:spPr bwMode="auto">
          <a:xfrm>
            <a:off x="6049963" y="3459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62" name="Oval 186"/>
          <p:cNvSpPr>
            <a:spLocks noChangeAspect="1" noChangeArrowheads="1"/>
          </p:cNvSpPr>
          <p:nvPr/>
        </p:nvSpPr>
        <p:spPr bwMode="auto">
          <a:xfrm>
            <a:off x="2392363" y="37639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75963" name="Oval 187"/>
          <p:cNvSpPr>
            <a:spLocks noChangeAspect="1" noChangeArrowheads="1"/>
          </p:cNvSpPr>
          <p:nvPr/>
        </p:nvSpPr>
        <p:spPr bwMode="auto">
          <a:xfrm>
            <a:off x="2697163" y="3763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64" name="Oval 188"/>
          <p:cNvSpPr>
            <a:spLocks noChangeAspect="1" noChangeArrowheads="1"/>
          </p:cNvSpPr>
          <p:nvPr/>
        </p:nvSpPr>
        <p:spPr bwMode="auto">
          <a:xfrm>
            <a:off x="3001963" y="3763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65" name="Oval 189"/>
          <p:cNvSpPr>
            <a:spLocks noChangeAspect="1" noChangeArrowheads="1"/>
          </p:cNvSpPr>
          <p:nvPr/>
        </p:nvSpPr>
        <p:spPr bwMode="auto">
          <a:xfrm>
            <a:off x="3306763" y="3763963"/>
            <a:ext cx="274637" cy="274637"/>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66" name="Oval 190"/>
          <p:cNvSpPr>
            <a:spLocks noChangeAspect="1" noChangeArrowheads="1"/>
          </p:cNvSpPr>
          <p:nvPr/>
        </p:nvSpPr>
        <p:spPr bwMode="auto">
          <a:xfrm>
            <a:off x="3611563" y="3763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67" name="Oval 191"/>
          <p:cNvSpPr>
            <a:spLocks noChangeAspect="1" noChangeArrowheads="1"/>
          </p:cNvSpPr>
          <p:nvPr/>
        </p:nvSpPr>
        <p:spPr bwMode="auto">
          <a:xfrm>
            <a:off x="3916363" y="3763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68" name="Oval 192"/>
          <p:cNvSpPr>
            <a:spLocks noChangeAspect="1" noChangeArrowheads="1"/>
          </p:cNvSpPr>
          <p:nvPr/>
        </p:nvSpPr>
        <p:spPr bwMode="auto">
          <a:xfrm>
            <a:off x="4221163" y="3763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69" name="Oval 193"/>
          <p:cNvSpPr>
            <a:spLocks noChangeAspect="1" noChangeArrowheads="1"/>
          </p:cNvSpPr>
          <p:nvPr/>
        </p:nvSpPr>
        <p:spPr bwMode="auto">
          <a:xfrm>
            <a:off x="4525963" y="3763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70" name="Oval 194"/>
          <p:cNvSpPr>
            <a:spLocks noChangeAspect="1" noChangeArrowheads="1"/>
          </p:cNvSpPr>
          <p:nvPr/>
        </p:nvSpPr>
        <p:spPr bwMode="auto">
          <a:xfrm>
            <a:off x="4830763" y="3763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71" name="Oval 195"/>
          <p:cNvSpPr>
            <a:spLocks noChangeAspect="1" noChangeArrowheads="1"/>
          </p:cNvSpPr>
          <p:nvPr/>
        </p:nvSpPr>
        <p:spPr bwMode="auto">
          <a:xfrm>
            <a:off x="5135563" y="3763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72" name="Oval 196"/>
          <p:cNvSpPr>
            <a:spLocks noChangeAspect="1" noChangeArrowheads="1"/>
          </p:cNvSpPr>
          <p:nvPr/>
        </p:nvSpPr>
        <p:spPr bwMode="auto">
          <a:xfrm>
            <a:off x="5440363" y="3763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73" name="Oval 197"/>
          <p:cNvSpPr>
            <a:spLocks noChangeAspect="1" noChangeArrowheads="1"/>
          </p:cNvSpPr>
          <p:nvPr/>
        </p:nvSpPr>
        <p:spPr bwMode="auto">
          <a:xfrm>
            <a:off x="5745163" y="3763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74" name="Oval 198"/>
          <p:cNvSpPr>
            <a:spLocks noChangeAspect="1" noChangeArrowheads="1"/>
          </p:cNvSpPr>
          <p:nvPr/>
        </p:nvSpPr>
        <p:spPr bwMode="auto">
          <a:xfrm>
            <a:off x="6049963" y="3763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75" name="Oval 199"/>
          <p:cNvSpPr>
            <a:spLocks noChangeAspect="1" noChangeArrowheads="1"/>
          </p:cNvSpPr>
          <p:nvPr/>
        </p:nvSpPr>
        <p:spPr bwMode="auto">
          <a:xfrm>
            <a:off x="2392363" y="40687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75976" name="Oval 200"/>
          <p:cNvSpPr>
            <a:spLocks noChangeAspect="1" noChangeArrowheads="1"/>
          </p:cNvSpPr>
          <p:nvPr/>
        </p:nvSpPr>
        <p:spPr bwMode="auto">
          <a:xfrm>
            <a:off x="2697163" y="4068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77" name="Oval 201"/>
          <p:cNvSpPr>
            <a:spLocks noChangeAspect="1" noChangeArrowheads="1"/>
          </p:cNvSpPr>
          <p:nvPr/>
        </p:nvSpPr>
        <p:spPr bwMode="auto">
          <a:xfrm>
            <a:off x="3001963" y="4068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78" name="Oval 202"/>
          <p:cNvSpPr>
            <a:spLocks noChangeAspect="1" noChangeArrowheads="1"/>
          </p:cNvSpPr>
          <p:nvPr/>
        </p:nvSpPr>
        <p:spPr bwMode="auto">
          <a:xfrm>
            <a:off x="3306763" y="4068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79" name="Oval 203"/>
          <p:cNvSpPr>
            <a:spLocks noChangeAspect="1" noChangeArrowheads="1"/>
          </p:cNvSpPr>
          <p:nvPr/>
        </p:nvSpPr>
        <p:spPr bwMode="auto">
          <a:xfrm>
            <a:off x="3611563" y="4068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80" name="Oval 204"/>
          <p:cNvSpPr>
            <a:spLocks noChangeAspect="1" noChangeArrowheads="1"/>
          </p:cNvSpPr>
          <p:nvPr/>
        </p:nvSpPr>
        <p:spPr bwMode="auto">
          <a:xfrm>
            <a:off x="3916363" y="4068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81" name="Oval 205"/>
          <p:cNvSpPr>
            <a:spLocks noChangeAspect="1" noChangeArrowheads="1"/>
          </p:cNvSpPr>
          <p:nvPr/>
        </p:nvSpPr>
        <p:spPr bwMode="auto">
          <a:xfrm>
            <a:off x="4221163" y="4068763"/>
            <a:ext cx="274637" cy="274637"/>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82" name="Oval 206"/>
          <p:cNvSpPr>
            <a:spLocks noChangeAspect="1" noChangeArrowheads="1"/>
          </p:cNvSpPr>
          <p:nvPr/>
        </p:nvSpPr>
        <p:spPr bwMode="auto">
          <a:xfrm>
            <a:off x="4525963" y="4068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83" name="Oval 207"/>
          <p:cNvSpPr>
            <a:spLocks noChangeAspect="1" noChangeArrowheads="1"/>
          </p:cNvSpPr>
          <p:nvPr/>
        </p:nvSpPr>
        <p:spPr bwMode="auto">
          <a:xfrm>
            <a:off x="4830763" y="4068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84" name="Oval 208"/>
          <p:cNvSpPr>
            <a:spLocks noChangeAspect="1" noChangeArrowheads="1"/>
          </p:cNvSpPr>
          <p:nvPr/>
        </p:nvSpPr>
        <p:spPr bwMode="auto">
          <a:xfrm>
            <a:off x="5135563" y="4068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85" name="Oval 209"/>
          <p:cNvSpPr>
            <a:spLocks noChangeAspect="1" noChangeArrowheads="1"/>
          </p:cNvSpPr>
          <p:nvPr/>
        </p:nvSpPr>
        <p:spPr bwMode="auto">
          <a:xfrm>
            <a:off x="5440363" y="4068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86" name="Oval 210"/>
          <p:cNvSpPr>
            <a:spLocks noChangeAspect="1" noChangeArrowheads="1"/>
          </p:cNvSpPr>
          <p:nvPr/>
        </p:nvSpPr>
        <p:spPr bwMode="auto">
          <a:xfrm>
            <a:off x="5745163" y="40687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87" name="Oval 211"/>
          <p:cNvSpPr>
            <a:spLocks noChangeAspect="1" noChangeArrowheads="1"/>
          </p:cNvSpPr>
          <p:nvPr/>
        </p:nvSpPr>
        <p:spPr bwMode="auto">
          <a:xfrm>
            <a:off x="6049963" y="4068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88" name="Oval 212"/>
          <p:cNvSpPr>
            <a:spLocks noChangeAspect="1" noChangeArrowheads="1"/>
          </p:cNvSpPr>
          <p:nvPr/>
        </p:nvSpPr>
        <p:spPr bwMode="auto">
          <a:xfrm>
            <a:off x="2392363" y="43735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75989" name="Oval 213"/>
          <p:cNvSpPr>
            <a:spLocks noChangeAspect="1" noChangeArrowheads="1"/>
          </p:cNvSpPr>
          <p:nvPr/>
        </p:nvSpPr>
        <p:spPr bwMode="auto">
          <a:xfrm>
            <a:off x="2697163" y="4373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90" name="Oval 214"/>
          <p:cNvSpPr>
            <a:spLocks noChangeAspect="1" noChangeArrowheads="1"/>
          </p:cNvSpPr>
          <p:nvPr/>
        </p:nvSpPr>
        <p:spPr bwMode="auto">
          <a:xfrm>
            <a:off x="3001963" y="4373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91" name="Oval 215"/>
          <p:cNvSpPr>
            <a:spLocks noChangeAspect="1" noChangeArrowheads="1"/>
          </p:cNvSpPr>
          <p:nvPr/>
        </p:nvSpPr>
        <p:spPr bwMode="auto">
          <a:xfrm>
            <a:off x="3306763" y="4373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92" name="Oval 216"/>
          <p:cNvSpPr>
            <a:spLocks noChangeAspect="1" noChangeArrowheads="1"/>
          </p:cNvSpPr>
          <p:nvPr/>
        </p:nvSpPr>
        <p:spPr bwMode="auto">
          <a:xfrm>
            <a:off x="3611563" y="4373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93" name="Oval 217"/>
          <p:cNvSpPr>
            <a:spLocks noChangeAspect="1" noChangeArrowheads="1"/>
          </p:cNvSpPr>
          <p:nvPr/>
        </p:nvSpPr>
        <p:spPr bwMode="auto">
          <a:xfrm>
            <a:off x="3916363" y="4373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94" name="Oval 218"/>
          <p:cNvSpPr>
            <a:spLocks noChangeAspect="1" noChangeArrowheads="1"/>
          </p:cNvSpPr>
          <p:nvPr/>
        </p:nvSpPr>
        <p:spPr bwMode="auto">
          <a:xfrm>
            <a:off x="4221163" y="4373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95" name="Oval 219"/>
          <p:cNvSpPr>
            <a:spLocks noChangeAspect="1" noChangeArrowheads="1"/>
          </p:cNvSpPr>
          <p:nvPr/>
        </p:nvSpPr>
        <p:spPr bwMode="auto">
          <a:xfrm>
            <a:off x="4525963" y="4373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96" name="Oval 220"/>
          <p:cNvSpPr>
            <a:spLocks noChangeAspect="1" noChangeArrowheads="1"/>
          </p:cNvSpPr>
          <p:nvPr/>
        </p:nvSpPr>
        <p:spPr bwMode="auto">
          <a:xfrm>
            <a:off x="4830763" y="4373563"/>
            <a:ext cx="274637" cy="274637"/>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97" name="Oval 221"/>
          <p:cNvSpPr>
            <a:spLocks noChangeAspect="1" noChangeArrowheads="1"/>
          </p:cNvSpPr>
          <p:nvPr/>
        </p:nvSpPr>
        <p:spPr bwMode="auto">
          <a:xfrm>
            <a:off x="5135563" y="4373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98" name="Oval 222"/>
          <p:cNvSpPr>
            <a:spLocks noChangeAspect="1" noChangeArrowheads="1"/>
          </p:cNvSpPr>
          <p:nvPr/>
        </p:nvSpPr>
        <p:spPr bwMode="auto">
          <a:xfrm>
            <a:off x="5440363" y="4373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5999" name="Oval 223"/>
          <p:cNvSpPr>
            <a:spLocks noChangeAspect="1" noChangeArrowheads="1"/>
          </p:cNvSpPr>
          <p:nvPr/>
        </p:nvSpPr>
        <p:spPr bwMode="auto">
          <a:xfrm>
            <a:off x="5745163" y="4373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00" name="Oval 224"/>
          <p:cNvSpPr>
            <a:spLocks noChangeAspect="1" noChangeArrowheads="1"/>
          </p:cNvSpPr>
          <p:nvPr/>
        </p:nvSpPr>
        <p:spPr bwMode="auto">
          <a:xfrm>
            <a:off x="6049963" y="4373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01" name="Oval 225"/>
          <p:cNvSpPr>
            <a:spLocks noChangeAspect="1" noChangeArrowheads="1"/>
          </p:cNvSpPr>
          <p:nvPr/>
        </p:nvSpPr>
        <p:spPr bwMode="auto">
          <a:xfrm>
            <a:off x="2392363" y="46783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76002" name="Oval 226"/>
          <p:cNvSpPr>
            <a:spLocks noChangeAspect="1" noChangeArrowheads="1"/>
          </p:cNvSpPr>
          <p:nvPr/>
        </p:nvSpPr>
        <p:spPr bwMode="auto">
          <a:xfrm>
            <a:off x="2697163" y="4678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03" name="Oval 227"/>
          <p:cNvSpPr>
            <a:spLocks noChangeAspect="1" noChangeArrowheads="1"/>
          </p:cNvSpPr>
          <p:nvPr/>
        </p:nvSpPr>
        <p:spPr bwMode="auto">
          <a:xfrm>
            <a:off x="3001963" y="4678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04" name="Oval 228"/>
          <p:cNvSpPr>
            <a:spLocks noChangeAspect="1" noChangeArrowheads="1"/>
          </p:cNvSpPr>
          <p:nvPr/>
        </p:nvSpPr>
        <p:spPr bwMode="auto">
          <a:xfrm>
            <a:off x="3306763" y="4678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05" name="Oval 229"/>
          <p:cNvSpPr>
            <a:spLocks noChangeAspect="1" noChangeArrowheads="1"/>
          </p:cNvSpPr>
          <p:nvPr/>
        </p:nvSpPr>
        <p:spPr bwMode="auto">
          <a:xfrm>
            <a:off x="3611563" y="4678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06" name="Oval 230"/>
          <p:cNvSpPr>
            <a:spLocks noChangeAspect="1" noChangeArrowheads="1"/>
          </p:cNvSpPr>
          <p:nvPr/>
        </p:nvSpPr>
        <p:spPr bwMode="auto">
          <a:xfrm>
            <a:off x="3916363" y="4678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07" name="Oval 231"/>
          <p:cNvSpPr>
            <a:spLocks noChangeAspect="1" noChangeArrowheads="1"/>
          </p:cNvSpPr>
          <p:nvPr/>
        </p:nvSpPr>
        <p:spPr bwMode="auto">
          <a:xfrm>
            <a:off x="4221163" y="4678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08" name="Oval 232"/>
          <p:cNvSpPr>
            <a:spLocks noChangeAspect="1" noChangeArrowheads="1"/>
          </p:cNvSpPr>
          <p:nvPr/>
        </p:nvSpPr>
        <p:spPr bwMode="auto">
          <a:xfrm>
            <a:off x="4525963" y="4678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09" name="Oval 233"/>
          <p:cNvSpPr>
            <a:spLocks noChangeAspect="1" noChangeArrowheads="1"/>
          </p:cNvSpPr>
          <p:nvPr/>
        </p:nvSpPr>
        <p:spPr bwMode="auto">
          <a:xfrm>
            <a:off x="4830763" y="4678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10" name="Oval 234"/>
          <p:cNvSpPr>
            <a:spLocks noChangeAspect="1" noChangeArrowheads="1"/>
          </p:cNvSpPr>
          <p:nvPr/>
        </p:nvSpPr>
        <p:spPr bwMode="auto">
          <a:xfrm>
            <a:off x="5135563" y="4678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11" name="Oval 235"/>
          <p:cNvSpPr>
            <a:spLocks noChangeAspect="1" noChangeArrowheads="1"/>
          </p:cNvSpPr>
          <p:nvPr/>
        </p:nvSpPr>
        <p:spPr bwMode="auto">
          <a:xfrm>
            <a:off x="5440363" y="4678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12" name="Oval 236"/>
          <p:cNvSpPr>
            <a:spLocks noChangeAspect="1" noChangeArrowheads="1"/>
          </p:cNvSpPr>
          <p:nvPr/>
        </p:nvSpPr>
        <p:spPr bwMode="auto">
          <a:xfrm>
            <a:off x="5745163" y="4678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13" name="Oval 237"/>
          <p:cNvSpPr>
            <a:spLocks noChangeAspect="1" noChangeArrowheads="1"/>
          </p:cNvSpPr>
          <p:nvPr/>
        </p:nvSpPr>
        <p:spPr bwMode="auto">
          <a:xfrm>
            <a:off x="6049963" y="4678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14" name="Oval 238"/>
          <p:cNvSpPr>
            <a:spLocks noChangeAspect="1" noChangeArrowheads="1"/>
          </p:cNvSpPr>
          <p:nvPr/>
        </p:nvSpPr>
        <p:spPr bwMode="auto">
          <a:xfrm>
            <a:off x="2392363" y="49831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76015" name="Oval 239"/>
          <p:cNvSpPr>
            <a:spLocks noChangeAspect="1" noChangeArrowheads="1"/>
          </p:cNvSpPr>
          <p:nvPr/>
        </p:nvSpPr>
        <p:spPr bwMode="auto">
          <a:xfrm>
            <a:off x="2697163" y="4983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16" name="Oval 240"/>
          <p:cNvSpPr>
            <a:spLocks noChangeAspect="1" noChangeArrowheads="1"/>
          </p:cNvSpPr>
          <p:nvPr/>
        </p:nvSpPr>
        <p:spPr bwMode="auto">
          <a:xfrm>
            <a:off x="3001963" y="4983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17" name="Oval 241"/>
          <p:cNvSpPr>
            <a:spLocks noChangeAspect="1" noChangeArrowheads="1"/>
          </p:cNvSpPr>
          <p:nvPr/>
        </p:nvSpPr>
        <p:spPr bwMode="auto">
          <a:xfrm>
            <a:off x="3306763" y="4983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18" name="Oval 242"/>
          <p:cNvSpPr>
            <a:spLocks noChangeAspect="1" noChangeArrowheads="1"/>
          </p:cNvSpPr>
          <p:nvPr/>
        </p:nvSpPr>
        <p:spPr bwMode="auto">
          <a:xfrm>
            <a:off x="3611563" y="4983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19" name="Oval 243"/>
          <p:cNvSpPr>
            <a:spLocks noChangeAspect="1" noChangeArrowheads="1"/>
          </p:cNvSpPr>
          <p:nvPr/>
        </p:nvSpPr>
        <p:spPr bwMode="auto">
          <a:xfrm>
            <a:off x="3916363" y="4983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20" name="Oval 244"/>
          <p:cNvSpPr>
            <a:spLocks noChangeAspect="1" noChangeArrowheads="1"/>
          </p:cNvSpPr>
          <p:nvPr/>
        </p:nvSpPr>
        <p:spPr bwMode="auto">
          <a:xfrm>
            <a:off x="4221163" y="4983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21" name="Oval 245"/>
          <p:cNvSpPr>
            <a:spLocks noChangeAspect="1" noChangeArrowheads="1"/>
          </p:cNvSpPr>
          <p:nvPr/>
        </p:nvSpPr>
        <p:spPr bwMode="auto">
          <a:xfrm>
            <a:off x="4525963" y="4983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22" name="Oval 246"/>
          <p:cNvSpPr>
            <a:spLocks noChangeAspect="1" noChangeArrowheads="1"/>
          </p:cNvSpPr>
          <p:nvPr/>
        </p:nvSpPr>
        <p:spPr bwMode="auto">
          <a:xfrm>
            <a:off x="4830763" y="4983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23" name="Oval 247"/>
          <p:cNvSpPr>
            <a:spLocks noChangeAspect="1" noChangeArrowheads="1"/>
          </p:cNvSpPr>
          <p:nvPr/>
        </p:nvSpPr>
        <p:spPr bwMode="auto">
          <a:xfrm>
            <a:off x="5135563" y="4983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24" name="Oval 248"/>
          <p:cNvSpPr>
            <a:spLocks noChangeAspect="1" noChangeArrowheads="1"/>
          </p:cNvSpPr>
          <p:nvPr/>
        </p:nvSpPr>
        <p:spPr bwMode="auto">
          <a:xfrm>
            <a:off x="5440363" y="4983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25" name="Oval 249"/>
          <p:cNvSpPr>
            <a:spLocks noChangeAspect="1" noChangeArrowheads="1"/>
          </p:cNvSpPr>
          <p:nvPr/>
        </p:nvSpPr>
        <p:spPr bwMode="auto">
          <a:xfrm>
            <a:off x="5745163" y="4983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26" name="Oval 250"/>
          <p:cNvSpPr>
            <a:spLocks noChangeAspect="1" noChangeArrowheads="1"/>
          </p:cNvSpPr>
          <p:nvPr/>
        </p:nvSpPr>
        <p:spPr bwMode="auto">
          <a:xfrm>
            <a:off x="6049963" y="4983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27" name="Oval 251"/>
          <p:cNvSpPr>
            <a:spLocks noChangeAspect="1" noChangeArrowheads="1"/>
          </p:cNvSpPr>
          <p:nvPr/>
        </p:nvSpPr>
        <p:spPr bwMode="auto">
          <a:xfrm>
            <a:off x="2392363" y="52879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0</a:t>
            </a:r>
          </a:p>
        </p:txBody>
      </p:sp>
      <p:sp>
        <p:nvSpPr>
          <p:cNvPr id="76028" name="Oval 252"/>
          <p:cNvSpPr>
            <a:spLocks noChangeAspect="1" noChangeArrowheads="1"/>
          </p:cNvSpPr>
          <p:nvPr/>
        </p:nvSpPr>
        <p:spPr bwMode="auto">
          <a:xfrm>
            <a:off x="2697163" y="5287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29" name="Oval 253"/>
          <p:cNvSpPr>
            <a:spLocks noChangeAspect="1" noChangeArrowheads="1"/>
          </p:cNvSpPr>
          <p:nvPr/>
        </p:nvSpPr>
        <p:spPr bwMode="auto">
          <a:xfrm>
            <a:off x="3001963" y="5287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30" name="Oval 254"/>
          <p:cNvSpPr>
            <a:spLocks noChangeAspect="1" noChangeArrowheads="1"/>
          </p:cNvSpPr>
          <p:nvPr/>
        </p:nvSpPr>
        <p:spPr bwMode="auto">
          <a:xfrm>
            <a:off x="3306763" y="5287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31" name="Oval 255"/>
          <p:cNvSpPr>
            <a:spLocks noChangeAspect="1" noChangeArrowheads="1"/>
          </p:cNvSpPr>
          <p:nvPr/>
        </p:nvSpPr>
        <p:spPr bwMode="auto">
          <a:xfrm>
            <a:off x="3611563" y="5287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32" name="Oval 256"/>
          <p:cNvSpPr>
            <a:spLocks noChangeAspect="1" noChangeArrowheads="1"/>
          </p:cNvSpPr>
          <p:nvPr/>
        </p:nvSpPr>
        <p:spPr bwMode="auto">
          <a:xfrm>
            <a:off x="3916363" y="5287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33" name="Oval 257"/>
          <p:cNvSpPr>
            <a:spLocks noChangeAspect="1" noChangeArrowheads="1"/>
          </p:cNvSpPr>
          <p:nvPr/>
        </p:nvSpPr>
        <p:spPr bwMode="auto">
          <a:xfrm>
            <a:off x="4221163" y="5287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34" name="Oval 258"/>
          <p:cNvSpPr>
            <a:spLocks noChangeAspect="1" noChangeArrowheads="1"/>
          </p:cNvSpPr>
          <p:nvPr/>
        </p:nvSpPr>
        <p:spPr bwMode="auto">
          <a:xfrm>
            <a:off x="4525963" y="5287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35" name="Oval 259"/>
          <p:cNvSpPr>
            <a:spLocks noChangeAspect="1" noChangeArrowheads="1"/>
          </p:cNvSpPr>
          <p:nvPr/>
        </p:nvSpPr>
        <p:spPr bwMode="auto">
          <a:xfrm>
            <a:off x="4830763" y="5287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36" name="Oval 260"/>
          <p:cNvSpPr>
            <a:spLocks noChangeAspect="1" noChangeArrowheads="1"/>
          </p:cNvSpPr>
          <p:nvPr/>
        </p:nvSpPr>
        <p:spPr bwMode="auto">
          <a:xfrm>
            <a:off x="5135563" y="5287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37" name="Oval 261"/>
          <p:cNvSpPr>
            <a:spLocks noChangeAspect="1" noChangeArrowheads="1"/>
          </p:cNvSpPr>
          <p:nvPr/>
        </p:nvSpPr>
        <p:spPr bwMode="auto">
          <a:xfrm>
            <a:off x="5440363" y="5287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38" name="Oval 262"/>
          <p:cNvSpPr>
            <a:spLocks noChangeAspect="1" noChangeArrowheads="1"/>
          </p:cNvSpPr>
          <p:nvPr/>
        </p:nvSpPr>
        <p:spPr bwMode="auto">
          <a:xfrm>
            <a:off x="5745163" y="5287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39" name="Oval 263"/>
          <p:cNvSpPr>
            <a:spLocks noChangeAspect="1" noChangeArrowheads="1"/>
          </p:cNvSpPr>
          <p:nvPr/>
        </p:nvSpPr>
        <p:spPr bwMode="auto">
          <a:xfrm>
            <a:off x="6049963" y="5287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76040" name="Oval 264"/>
          <p:cNvSpPr>
            <a:spLocks noChangeAspect="1" noChangeArrowheads="1"/>
          </p:cNvSpPr>
          <p:nvPr/>
        </p:nvSpPr>
        <p:spPr bwMode="auto">
          <a:xfrm>
            <a:off x="2392363" y="55927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76041" name="Oval 265"/>
          <p:cNvSpPr>
            <a:spLocks noChangeAspect="1" noChangeArrowheads="1"/>
          </p:cNvSpPr>
          <p:nvPr/>
        </p:nvSpPr>
        <p:spPr bwMode="auto">
          <a:xfrm>
            <a:off x="2697163" y="55927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0</a:t>
            </a:r>
          </a:p>
        </p:txBody>
      </p:sp>
      <p:sp>
        <p:nvSpPr>
          <p:cNvPr id="76042" name="Oval 266"/>
          <p:cNvSpPr>
            <a:spLocks noChangeAspect="1" noChangeArrowheads="1"/>
          </p:cNvSpPr>
          <p:nvPr/>
        </p:nvSpPr>
        <p:spPr bwMode="auto">
          <a:xfrm>
            <a:off x="3001963" y="55927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76043" name="Oval 267"/>
          <p:cNvSpPr>
            <a:spLocks noChangeAspect="1" noChangeArrowheads="1"/>
          </p:cNvSpPr>
          <p:nvPr/>
        </p:nvSpPr>
        <p:spPr bwMode="auto">
          <a:xfrm>
            <a:off x="3306763" y="55927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76044" name="Oval 268"/>
          <p:cNvSpPr>
            <a:spLocks noChangeAspect="1" noChangeArrowheads="1"/>
          </p:cNvSpPr>
          <p:nvPr/>
        </p:nvSpPr>
        <p:spPr bwMode="auto">
          <a:xfrm>
            <a:off x="3611563" y="55927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76045" name="Oval 269"/>
          <p:cNvSpPr>
            <a:spLocks noChangeAspect="1" noChangeArrowheads="1"/>
          </p:cNvSpPr>
          <p:nvPr/>
        </p:nvSpPr>
        <p:spPr bwMode="auto">
          <a:xfrm>
            <a:off x="3916363" y="55927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76046" name="Oval 270"/>
          <p:cNvSpPr>
            <a:spLocks noChangeAspect="1" noChangeArrowheads="1"/>
          </p:cNvSpPr>
          <p:nvPr/>
        </p:nvSpPr>
        <p:spPr bwMode="auto">
          <a:xfrm>
            <a:off x="4221163" y="55927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76047" name="Oval 271"/>
          <p:cNvSpPr>
            <a:spLocks noChangeAspect="1" noChangeArrowheads="1"/>
          </p:cNvSpPr>
          <p:nvPr/>
        </p:nvSpPr>
        <p:spPr bwMode="auto">
          <a:xfrm>
            <a:off x="4525963" y="55927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76048" name="Oval 272"/>
          <p:cNvSpPr>
            <a:spLocks noChangeAspect="1" noChangeArrowheads="1"/>
          </p:cNvSpPr>
          <p:nvPr/>
        </p:nvSpPr>
        <p:spPr bwMode="auto">
          <a:xfrm>
            <a:off x="4830763" y="55927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76049" name="Oval 273"/>
          <p:cNvSpPr>
            <a:spLocks noChangeAspect="1" noChangeArrowheads="1"/>
          </p:cNvSpPr>
          <p:nvPr/>
        </p:nvSpPr>
        <p:spPr bwMode="auto">
          <a:xfrm>
            <a:off x="5135563" y="55927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76050" name="Oval 274"/>
          <p:cNvSpPr>
            <a:spLocks noChangeAspect="1" noChangeArrowheads="1"/>
          </p:cNvSpPr>
          <p:nvPr/>
        </p:nvSpPr>
        <p:spPr bwMode="auto">
          <a:xfrm>
            <a:off x="5440363" y="55927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76051" name="Oval 275"/>
          <p:cNvSpPr>
            <a:spLocks noChangeAspect="1" noChangeArrowheads="1"/>
          </p:cNvSpPr>
          <p:nvPr/>
        </p:nvSpPr>
        <p:spPr bwMode="auto">
          <a:xfrm>
            <a:off x="5745163" y="55927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76052" name="Oval 276"/>
          <p:cNvSpPr>
            <a:spLocks noChangeAspect="1" noChangeArrowheads="1"/>
          </p:cNvSpPr>
          <p:nvPr/>
        </p:nvSpPr>
        <p:spPr bwMode="auto">
          <a:xfrm>
            <a:off x="6049963" y="55927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76053" name="Line 277"/>
          <p:cNvSpPr>
            <a:spLocks noChangeShapeType="1"/>
          </p:cNvSpPr>
          <p:nvPr/>
        </p:nvSpPr>
        <p:spPr bwMode="auto">
          <a:xfrm flipV="1">
            <a:off x="3124200" y="3886200"/>
            <a:ext cx="304800" cy="1216025"/>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76054" name="Line 278"/>
          <p:cNvSpPr>
            <a:spLocks noChangeShapeType="1"/>
          </p:cNvSpPr>
          <p:nvPr/>
        </p:nvSpPr>
        <p:spPr bwMode="auto">
          <a:xfrm>
            <a:off x="3429000" y="3886200"/>
            <a:ext cx="914400" cy="30480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76055" name="Line 279"/>
          <p:cNvSpPr>
            <a:spLocks noChangeShapeType="1"/>
          </p:cNvSpPr>
          <p:nvPr/>
        </p:nvSpPr>
        <p:spPr bwMode="auto">
          <a:xfrm flipV="1">
            <a:off x="4343400" y="3276600"/>
            <a:ext cx="914400" cy="91440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76056" name="Line 280"/>
          <p:cNvSpPr>
            <a:spLocks noChangeShapeType="1"/>
          </p:cNvSpPr>
          <p:nvPr/>
        </p:nvSpPr>
        <p:spPr bwMode="auto">
          <a:xfrm>
            <a:off x="5257800" y="3276600"/>
            <a:ext cx="685800" cy="99060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76057" name="Line 281"/>
          <p:cNvSpPr>
            <a:spLocks noChangeShapeType="1"/>
          </p:cNvSpPr>
          <p:nvPr/>
        </p:nvSpPr>
        <p:spPr bwMode="auto">
          <a:xfrm>
            <a:off x="5867400" y="4191000"/>
            <a:ext cx="0" cy="60960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76058" name="Line 282"/>
          <p:cNvSpPr>
            <a:spLocks noChangeShapeType="1"/>
          </p:cNvSpPr>
          <p:nvPr/>
        </p:nvSpPr>
        <p:spPr bwMode="auto">
          <a:xfrm flipH="1">
            <a:off x="3124200" y="4800600"/>
            <a:ext cx="2819400" cy="30480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76059" name="Line 283"/>
          <p:cNvSpPr>
            <a:spLocks noChangeShapeType="1"/>
          </p:cNvSpPr>
          <p:nvPr/>
        </p:nvSpPr>
        <p:spPr bwMode="auto">
          <a:xfrm>
            <a:off x="3733800" y="2514600"/>
            <a:ext cx="0" cy="3505200"/>
          </a:xfrm>
          <a:prstGeom prst="line">
            <a:avLst/>
          </a:prstGeom>
          <a:noFill/>
          <a:ln w="25400">
            <a:solidFill>
              <a:schemeClr val="accent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76060" name="Line 284"/>
          <p:cNvSpPr>
            <a:spLocks noChangeShapeType="1"/>
          </p:cNvSpPr>
          <p:nvPr/>
        </p:nvSpPr>
        <p:spPr bwMode="auto">
          <a:xfrm flipH="1">
            <a:off x="2247900" y="3581400"/>
            <a:ext cx="4648200" cy="0"/>
          </a:xfrm>
          <a:prstGeom prst="line">
            <a:avLst/>
          </a:prstGeom>
          <a:noFill/>
          <a:ln w="25400">
            <a:solidFill>
              <a:schemeClr val="accent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76061" name="Line 285"/>
          <p:cNvSpPr>
            <a:spLocks noChangeShapeType="1"/>
          </p:cNvSpPr>
          <p:nvPr/>
        </p:nvSpPr>
        <p:spPr bwMode="auto">
          <a:xfrm>
            <a:off x="4953000" y="2514600"/>
            <a:ext cx="0" cy="3657600"/>
          </a:xfrm>
          <a:prstGeom prst="line">
            <a:avLst/>
          </a:prstGeom>
          <a:noFill/>
          <a:ln w="25400">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76062" name="Line 286"/>
          <p:cNvSpPr>
            <a:spLocks noChangeShapeType="1"/>
          </p:cNvSpPr>
          <p:nvPr/>
        </p:nvSpPr>
        <p:spPr bwMode="auto">
          <a:xfrm flipH="1">
            <a:off x="2019300" y="4495800"/>
            <a:ext cx="5105400" cy="0"/>
          </a:xfrm>
          <a:prstGeom prst="line">
            <a:avLst/>
          </a:prstGeom>
          <a:noFill/>
          <a:ln w="25400">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76063" name="Text Box 287"/>
          <p:cNvSpPr txBox="1">
            <a:spLocks noChangeArrowheads="1"/>
          </p:cNvSpPr>
          <p:nvPr/>
        </p:nvSpPr>
        <p:spPr bwMode="auto">
          <a:xfrm>
            <a:off x="609600" y="2667000"/>
            <a:ext cx="144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chemeClr val="accent2"/>
                </a:solidFill>
                <a:latin typeface="Arial" charset="0"/>
              </a:rPr>
              <a:t>Outside</a:t>
            </a:r>
          </a:p>
        </p:txBody>
      </p:sp>
      <p:sp>
        <p:nvSpPr>
          <p:cNvPr id="76064" name="Text Box 288"/>
          <p:cNvSpPr txBox="1">
            <a:spLocks noChangeArrowheads="1"/>
          </p:cNvSpPr>
          <p:nvPr/>
        </p:nvSpPr>
        <p:spPr bwMode="auto">
          <a:xfrm>
            <a:off x="6858000" y="5562600"/>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rgbClr val="FF0000"/>
                </a:solidFill>
                <a:latin typeface="Arial" charset="0"/>
              </a:rPr>
              <a:t>Inside</a:t>
            </a:r>
            <a:endParaRPr lang="en-US" altLang="en-US" b="1">
              <a:solidFill>
                <a:schemeClr val="accent2"/>
              </a:solidFill>
              <a:latin typeface="Arial" charset="0"/>
            </a:endParaRPr>
          </a:p>
        </p:txBody>
      </p:sp>
      <p:sp>
        <p:nvSpPr>
          <p:cNvPr id="76065" name="Line 289"/>
          <p:cNvSpPr>
            <a:spLocks noChangeShapeType="1"/>
          </p:cNvSpPr>
          <p:nvPr/>
        </p:nvSpPr>
        <p:spPr bwMode="auto">
          <a:xfrm>
            <a:off x="1905000" y="2895600"/>
            <a:ext cx="1828800" cy="685800"/>
          </a:xfrm>
          <a:prstGeom prst="line">
            <a:avLst/>
          </a:prstGeom>
          <a:noFill/>
          <a:ln w="222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76066" name="Line 290"/>
          <p:cNvSpPr>
            <a:spLocks noChangeShapeType="1"/>
          </p:cNvSpPr>
          <p:nvPr/>
        </p:nvSpPr>
        <p:spPr bwMode="auto">
          <a:xfrm flipH="1" flipV="1">
            <a:off x="4953000" y="4495800"/>
            <a:ext cx="1981200" cy="1371600"/>
          </a:xfrm>
          <a:prstGeom prst="line">
            <a:avLst/>
          </a:prstGeom>
          <a:noFill/>
          <a:ln w="222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2"/>
          </p:nvPr>
        </p:nvSpPr>
        <p:spPr/>
        <p:txBody>
          <a:bodyPr/>
          <a:lstStyle/>
          <a:p>
            <a:fld id="{F3B3BD4F-FDF7-4D7A-8655-BE5FD163A983}" type="slidenum">
              <a:rPr lang="en-US" altLang="en-US"/>
              <a:pPr/>
              <a:t>7</a:t>
            </a:fld>
            <a:endParaRPr lang="en-US" altLang="en-US"/>
          </a:p>
        </p:txBody>
      </p:sp>
      <p:sp>
        <p:nvSpPr>
          <p:cNvPr id="76802" name="Text Box 2"/>
          <p:cNvSpPr txBox="1">
            <a:spLocks noChangeArrowheads="1"/>
          </p:cNvSpPr>
          <p:nvPr/>
        </p:nvSpPr>
        <p:spPr bwMode="auto">
          <a:xfrm>
            <a:off x="342900" y="228600"/>
            <a:ext cx="8458200"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3200" b="1" dirty="0">
                <a:solidFill>
                  <a:schemeClr val="accent2"/>
                </a:solidFill>
                <a:latin typeface="Arial" charset="0"/>
              </a:rPr>
              <a:t>The Scan-Line Polygon Fill Algorithm</a:t>
            </a:r>
          </a:p>
          <a:p>
            <a:pPr eaLnBrk="0" hangingPunct="0"/>
            <a:r>
              <a:rPr lang="en-US" altLang="en-US" sz="3200" b="1" dirty="0">
                <a:solidFill>
                  <a:schemeClr val="accent2"/>
                </a:solidFill>
                <a:latin typeface="Arial" charset="0"/>
                <a:cs typeface="Arial" charset="0"/>
              </a:rPr>
              <a:t>https://www.youtube.com/watch?v=rJJSB53Ut1I </a:t>
            </a:r>
          </a:p>
          <a:p>
            <a:pPr eaLnBrk="0" hangingPunct="0"/>
            <a:endParaRPr lang="en-US" altLang="en-US" sz="1200" b="1" dirty="0">
              <a:solidFill>
                <a:schemeClr val="accent2"/>
              </a:solidFill>
              <a:latin typeface="Arial" charset="0"/>
              <a:cs typeface="Arial" charset="0"/>
            </a:endParaRPr>
          </a:p>
          <a:p>
            <a:pPr eaLnBrk="0" hangingPunct="0"/>
            <a:r>
              <a:rPr lang="en-US" altLang="en-US" sz="2800" dirty="0">
                <a:latin typeface="Arial" charset="0"/>
              </a:rPr>
              <a:t>The scan-line polygon-filling algorithm involves </a:t>
            </a:r>
          </a:p>
          <a:p>
            <a:pPr eaLnBrk="0" hangingPunct="0">
              <a:buClr>
                <a:srgbClr val="FF0000"/>
              </a:buClr>
              <a:buFontTx/>
              <a:buChar char="•"/>
            </a:pPr>
            <a:r>
              <a:rPr lang="en-US" altLang="en-US" sz="2800" dirty="0">
                <a:latin typeface="Arial" charset="0"/>
              </a:rPr>
              <a:t> the </a:t>
            </a:r>
            <a:r>
              <a:rPr lang="en-US" altLang="en-US" sz="2800" b="1" dirty="0">
                <a:latin typeface="Arial" charset="0"/>
              </a:rPr>
              <a:t>horizontal scanning</a:t>
            </a:r>
            <a:r>
              <a:rPr lang="en-US" altLang="en-US" sz="2800" dirty="0">
                <a:latin typeface="Arial" charset="0"/>
              </a:rPr>
              <a:t> of the polygon from its </a:t>
            </a:r>
            <a:r>
              <a:rPr lang="en-US" altLang="en-US" sz="2800" b="1" dirty="0">
                <a:latin typeface="Arial" charset="0"/>
              </a:rPr>
              <a:t>lowermost</a:t>
            </a:r>
            <a:r>
              <a:rPr lang="en-US" altLang="en-US" sz="2800" dirty="0">
                <a:latin typeface="Arial" charset="0"/>
              </a:rPr>
              <a:t> to its </a:t>
            </a:r>
            <a:r>
              <a:rPr lang="en-US" altLang="en-US" sz="2800" b="1" dirty="0">
                <a:latin typeface="Arial" charset="0"/>
              </a:rPr>
              <a:t>topmost</a:t>
            </a:r>
            <a:r>
              <a:rPr lang="en-US" altLang="en-US" sz="2800" dirty="0">
                <a:latin typeface="Arial" charset="0"/>
              </a:rPr>
              <a:t> vertex, </a:t>
            </a:r>
          </a:p>
          <a:p>
            <a:pPr eaLnBrk="0" hangingPunct="0">
              <a:buClr>
                <a:srgbClr val="FF0000"/>
              </a:buClr>
              <a:buFontTx/>
              <a:buChar char="•"/>
            </a:pPr>
            <a:r>
              <a:rPr lang="en-US" altLang="en-US" sz="2800" dirty="0">
                <a:latin typeface="Arial" charset="0"/>
              </a:rPr>
              <a:t> identifying which edges intersect the scan-line, </a:t>
            </a:r>
          </a:p>
          <a:p>
            <a:pPr eaLnBrk="0" hangingPunct="0">
              <a:buClr>
                <a:srgbClr val="FF0000"/>
              </a:buClr>
              <a:buFontTx/>
              <a:buChar char="•"/>
            </a:pPr>
            <a:r>
              <a:rPr lang="en-US" altLang="en-US" sz="2800" dirty="0">
                <a:latin typeface="Arial" charset="0"/>
              </a:rPr>
              <a:t> and finally drawing the interior horizontal lines with the specified fill color. process. </a:t>
            </a:r>
          </a:p>
        </p:txBody>
      </p:sp>
      <p:pic>
        <p:nvPicPr>
          <p:cNvPr id="76863" name="Picture 63" descr="E:\454 computer graphics\chapter 5\chapter5 Figures\fig001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3429000"/>
            <a:ext cx="3729038" cy="29146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2"/>
          </p:nvPr>
        </p:nvSpPr>
        <p:spPr/>
        <p:txBody>
          <a:bodyPr/>
          <a:lstStyle/>
          <a:p>
            <a:fld id="{1B1A7DD4-0BC9-439E-9CBF-67266E234748}" type="slidenum">
              <a:rPr lang="en-US" altLang="en-US"/>
              <a:pPr/>
              <a:t>8</a:t>
            </a:fld>
            <a:endParaRPr lang="en-US" altLang="en-US"/>
          </a:p>
        </p:txBody>
      </p:sp>
      <p:sp>
        <p:nvSpPr>
          <p:cNvPr id="77826" name="Text Box 2"/>
          <p:cNvSpPr txBox="1">
            <a:spLocks noChangeArrowheads="1"/>
          </p:cNvSpPr>
          <p:nvPr/>
        </p:nvSpPr>
        <p:spPr bwMode="auto">
          <a:xfrm>
            <a:off x="342900" y="228600"/>
            <a:ext cx="8458200" cy="1220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itchFamily="18" charset="0"/>
                <a:cs typeface="Times New Roman" pitchFamily="18" charset="0"/>
              </a:defRPr>
            </a:lvl1pPr>
            <a:lvl2pPr marL="914400" indent="-457200">
              <a:defRPr sz="2400">
                <a:solidFill>
                  <a:schemeClr val="tx1"/>
                </a:solidFill>
                <a:latin typeface="Times New Roman" pitchFamily="18" charset="0"/>
                <a:cs typeface="Times New Roman" pitchFamily="18" charset="0"/>
              </a:defRPr>
            </a:lvl2pPr>
            <a:lvl3pPr marL="1371600" indent="-457200">
              <a:defRPr sz="2400">
                <a:solidFill>
                  <a:schemeClr val="tx1"/>
                </a:solidFill>
                <a:latin typeface="Times New Roman" pitchFamily="18" charset="0"/>
                <a:cs typeface="Times New Roman" pitchFamily="18" charset="0"/>
              </a:defRPr>
            </a:lvl3pPr>
            <a:lvl4pPr marL="1828800" indent="-457200">
              <a:defRPr sz="2400">
                <a:solidFill>
                  <a:schemeClr val="tx1"/>
                </a:solidFill>
                <a:latin typeface="Times New Roman" pitchFamily="18" charset="0"/>
                <a:cs typeface="Times New Roman" pitchFamily="18" charset="0"/>
              </a:defRPr>
            </a:lvl4pPr>
            <a:lvl5pPr marL="2286000" indent="-457200">
              <a:defRPr sz="2400">
                <a:solidFill>
                  <a:schemeClr val="tx1"/>
                </a:solidFill>
                <a:latin typeface="Times New Roman" pitchFamily="18" charset="0"/>
                <a:cs typeface="Times New Roman" pitchFamily="18" charset="0"/>
              </a:defRPr>
            </a:lvl5pPr>
            <a:lvl6pPr marL="2743200" indent="-457200" fontAlgn="base">
              <a:spcBef>
                <a:spcPct val="0"/>
              </a:spcBef>
              <a:spcAft>
                <a:spcPct val="0"/>
              </a:spcAft>
              <a:defRPr sz="2400">
                <a:solidFill>
                  <a:schemeClr val="tx1"/>
                </a:solidFill>
                <a:latin typeface="Times New Roman" pitchFamily="18" charset="0"/>
                <a:cs typeface="Times New Roman" pitchFamily="18" charset="0"/>
              </a:defRPr>
            </a:lvl6pPr>
            <a:lvl7pPr marL="3200400" indent="-457200" fontAlgn="base">
              <a:spcBef>
                <a:spcPct val="0"/>
              </a:spcBef>
              <a:spcAft>
                <a:spcPct val="0"/>
              </a:spcAft>
              <a:defRPr sz="2400">
                <a:solidFill>
                  <a:schemeClr val="tx1"/>
                </a:solidFill>
                <a:latin typeface="Times New Roman" pitchFamily="18" charset="0"/>
                <a:cs typeface="Times New Roman" pitchFamily="18" charset="0"/>
              </a:defRPr>
            </a:lvl7pPr>
            <a:lvl8pPr marL="3657600" indent="-457200" fontAlgn="base">
              <a:spcBef>
                <a:spcPct val="0"/>
              </a:spcBef>
              <a:spcAft>
                <a:spcPct val="0"/>
              </a:spcAft>
              <a:defRPr sz="2400">
                <a:solidFill>
                  <a:schemeClr val="tx1"/>
                </a:solidFill>
                <a:latin typeface="Times New Roman" pitchFamily="18" charset="0"/>
                <a:cs typeface="Times New Roman" pitchFamily="18" charset="0"/>
              </a:defRPr>
            </a:lvl8pPr>
            <a:lvl9pPr marL="4114800" indent="-457200" fontAlgn="base">
              <a:spcBef>
                <a:spcPct val="0"/>
              </a:spcBef>
              <a:spcAft>
                <a:spcPct val="0"/>
              </a:spcAft>
              <a:defRPr sz="2400">
                <a:solidFill>
                  <a:schemeClr val="tx1"/>
                </a:solidFill>
                <a:latin typeface="Times New Roman" pitchFamily="18" charset="0"/>
                <a:cs typeface="Times New Roman" pitchFamily="18" charset="0"/>
              </a:defRPr>
            </a:lvl9pPr>
          </a:lstStyle>
          <a:p>
            <a:pPr algn="just">
              <a:spcBef>
                <a:spcPct val="50000"/>
              </a:spcBef>
            </a:pPr>
            <a:r>
              <a:rPr lang="en-US" altLang="en-US" sz="3200" b="1">
                <a:solidFill>
                  <a:schemeClr val="accent2"/>
                </a:solidFill>
                <a:latin typeface="Arial" charset="0"/>
              </a:rPr>
              <a:t>The Scan-Line Polygon Fill Algorithm</a:t>
            </a:r>
            <a:endParaRPr lang="en-US" altLang="en-US" sz="3200" b="1">
              <a:solidFill>
                <a:schemeClr val="accent2"/>
              </a:solidFill>
              <a:latin typeface="Tahoma" charset="0"/>
            </a:endParaRPr>
          </a:p>
          <a:p>
            <a:pPr algn="just">
              <a:spcBef>
                <a:spcPct val="50000"/>
              </a:spcBef>
            </a:pPr>
            <a:r>
              <a:rPr lang="en-US" altLang="en-US" sz="2800" b="1">
                <a:solidFill>
                  <a:srgbClr val="FF0000"/>
                </a:solidFill>
                <a:latin typeface="Arial" charset="0"/>
              </a:rPr>
              <a:t>Dealing with vertices</a:t>
            </a:r>
            <a:r>
              <a:rPr lang="en-US" altLang="en-US" sz="2800">
                <a:latin typeface="Arial" charset="0"/>
              </a:rPr>
              <a:t> </a:t>
            </a:r>
          </a:p>
        </p:txBody>
      </p:sp>
      <p:pic>
        <p:nvPicPr>
          <p:cNvPr id="77829" name="Picture 5" descr="E:\454 computer graphics\chapter 5\chapter5 Figures\fig00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676400"/>
            <a:ext cx="6248400" cy="4191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p:txBody>
          <a:bodyPr/>
          <a:lstStyle/>
          <a:p>
            <a:fld id="{02332962-C591-449A-B1ED-7903E7D27880}" type="slidenum">
              <a:rPr lang="en-US" altLang="en-US"/>
              <a:pPr/>
              <a:t>9</a:t>
            </a:fld>
            <a:endParaRPr lang="en-US" altLang="en-US"/>
          </a:p>
        </p:txBody>
      </p:sp>
      <p:sp>
        <p:nvSpPr>
          <p:cNvPr id="78850" name="Text Box 2"/>
          <p:cNvSpPr txBox="1">
            <a:spLocks noChangeArrowheads="1"/>
          </p:cNvSpPr>
          <p:nvPr/>
        </p:nvSpPr>
        <p:spPr bwMode="auto">
          <a:xfrm>
            <a:off x="342900" y="228600"/>
            <a:ext cx="8458200" cy="1220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3200" b="1">
                <a:solidFill>
                  <a:schemeClr val="accent2"/>
                </a:solidFill>
                <a:latin typeface="Arial" charset="0"/>
              </a:rPr>
              <a:t>The Scan-Line Polygon Fill Algorithm</a:t>
            </a:r>
            <a:endParaRPr lang="en-US" altLang="en-US" sz="3200" b="1">
              <a:solidFill>
                <a:schemeClr val="accent2"/>
              </a:solidFill>
              <a:latin typeface="Tahoma" charset="0"/>
            </a:endParaRPr>
          </a:p>
          <a:p>
            <a:pPr algn="just">
              <a:spcBef>
                <a:spcPct val="50000"/>
              </a:spcBef>
            </a:pPr>
            <a:r>
              <a:rPr lang="en-US" altLang="en-US" sz="2800" b="1">
                <a:solidFill>
                  <a:srgbClr val="FF0000"/>
                </a:solidFill>
                <a:latin typeface="Arial" charset="0"/>
              </a:rPr>
              <a:t>Dealing with vertices</a:t>
            </a:r>
          </a:p>
        </p:txBody>
      </p:sp>
      <p:pic>
        <p:nvPicPr>
          <p:cNvPr id="78853" name="Picture 5" descr="E:\454 computer graphics\chapter 5\chapter5 Figures\fig00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3663" y="4191000"/>
            <a:ext cx="6416675" cy="2301875"/>
          </a:xfrm>
          <a:prstGeom prst="rect">
            <a:avLst/>
          </a:prstGeom>
          <a:noFill/>
          <a:extLst>
            <a:ext uri="{909E8E84-426E-40DD-AFC4-6F175D3DCCD1}">
              <a14:hiddenFill xmlns:a14="http://schemas.microsoft.com/office/drawing/2010/main">
                <a:solidFill>
                  <a:srgbClr val="FFFFFF"/>
                </a:solidFill>
              </a14:hiddenFill>
            </a:ext>
          </a:extLst>
        </p:spPr>
      </p:pic>
      <p:sp>
        <p:nvSpPr>
          <p:cNvPr id="78854" name="Text Box 6"/>
          <p:cNvSpPr txBox="1">
            <a:spLocks noChangeArrowheads="1"/>
          </p:cNvSpPr>
          <p:nvPr/>
        </p:nvSpPr>
        <p:spPr bwMode="auto">
          <a:xfrm>
            <a:off x="533400" y="1600200"/>
            <a:ext cx="8305800" cy="210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rgbClr val="FF0000"/>
              </a:buClr>
              <a:buFontTx/>
              <a:buChar char="•"/>
            </a:pPr>
            <a:r>
              <a:rPr lang="en-US" altLang="en-US">
                <a:latin typeface="Arial" charset="0"/>
                <a:cs typeface="Arial" charset="0"/>
              </a:rPr>
              <a:t> When the endpoint </a:t>
            </a:r>
            <a:r>
              <a:rPr lang="en-US" altLang="en-US" b="1">
                <a:latin typeface="Arial" charset="0"/>
                <a:cs typeface="Arial" charset="0"/>
              </a:rPr>
              <a:t>y</a:t>
            </a:r>
            <a:r>
              <a:rPr lang="en-US" altLang="en-US">
                <a:latin typeface="Arial" charset="0"/>
                <a:cs typeface="Arial" charset="0"/>
              </a:rPr>
              <a:t> coordinates of the two edges are </a:t>
            </a:r>
            <a:r>
              <a:rPr lang="en-US" altLang="en-US" b="1">
                <a:latin typeface="Arial" charset="0"/>
                <a:cs typeface="Arial" charset="0"/>
              </a:rPr>
              <a:t>increasing</a:t>
            </a:r>
            <a:r>
              <a:rPr lang="en-US" altLang="en-US">
                <a:latin typeface="Arial" charset="0"/>
                <a:cs typeface="Arial" charset="0"/>
              </a:rPr>
              <a:t>, the </a:t>
            </a:r>
            <a:r>
              <a:rPr lang="en-US" altLang="en-US" b="1">
                <a:latin typeface="Arial" charset="0"/>
                <a:cs typeface="Arial" charset="0"/>
              </a:rPr>
              <a:t>y</a:t>
            </a:r>
            <a:r>
              <a:rPr lang="en-US" altLang="en-US">
                <a:latin typeface="Arial" charset="0"/>
                <a:cs typeface="Arial" charset="0"/>
              </a:rPr>
              <a:t> value of the upper endpoint for the </a:t>
            </a:r>
            <a:r>
              <a:rPr lang="en-US" altLang="en-US" b="1">
                <a:latin typeface="Arial" charset="0"/>
                <a:cs typeface="Arial" charset="0"/>
              </a:rPr>
              <a:t>current edge</a:t>
            </a:r>
            <a:r>
              <a:rPr lang="en-US" altLang="en-US">
                <a:latin typeface="Arial" charset="0"/>
                <a:cs typeface="Arial" charset="0"/>
              </a:rPr>
              <a:t> is decreased by one</a:t>
            </a:r>
            <a:r>
              <a:rPr lang="en-US" altLang="en-US"/>
              <a:t> (a)</a:t>
            </a:r>
          </a:p>
          <a:p>
            <a:pPr algn="just">
              <a:spcBef>
                <a:spcPct val="50000"/>
              </a:spcBef>
              <a:buClr>
                <a:srgbClr val="FF0000"/>
              </a:buClr>
              <a:buFontTx/>
              <a:buChar char="•"/>
            </a:pPr>
            <a:r>
              <a:rPr lang="en-US" altLang="en-US">
                <a:latin typeface="Arial" charset="0"/>
                <a:cs typeface="Arial" charset="0"/>
              </a:rPr>
              <a:t> When the endpoint </a:t>
            </a:r>
            <a:r>
              <a:rPr lang="en-US" altLang="en-US" b="1">
                <a:latin typeface="Arial" charset="0"/>
                <a:cs typeface="Arial" charset="0"/>
              </a:rPr>
              <a:t>y</a:t>
            </a:r>
            <a:r>
              <a:rPr lang="en-US" altLang="en-US">
                <a:latin typeface="Arial" charset="0"/>
                <a:cs typeface="Arial" charset="0"/>
              </a:rPr>
              <a:t> values are </a:t>
            </a:r>
            <a:r>
              <a:rPr lang="en-US" altLang="en-US" b="1">
                <a:latin typeface="Arial" charset="0"/>
                <a:cs typeface="Arial" charset="0"/>
              </a:rPr>
              <a:t>decreasing</a:t>
            </a:r>
            <a:r>
              <a:rPr lang="en-US" altLang="en-US">
                <a:latin typeface="Arial" charset="0"/>
                <a:cs typeface="Arial" charset="0"/>
              </a:rPr>
              <a:t>, the </a:t>
            </a:r>
            <a:r>
              <a:rPr lang="en-US" altLang="en-US" b="1">
                <a:latin typeface="Arial" charset="0"/>
                <a:cs typeface="Arial" charset="0"/>
              </a:rPr>
              <a:t>y</a:t>
            </a:r>
            <a:r>
              <a:rPr lang="en-US" altLang="en-US">
                <a:latin typeface="Arial" charset="0"/>
                <a:cs typeface="Arial" charset="0"/>
              </a:rPr>
              <a:t> value of the </a:t>
            </a:r>
            <a:r>
              <a:rPr lang="en-US" altLang="en-US" b="1">
                <a:latin typeface="Arial" charset="0"/>
                <a:cs typeface="Arial" charset="0"/>
              </a:rPr>
              <a:t>next</a:t>
            </a:r>
            <a:r>
              <a:rPr lang="en-US" altLang="en-US">
                <a:latin typeface="Arial" charset="0"/>
                <a:cs typeface="Arial" charset="0"/>
              </a:rPr>
              <a:t> </a:t>
            </a:r>
            <a:r>
              <a:rPr lang="en-US" altLang="en-US" b="1">
                <a:latin typeface="Arial" charset="0"/>
                <a:cs typeface="Arial" charset="0"/>
              </a:rPr>
              <a:t>edge</a:t>
            </a:r>
            <a:r>
              <a:rPr lang="en-US" altLang="en-US">
                <a:latin typeface="Arial" charset="0"/>
                <a:cs typeface="Arial" charset="0"/>
              </a:rPr>
              <a:t> is decreased by one</a:t>
            </a:r>
            <a:r>
              <a:rPr lang="en-US" altLang="en-US"/>
              <a:t> (b)</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2"/>
          </p:nvPr>
        </p:nvSpPr>
        <p:spPr/>
        <p:txBody>
          <a:bodyPr/>
          <a:lstStyle/>
          <a:p>
            <a:fld id="{14FA3DA1-4114-4C8A-9E4B-B1FF6F214A7A}" type="slidenum">
              <a:rPr lang="en-US" altLang="en-US"/>
              <a:pPr/>
              <a:t>10</a:t>
            </a:fld>
            <a:endParaRPr lang="en-US" altLang="en-US"/>
          </a:p>
        </p:txBody>
      </p:sp>
      <p:sp>
        <p:nvSpPr>
          <p:cNvPr id="79874" name="Text Box 2"/>
          <p:cNvSpPr txBox="1">
            <a:spLocks noChangeArrowheads="1"/>
          </p:cNvSpPr>
          <p:nvPr/>
        </p:nvSpPr>
        <p:spPr bwMode="auto">
          <a:xfrm>
            <a:off x="342900" y="228600"/>
            <a:ext cx="8458200" cy="314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3200" b="1">
                <a:solidFill>
                  <a:schemeClr val="accent2"/>
                </a:solidFill>
                <a:latin typeface="Arial" charset="0"/>
              </a:rPr>
              <a:t>The Scan-Line Polygon Fill Algorithm</a:t>
            </a:r>
            <a:endParaRPr lang="en-US" altLang="en-US" sz="3200" b="1">
              <a:solidFill>
                <a:schemeClr val="accent2"/>
              </a:solidFill>
              <a:latin typeface="Tahoma" charset="0"/>
            </a:endParaRPr>
          </a:p>
          <a:p>
            <a:pPr algn="just">
              <a:spcBef>
                <a:spcPct val="50000"/>
              </a:spcBef>
              <a:buClr>
                <a:srgbClr val="FF0000"/>
              </a:buClr>
            </a:pPr>
            <a:r>
              <a:rPr lang="en-US" altLang="en-US" sz="2800">
                <a:solidFill>
                  <a:srgbClr val="000000"/>
                </a:solidFill>
                <a:latin typeface="Arial" charset="0"/>
                <a:cs typeface="Arial" charset="0"/>
              </a:rPr>
              <a:t> </a:t>
            </a:r>
            <a:r>
              <a:rPr lang="en-US" altLang="en-US" sz="2800" b="1">
                <a:solidFill>
                  <a:srgbClr val="FF0000"/>
                </a:solidFill>
                <a:latin typeface="Arial" charset="0"/>
              </a:rPr>
              <a:t>Determining</a:t>
            </a:r>
            <a:r>
              <a:rPr lang="en-US" altLang="en-US" sz="2800">
                <a:solidFill>
                  <a:srgbClr val="FF0000"/>
                </a:solidFill>
                <a:latin typeface="Arial" charset="0"/>
              </a:rPr>
              <a:t> </a:t>
            </a:r>
            <a:r>
              <a:rPr lang="en-US" altLang="en-US" sz="2800" b="1">
                <a:solidFill>
                  <a:srgbClr val="FF0000"/>
                </a:solidFill>
                <a:latin typeface="Arial" charset="0"/>
              </a:rPr>
              <a:t>Edge Intersections</a:t>
            </a:r>
          </a:p>
          <a:p>
            <a:pPr algn="ctr">
              <a:spcBef>
                <a:spcPct val="50000"/>
              </a:spcBef>
              <a:buClr>
                <a:srgbClr val="FF0000"/>
              </a:buClr>
            </a:pPr>
            <a:r>
              <a:rPr lang="en-IE" altLang="en-US" sz="2800" b="1">
                <a:solidFill>
                  <a:srgbClr val="000000"/>
                </a:solidFill>
                <a:latin typeface="Arial" charset="0"/>
              </a:rPr>
              <a:t>m = (y</a:t>
            </a:r>
            <a:r>
              <a:rPr lang="en-IE" altLang="en-US" sz="2800" b="1" baseline="-30000">
                <a:solidFill>
                  <a:srgbClr val="000000"/>
                </a:solidFill>
                <a:latin typeface="Arial" charset="0"/>
              </a:rPr>
              <a:t>k+1</a:t>
            </a:r>
            <a:r>
              <a:rPr lang="en-IE" altLang="en-US" sz="2800" b="1">
                <a:solidFill>
                  <a:srgbClr val="000000"/>
                </a:solidFill>
                <a:latin typeface="Arial" charset="0"/>
              </a:rPr>
              <a:t> </a:t>
            </a:r>
            <a:r>
              <a:rPr lang="en-IE" altLang="en-US" sz="2800" b="1">
                <a:solidFill>
                  <a:srgbClr val="000000"/>
                </a:solidFill>
                <a:latin typeface="Tahoma"/>
              </a:rPr>
              <a:t>–</a:t>
            </a:r>
            <a:r>
              <a:rPr lang="en-IE" altLang="en-US" sz="2800" b="1">
                <a:solidFill>
                  <a:srgbClr val="000000"/>
                </a:solidFill>
                <a:latin typeface="Arial" charset="0"/>
              </a:rPr>
              <a:t> y</a:t>
            </a:r>
            <a:r>
              <a:rPr lang="en-IE" altLang="en-US" sz="2800" b="1" baseline="-30000">
                <a:solidFill>
                  <a:srgbClr val="000000"/>
                </a:solidFill>
                <a:latin typeface="Arial" charset="0"/>
              </a:rPr>
              <a:t>k</a:t>
            </a:r>
            <a:r>
              <a:rPr lang="en-IE" altLang="en-US" sz="2800" b="1">
                <a:solidFill>
                  <a:srgbClr val="000000"/>
                </a:solidFill>
                <a:latin typeface="Arial" charset="0"/>
              </a:rPr>
              <a:t>) / (x</a:t>
            </a:r>
            <a:r>
              <a:rPr lang="en-IE" altLang="en-US" sz="2800" b="1" baseline="-30000">
                <a:solidFill>
                  <a:srgbClr val="000000"/>
                </a:solidFill>
                <a:latin typeface="Arial" charset="0"/>
              </a:rPr>
              <a:t>k+1</a:t>
            </a:r>
            <a:r>
              <a:rPr lang="en-IE" altLang="en-US" sz="2800" b="1">
                <a:solidFill>
                  <a:srgbClr val="000000"/>
                </a:solidFill>
                <a:latin typeface="Arial" charset="0"/>
              </a:rPr>
              <a:t> </a:t>
            </a:r>
            <a:r>
              <a:rPr lang="en-IE" altLang="en-US" sz="2800" b="1">
                <a:solidFill>
                  <a:srgbClr val="000000"/>
                </a:solidFill>
                <a:latin typeface="Tahoma"/>
              </a:rPr>
              <a:t>–</a:t>
            </a:r>
            <a:r>
              <a:rPr lang="en-IE" altLang="en-US" sz="2800" b="1">
                <a:solidFill>
                  <a:srgbClr val="000000"/>
                </a:solidFill>
                <a:latin typeface="Arial" charset="0"/>
              </a:rPr>
              <a:t> x</a:t>
            </a:r>
            <a:r>
              <a:rPr lang="en-IE" altLang="en-US" sz="2800" b="1" baseline="-30000">
                <a:solidFill>
                  <a:srgbClr val="000000"/>
                </a:solidFill>
                <a:latin typeface="Arial" charset="0"/>
              </a:rPr>
              <a:t>k</a:t>
            </a:r>
            <a:r>
              <a:rPr lang="en-IE" altLang="en-US" sz="2800" b="1">
                <a:solidFill>
                  <a:srgbClr val="000000"/>
                </a:solidFill>
                <a:latin typeface="Arial" charset="0"/>
              </a:rPr>
              <a:t>)</a:t>
            </a:r>
          </a:p>
          <a:p>
            <a:pPr algn="ctr">
              <a:spcBef>
                <a:spcPct val="50000"/>
              </a:spcBef>
              <a:buClr>
                <a:srgbClr val="FF0000"/>
              </a:buClr>
            </a:pPr>
            <a:r>
              <a:rPr lang="en-US" altLang="en-US" sz="2800" b="1">
                <a:latin typeface="Arial" charset="0"/>
              </a:rPr>
              <a:t>y</a:t>
            </a:r>
            <a:r>
              <a:rPr lang="en-US" altLang="en-US" sz="2800" b="1" baseline="-30000">
                <a:latin typeface="Arial" charset="0"/>
              </a:rPr>
              <a:t>k+1</a:t>
            </a:r>
            <a:r>
              <a:rPr lang="en-US" altLang="en-US" sz="2800" b="1">
                <a:latin typeface="Arial" charset="0"/>
              </a:rPr>
              <a:t> </a:t>
            </a:r>
            <a:r>
              <a:rPr lang="en-US" altLang="en-US" sz="2800" b="1">
                <a:latin typeface="Tahoma"/>
              </a:rPr>
              <a:t>–</a:t>
            </a:r>
            <a:r>
              <a:rPr lang="en-US" altLang="en-US" sz="2800" b="1">
                <a:latin typeface="Arial" charset="0"/>
              </a:rPr>
              <a:t> y</a:t>
            </a:r>
            <a:r>
              <a:rPr lang="en-US" altLang="en-US" sz="2800" b="1" baseline="-30000">
                <a:latin typeface="Arial" charset="0"/>
              </a:rPr>
              <a:t>k</a:t>
            </a:r>
            <a:r>
              <a:rPr lang="en-US" altLang="en-US" sz="2800" b="1">
                <a:latin typeface="Arial" charset="0"/>
              </a:rPr>
              <a:t> = 1</a:t>
            </a:r>
            <a:r>
              <a:rPr lang="en-US" altLang="en-US" sz="2800" b="1">
                <a:solidFill>
                  <a:srgbClr val="FF0000"/>
                </a:solidFill>
                <a:latin typeface="Arial" charset="0"/>
              </a:rPr>
              <a:t> </a:t>
            </a:r>
          </a:p>
          <a:p>
            <a:pPr algn="ctr">
              <a:spcBef>
                <a:spcPct val="50000"/>
              </a:spcBef>
              <a:buClr>
                <a:srgbClr val="FF0000"/>
              </a:buClr>
            </a:pPr>
            <a:r>
              <a:rPr lang="en-IE" altLang="en-US" sz="2800" b="1">
                <a:solidFill>
                  <a:srgbClr val="000000"/>
                </a:solidFill>
                <a:latin typeface="Arial" charset="0"/>
              </a:rPr>
              <a:t>x</a:t>
            </a:r>
            <a:r>
              <a:rPr lang="en-IE" altLang="en-US" sz="2800" b="1" baseline="-30000">
                <a:solidFill>
                  <a:srgbClr val="000000"/>
                </a:solidFill>
                <a:latin typeface="Arial" charset="0"/>
              </a:rPr>
              <a:t>k+1</a:t>
            </a:r>
            <a:r>
              <a:rPr lang="en-IE" altLang="en-US" sz="2800" b="1">
                <a:solidFill>
                  <a:srgbClr val="000000"/>
                </a:solidFill>
                <a:latin typeface="Arial" charset="0"/>
              </a:rPr>
              <a:t> = x</a:t>
            </a:r>
            <a:r>
              <a:rPr lang="en-IE" altLang="en-US" sz="2800" b="1" baseline="-30000">
                <a:solidFill>
                  <a:srgbClr val="000000"/>
                </a:solidFill>
                <a:latin typeface="Arial" charset="0"/>
              </a:rPr>
              <a:t>k</a:t>
            </a:r>
            <a:r>
              <a:rPr lang="en-IE" altLang="en-US" sz="2800" b="1">
                <a:solidFill>
                  <a:srgbClr val="000000"/>
                </a:solidFill>
                <a:latin typeface="Arial" charset="0"/>
              </a:rPr>
              <a:t> + 1/m</a:t>
            </a:r>
            <a:r>
              <a:rPr lang="en-US" altLang="en-US" sz="2800">
                <a:solidFill>
                  <a:srgbClr val="000000"/>
                </a:solidFill>
                <a:latin typeface="Arial" charset="0"/>
                <a:cs typeface="Arial" charset="0"/>
              </a:rPr>
              <a:t> </a:t>
            </a:r>
          </a:p>
        </p:txBody>
      </p:sp>
      <p:pic>
        <p:nvPicPr>
          <p:cNvPr id="79875" name="Picture 3" descr="E:\454 computer graphics\chapter 5\chapter5 Figures\fig00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463" y="3810000"/>
            <a:ext cx="5553075" cy="26003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p:txBody>
          <a:bodyPr/>
          <a:lstStyle/>
          <a:p>
            <a:fld id="{C61FE4B4-523A-48E2-9D5C-A090466864E1}" type="slidenum">
              <a:rPr lang="en-US" altLang="en-US"/>
              <a:pPr/>
              <a:t>11</a:t>
            </a:fld>
            <a:endParaRPr lang="en-US" altLang="en-US"/>
          </a:p>
        </p:txBody>
      </p:sp>
      <p:sp>
        <p:nvSpPr>
          <p:cNvPr id="80898" name="Text Box 2"/>
          <p:cNvSpPr txBox="1">
            <a:spLocks noChangeArrowheads="1"/>
          </p:cNvSpPr>
          <p:nvPr/>
        </p:nvSpPr>
        <p:spPr bwMode="auto">
          <a:xfrm>
            <a:off x="342900" y="228600"/>
            <a:ext cx="8458200" cy="2316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3200" b="1">
                <a:solidFill>
                  <a:schemeClr val="accent2"/>
                </a:solidFill>
                <a:latin typeface="Arial" charset="0"/>
              </a:rPr>
              <a:t>The Scan-Line Polygon Fill Algorithm</a:t>
            </a:r>
            <a:endParaRPr lang="en-US" altLang="en-US" sz="3200" b="1">
              <a:solidFill>
                <a:schemeClr val="accent2"/>
              </a:solidFill>
              <a:latin typeface="Tahoma" charset="0"/>
            </a:endParaRPr>
          </a:p>
          <a:p>
            <a:pPr algn="just">
              <a:spcBef>
                <a:spcPct val="50000"/>
              </a:spcBef>
              <a:buClr>
                <a:srgbClr val="FF0000"/>
              </a:buClr>
              <a:buFontTx/>
              <a:buChar char="•"/>
            </a:pPr>
            <a:r>
              <a:rPr lang="en-US" altLang="en-US" sz="2800">
                <a:solidFill>
                  <a:srgbClr val="000000"/>
                </a:solidFill>
                <a:latin typeface="Arial" charset="0"/>
                <a:cs typeface="Arial" charset="0"/>
              </a:rPr>
              <a:t> </a:t>
            </a:r>
            <a:r>
              <a:rPr lang="en-US" altLang="en-US">
                <a:solidFill>
                  <a:srgbClr val="000000"/>
                </a:solidFill>
                <a:latin typeface="Arial" charset="0"/>
              </a:rPr>
              <a:t>Each </a:t>
            </a:r>
            <a:r>
              <a:rPr lang="en-US" altLang="en-US" b="1">
                <a:solidFill>
                  <a:srgbClr val="000000"/>
                </a:solidFill>
                <a:latin typeface="Arial" charset="0"/>
              </a:rPr>
              <a:t>entry</a:t>
            </a:r>
            <a:r>
              <a:rPr lang="en-US" altLang="en-US">
                <a:solidFill>
                  <a:srgbClr val="000000"/>
                </a:solidFill>
                <a:latin typeface="Arial" charset="0"/>
              </a:rPr>
              <a:t> in the table for a particular scan line contains the </a:t>
            </a:r>
            <a:r>
              <a:rPr lang="en-US" altLang="en-US" b="1">
                <a:solidFill>
                  <a:srgbClr val="000000"/>
                </a:solidFill>
                <a:latin typeface="Arial" charset="0"/>
              </a:rPr>
              <a:t>maximum</a:t>
            </a:r>
            <a:r>
              <a:rPr lang="en-US" altLang="en-US">
                <a:solidFill>
                  <a:srgbClr val="000000"/>
                </a:solidFill>
                <a:latin typeface="Arial" charset="0"/>
              </a:rPr>
              <a:t> </a:t>
            </a:r>
            <a:r>
              <a:rPr lang="en-US" altLang="en-US" b="1">
                <a:solidFill>
                  <a:srgbClr val="000000"/>
                </a:solidFill>
                <a:latin typeface="Arial" charset="0"/>
              </a:rPr>
              <a:t>y</a:t>
            </a:r>
            <a:r>
              <a:rPr lang="en-US" altLang="en-US">
                <a:solidFill>
                  <a:srgbClr val="000000"/>
                </a:solidFill>
                <a:latin typeface="Arial" charset="0"/>
              </a:rPr>
              <a:t> value for that edge, the </a:t>
            </a:r>
            <a:r>
              <a:rPr lang="en-US" altLang="en-US" b="1">
                <a:solidFill>
                  <a:srgbClr val="000000"/>
                </a:solidFill>
                <a:latin typeface="Arial" charset="0"/>
              </a:rPr>
              <a:t>x-intercept</a:t>
            </a:r>
            <a:r>
              <a:rPr lang="en-US" altLang="en-US">
                <a:solidFill>
                  <a:srgbClr val="000000"/>
                </a:solidFill>
                <a:latin typeface="Arial" charset="0"/>
              </a:rPr>
              <a:t> value (</a:t>
            </a:r>
            <a:r>
              <a:rPr lang="en-US" altLang="en-US" b="1">
                <a:solidFill>
                  <a:srgbClr val="000000"/>
                </a:solidFill>
                <a:latin typeface="Arial" charset="0"/>
              </a:rPr>
              <a:t>at the lower vertex</a:t>
            </a:r>
            <a:r>
              <a:rPr lang="en-US" altLang="en-US">
                <a:solidFill>
                  <a:srgbClr val="000000"/>
                </a:solidFill>
                <a:latin typeface="Arial" charset="0"/>
              </a:rPr>
              <a:t>) for the edge, and the </a:t>
            </a:r>
            <a:r>
              <a:rPr lang="en-US" altLang="en-US" b="1">
                <a:solidFill>
                  <a:srgbClr val="000000"/>
                </a:solidFill>
                <a:latin typeface="Arial" charset="0"/>
              </a:rPr>
              <a:t>inverse slope</a:t>
            </a:r>
            <a:r>
              <a:rPr lang="en-US" altLang="en-US">
                <a:solidFill>
                  <a:srgbClr val="000000"/>
                </a:solidFill>
                <a:latin typeface="Arial" charset="0"/>
              </a:rPr>
              <a:t> of the edge. </a:t>
            </a:r>
          </a:p>
        </p:txBody>
      </p:sp>
      <p:pic>
        <p:nvPicPr>
          <p:cNvPr id="80901" name="Picture 5" descr="E:\454 computer graphics\chapter 5\chapter5 Figures\sorted edge_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514600"/>
            <a:ext cx="3154363" cy="3594100"/>
          </a:xfrm>
          <a:prstGeom prst="rect">
            <a:avLst/>
          </a:prstGeom>
          <a:noFill/>
          <a:extLst>
            <a:ext uri="{909E8E84-426E-40DD-AFC4-6F175D3DCCD1}">
              <a14:hiddenFill xmlns:a14="http://schemas.microsoft.com/office/drawing/2010/main">
                <a:solidFill>
                  <a:srgbClr val="FFFFFF"/>
                </a:solidFill>
              </a14:hiddenFill>
            </a:ext>
          </a:extLst>
        </p:spPr>
      </p:pic>
      <p:pic>
        <p:nvPicPr>
          <p:cNvPr id="80902" name="Picture 6" descr="E:\454 computer graphics\chapter 5\chapter5 Figures\sorted edge_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2362200"/>
            <a:ext cx="4643438" cy="37163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p:txBody>
          <a:bodyPr/>
          <a:lstStyle/>
          <a:p>
            <a:fld id="{4EA7A63B-FFA3-45B0-83AC-934344269051}" type="slidenum">
              <a:rPr lang="en-US" altLang="en-US"/>
              <a:pPr/>
              <a:t>12</a:t>
            </a:fld>
            <a:endParaRPr lang="en-US" altLang="en-US"/>
          </a:p>
        </p:txBody>
      </p:sp>
      <p:sp>
        <p:nvSpPr>
          <p:cNvPr id="81922" name="Text Box 1026"/>
          <p:cNvSpPr txBox="1">
            <a:spLocks noChangeArrowheads="1"/>
          </p:cNvSpPr>
          <p:nvPr/>
        </p:nvSpPr>
        <p:spPr bwMode="auto">
          <a:xfrm>
            <a:off x="342900" y="228600"/>
            <a:ext cx="8801100" cy="166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3200" b="1">
                <a:solidFill>
                  <a:schemeClr val="accent2"/>
                </a:solidFill>
                <a:latin typeface="Arial" charset="0"/>
              </a:rPr>
              <a:t>The Scan-Line Polygon Fill Algorithm</a:t>
            </a:r>
          </a:p>
          <a:p>
            <a:pPr algn="just">
              <a:lnSpc>
                <a:spcPct val="60000"/>
              </a:lnSpc>
              <a:spcBef>
                <a:spcPct val="50000"/>
              </a:spcBef>
            </a:pPr>
            <a:r>
              <a:rPr lang="en-US" altLang="en-US" sz="2800" b="1">
                <a:solidFill>
                  <a:srgbClr val="FF0000"/>
                </a:solidFill>
                <a:latin typeface="Arial" charset="0"/>
                <a:cs typeface="Arial" charset="0"/>
              </a:rPr>
              <a:t>(Example)</a:t>
            </a:r>
            <a:r>
              <a:rPr lang="en-US" altLang="en-US" sz="3200" b="1">
                <a:solidFill>
                  <a:schemeClr val="accent2"/>
                </a:solidFill>
                <a:latin typeface="Arial" charset="0"/>
                <a:cs typeface="Arial" charset="0"/>
              </a:rPr>
              <a:t> </a:t>
            </a:r>
            <a:r>
              <a:rPr lang="en-US" altLang="en-US" b="1">
                <a:latin typeface="Arial" charset="0"/>
                <a:cs typeface="Arial" charset="0"/>
              </a:rPr>
              <a:t>Polygon = {A, B, C, D, E, F, G}</a:t>
            </a:r>
          </a:p>
          <a:p>
            <a:pPr algn="ctr">
              <a:spcBef>
                <a:spcPct val="50000"/>
              </a:spcBef>
            </a:pPr>
            <a:r>
              <a:rPr lang="en-US" altLang="en-US" b="1">
                <a:latin typeface="Arial" charset="0"/>
                <a:cs typeface="Arial" charset="0"/>
              </a:rPr>
              <a:t>Polygon = {(2, 7), (4, 12), (8,15), (16, 9), (11, 5), (8, 7), (5, 5)}</a:t>
            </a:r>
            <a:endParaRPr lang="en-US" altLang="en-US" sz="2800">
              <a:latin typeface="Arial" charset="0"/>
              <a:cs typeface="Arial" charset="0"/>
            </a:endParaRPr>
          </a:p>
        </p:txBody>
      </p:sp>
      <p:pic>
        <p:nvPicPr>
          <p:cNvPr id="81923" name="Picture 1027" descr="E:\454 computer graphics\chapter 5\faraf scan example\polygon_0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057400"/>
            <a:ext cx="4543425" cy="4256088"/>
          </a:xfrm>
          <a:prstGeom prst="rect">
            <a:avLst/>
          </a:prstGeom>
          <a:noFill/>
          <a:extLst>
            <a:ext uri="{909E8E84-426E-40DD-AFC4-6F175D3DCCD1}">
              <a14:hiddenFill xmlns:a14="http://schemas.microsoft.com/office/drawing/2010/main">
                <a:solidFill>
                  <a:srgbClr val="FFFFFF"/>
                </a:solidFill>
              </a14:hiddenFill>
            </a:ext>
          </a:extLst>
        </p:spPr>
      </p:pic>
      <p:pic>
        <p:nvPicPr>
          <p:cNvPr id="81925" name="Picture 1029" descr="E:\454 computer graphics\chapter 5\slide figures\exa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2133600"/>
            <a:ext cx="3905250" cy="1714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2"/>
          </p:nvPr>
        </p:nvSpPr>
        <p:spPr/>
        <p:txBody>
          <a:bodyPr/>
          <a:lstStyle/>
          <a:p>
            <a:fld id="{2478230C-23FB-449D-A6A9-4A9670AE7CFC}" type="slidenum">
              <a:rPr lang="en-US" altLang="en-US"/>
              <a:pPr/>
              <a:t>13</a:t>
            </a:fld>
            <a:endParaRPr lang="en-US" altLang="en-US"/>
          </a:p>
        </p:txBody>
      </p:sp>
      <p:sp>
        <p:nvSpPr>
          <p:cNvPr id="90114" name="Text Box 2"/>
          <p:cNvSpPr txBox="1">
            <a:spLocks noChangeArrowheads="1"/>
          </p:cNvSpPr>
          <p:nvPr/>
        </p:nvSpPr>
        <p:spPr bwMode="auto">
          <a:xfrm>
            <a:off x="342900" y="228600"/>
            <a:ext cx="8458200" cy="1049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3200" b="1">
                <a:solidFill>
                  <a:schemeClr val="accent2"/>
                </a:solidFill>
                <a:latin typeface="Arial" charset="0"/>
              </a:rPr>
              <a:t>The Scan-Line Polygon Fill Algorithm</a:t>
            </a:r>
          </a:p>
          <a:p>
            <a:pPr algn="just">
              <a:lnSpc>
                <a:spcPct val="60000"/>
              </a:lnSpc>
              <a:spcBef>
                <a:spcPct val="50000"/>
              </a:spcBef>
            </a:pPr>
            <a:r>
              <a:rPr lang="en-US" altLang="en-US" sz="2800" b="1">
                <a:solidFill>
                  <a:srgbClr val="FF0000"/>
                </a:solidFill>
                <a:latin typeface="Arial" charset="0"/>
                <a:cs typeface="Arial" charset="0"/>
              </a:rPr>
              <a:t>(Example)</a:t>
            </a:r>
            <a:endParaRPr lang="en-US" altLang="en-US">
              <a:latin typeface="Arial" charset="0"/>
            </a:endParaRPr>
          </a:p>
        </p:txBody>
      </p:sp>
      <p:pic>
        <p:nvPicPr>
          <p:cNvPr id="90115" name="Picture 3" descr="E:\454 computer graphics\chapter 5\slide figures\exa0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508125"/>
            <a:ext cx="7391400" cy="43068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p:txBody>
          <a:bodyPr/>
          <a:lstStyle/>
          <a:p>
            <a:fld id="{CB96B863-50D0-451B-9A07-5231CC64FA7F}" type="slidenum">
              <a:rPr lang="en-US" altLang="en-US"/>
              <a:pPr/>
              <a:t>14</a:t>
            </a:fld>
            <a:endParaRPr lang="en-US" altLang="en-US"/>
          </a:p>
        </p:txBody>
      </p:sp>
      <p:sp>
        <p:nvSpPr>
          <p:cNvPr id="93186" name="Text Box 2"/>
          <p:cNvSpPr txBox="1">
            <a:spLocks noChangeArrowheads="1"/>
          </p:cNvSpPr>
          <p:nvPr/>
        </p:nvSpPr>
        <p:spPr bwMode="auto">
          <a:xfrm>
            <a:off x="342900" y="228600"/>
            <a:ext cx="8458200" cy="1049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3200" b="1">
                <a:solidFill>
                  <a:schemeClr val="accent2"/>
                </a:solidFill>
                <a:latin typeface="Arial" charset="0"/>
              </a:rPr>
              <a:t>The Scan-Line Polygon Fill Algorithm</a:t>
            </a:r>
          </a:p>
          <a:p>
            <a:pPr algn="just">
              <a:lnSpc>
                <a:spcPct val="60000"/>
              </a:lnSpc>
              <a:spcBef>
                <a:spcPct val="50000"/>
              </a:spcBef>
            </a:pPr>
            <a:r>
              <a:rPr lang="en-US" altLang="en-US" sz="2800" b="1">
                <a:solidFill>
                  <a:srgbClr val="FF0000"/>
                </a:solidFill>
                <a:latin typeface="Arial" charset="0"/>
                <a:cs typeface="Arial" charset="0"/>
              </a:rPr>
              <a:t>(Example)</a:t>
            </a:r>
            <a:r>
              <a:rPr lang="en-US" altLang="en-US" sz="2800">
                <a:latin typeface="Arial" charset="0"/>
                <a:cs typeface="Arial" charset="0"/>
              </a:rPr>
              <a:t> </a:t>
            </a:r>
          </a:p>
        </p:txBody>
      </p:sp>
      <p:pic>
        <p:nvPicPr>
          <p:cNvPr id="93187" name="Picture 3" descr="E:\454 computer graphics\chapter 5\slide figures\exa0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 y="1295400"/>
            <a:ext cx="8915400" cy="2963863"/>
          </a:xfrm>
          <a:prstGeom prst="rect">
            <a:avLst/>
          </a:prstGeom>
          <a:noFill/>
          <a:extLst>
            <a:ext uri="{909E8E84-426E-40DD-AFC4-6F175D3DCCD1}">
              <a14:hiddenFill xmlns:a14="http://schemas.microsoft.com/office/drawing/2010/main">
                <a:solidFill>
                  <a:srgbClr val="FFFFFF"/>
                </a:solidFill>
              </a14:hiddenFill>
            </a:ext>
          </a:extLst>
        </p:spPr>
      </p:pic>
      <p:sp>
        <p:nvSpPr>
          <p:cNvPr id="93188" name="Text Box 4"/>
          <p:cNvSpPr txBox="1">
            <a:spLocks noChangeArrowheads="1"/>
          </p:cNvSpPr>
          <p:nvPr/>
        </p:nvSpPr>
        <p:spPr bwMode="auto">
          <a:xfrm>
            <a:off x="381000" y="4495800"/>
            <a:ext cx="8458200" cy="2027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buClr>
                <a:srgbClr val="FF0000"/>
              </a:buClr>
              <a:buFontTx/>
              <a:buChar char="•"/>
            </a:pPr>
            <a:r>
              <a:rPr lang="en-US" altLang="en-US" b="1">
                <a:latin typeface="Arial" charset="0"/>
                <a:cs typeface="Arial" charset="0"/>
              </a:rPr>
              <a:t> Vertex A</a:t>
            </a:r>
            <a:r>
              <a:rPr lang="en-US" altLang="en-US">
                <a:latin typeface="Arial" charset="0"/>
                <a:cs typeface="Arial" charset="0"/>
              </a:rPr>
              <a:t> should be split into two vertices </a:t>
            </a:r>
            <a:r>
              <a:rPr lang="en-US" altLang="en-US" b="1">
                <a:latin typeface="Arial" charset="0"/>
                <a:cs typeface="Arial" charset="0"/>
              </a:rPr>
              <a:t>A'</a:t>
            </a:r>
            <a:r>
              <a:rPr lang="en-US" altLang="en-US">
                <a:latin typeface="Arial" charset="0"/>
                <a:cs typeface="Arial" charset="0"/>
              </a:rPr>
              <a:t> (</a:t>
            </a:r>
            <a:r>
              <a:rPr lang="en-US" altLang="en-US" b="1">
                <a:latin typeface="Arial" charset="0"/>
                <a:cs typeface="Arial" charset="0"/>
              </a:rPr>
              <a:t>x</a:t>
            </a:r>
            <a:r>
              <a:rPr lang="en-US" altLang="en-US" b="1" baseline="-30000">
                <a:latin typeface="Arial" charset="0"/>
                <a:cs typeface="Arial" charset="0"/>
              </a:rPr>
              <a:t>A'</a:t>
            </a:r>
            <a:r>
              <a:rPr lang="en-US" altLang="en-US">
                <a:latin typeface="Arial" charset="0"/>
                <a:cs typeface="Arial" charset="0"/>
              </a:rPr>
              <a:t>, </a:t>
            </a:r>
            <a:r>
              <a:rPr lang="en-US" altLang="en-US" b="1">
                <a:latin typeface="Arial" charset="0"/>
                <a:cs typeface="Arial" charset="0"/>
              </a:rPr>
              <a:t>6</a:t>
            </a:r>
            <a:r>
              <a:rPr lang="en-US" altLang="en-US">
                <a:latin typeface="Arial" charset="0"/>
                <a:cs typeface="Arial" charset="0"/>
              </a:rPr>
              <a:t>) and </a:t>
            </a:r>
            <a:r>
              <a:rPr lang="en-US" altLang="en-US" b="1">
                <a:latin typeface="Arial" charset="0"/>
                <a:cs typeface="Arial" charset="0"/>
              </a:rPr>
              <a:t>A</a:t>
            </a:r>
            <a:r>
              <a:rPr lang="en-US" altLang="en-US">
                <a:latin typeface="Arial" charset="0"/>
                <a:cs typeface="Arial" charset="0"/>
              </a:rPr>
              <a:t>(</a:t>
            </a:r>
            <a:r>
              <a:rPr lang="en-US" altLang="en-US" b="1">
                <a:latin typeface="Arial" charset="0"/>
                <a:cs typeface="Arial" charset="0"/>
              </a:rPr>
              <a:t>2, 7</a:t>
            </a:r>
            <a:r>
              <a:rPr lang="en-US" altLang="en-US">
                <a:latin typeface="Arial" charset="0"/>
                <a:cs typeface="Arial" charset="0"/>
              </a:rPr>
              <a:t>)</a:t>
            </a:r>
            <a:endParaRPr lang="en-US" altLang="en-US"/>
          </a:p>
          <a:p>
            <a:pPr algn="ctr">
              <a:lnSpc>
                <a:spcPct val="60000"/>
              </a:lnSpc>
              <a:spcBef>
                <a:spcPct val="50000"/>
              </a:spcBef>
            </a:pPr>
            <a:r>
              <a:rPr lang="en-US" altLang="en-US" b="1">
                <a:latin typeface="Arial" charset="0"/>
                <a:cs typeface="Arial" charset="0"/>
              </a:rPr>
              <a:t> m =( 5</a:t>
            </a:r>
            <a:r>
              <a:rPr lang="en-US" altLang="en-US" b="1" baseline="-30000">
                <a:latin typeface="Arial" charset="0"/>
                <a:cs typeface="Arial" charset="0"/>
              </a:rPr>
              <a:t> </a:t>
            </a:r>
            <a:r>
              <a:rPr lang="en-US" altLang="en-US" b="1">
                <a:latin typeface="Times New Roman"/>
                <a:cs typeface="Arial" charset="0"/>
              </a:rPr>
              <a:t>–</a:t>
            </a:r>
            <a:r>
              <a:rPr lang="en-US" altLang="en-US" b="1">
                <a:latin typeface="Arial" charset="0"/>
                <a:cs typeface="Arial" charset="0"/>
              </a:rPr>
              <a:t>  7)/( 5 </a:t>
            </a:r>
            <a:r>
              <a:rPr lang="en-US" altLang="en-US" b="1">
                <a:latin typeface="Times New Roman"/>
                <a:cs typeface="Arial" charset="0"/>
              </a:rPr>
              <a:t>–</a:t>
            </a:r>
            <a:r>
              <a:rPr lang="en-US" altLang="en-US" b="1">
                <a:latin typeface="Arial" charset="0"/>
                <a:cs typeface="Arial" charset="0"/>
              </a:rPr>
              <a:t>  2) = </a:t>
            </a:r>
            <a:r>
              <a:rPr lang="en-US" altLang="en-US" b="1">
                <a:latin typeface="Times New Roman"/>
                <a:cs typeface="Arial" charset="0"/>
              </a:rPr>
              <a:t>–</a:t>
            </a:r>
            <a:r>
              <a:rPr lang="en-US" altLang="en-US" b="1">
                <a:latin typeface="Arial" charset="0"/>
                <a:cs typeface="Arial" charset="0"/>
              </a:rPr>
              <a:t>  2/3</a:t>
            </a:r>
            <a:endParaRPr lang="en-US" altLang="en-US"/>
          </a:p>
          <a:p>
            <a:pPr algn="ctr">
              <a:lnSpc>
                <a:spcPct val="60000"/>
              </a:lnSpc>
              <a:spcBef>
                <a:spcPct val="50000"/>
              </a:spcBef>
            </a:pPr>
            <a:r>
              <a:rPr lang="en-US" altLang="en-US" b="1">
                <a:latin typeface="Arial" charset="0"/>
                <a:cs typeface="Arial" charset="0"/>
              </a:rPr>
              <a:t>x'</a:t>
            </a:r>
            <a:r>
              <a:rPr lang="en-US" altLang="en-US" b="1" baseline="-30000">
                <a:latin typeface="Arial" charset="0"/>
                <a:cs typeface="Arial" charset="0"/>
              </a:rPr>
              <a:t>A</a:t>
            </a:r>
            <a:r>
              <a:rPr lang="en-US" altLang="en-US">
                <a:latin typeface="Arial" charset="0"/>
                <a:cs typeface="Arial" charset="0"/>
              </a:rPr>
              <a:t> = </a:t>
            </a:r>
            <a:r>
              <a:rPr lang="en-US" altLang="en-US" b="1">
                <a:latin typeface="Arial" charset="0"/>
                <a:cs typeface="Arial" charset="0"/>
              </a:rPr>
              <a:t>5</a:t>
            </a:r>
            <a:r>
              <a:rPr lang="en-US" altLang="en-US">
                <a:latin typeface="Arial" charset="0"/>
                <a:cs typeface="Arial" charset="0"/>
              </a:rPr>
              <a:t> + (</a:t>
            </a:r>
            <a:r>
              <a:rPr lang="en-US" altLang="en-US" b="1">
                <a:latin typeface="Times New Roman"/>
                <a:cs typeface="Arial" charset="0"/>
              </a:rPr>
              <a:t>–</a:t>
            </a:r>
            <a:r>
              <a:rPr lang="en-US" altLang="en-US" b="1">
                <a:latin typeface="Arial" charset="0"/>
                <a:cs typeface="Arial" charset="0"/>
              </a:rPr>
              <a:t>3</a:t>
            </a:r>
            <a:r>
              <a:rPr lang="en-US" altLang="en-US">
                <a:latin typeface="Arial" charset="0"/>
                <a:cs typeface="Arial" charset="0"/>
              </a:rPr>
              <a:t>/</a:t>
            </a:r>
            <a:r>
              <a:rPr lang="en-US" altLang="en-US" b="1">
                <a:latin typeface="Arial" charset="0"/>
                <a:cs typeface="Arial" charset="0"/>
              </a:rPr>
              <a:t>2</a:t>
            </a:r>
            <a:r>
              <a:rPr lang="en-US" altLang="en-US">
                <a:latin typeface="Arial" charset="0"/>
                <a:cs typeface="Arial" charset="0"/>
              </a:rPr>
              <a:t>)(</a:t>
            </a:r>
            <a:r>
              <a:rPr lang="en-US" altLang="en-US" b="1">
                <a:latin typeface="Arial" charset="0"/>
                <a:cs typeface="Arial" charset="0"/>
              </a:rPr>
              <a:t> 7 </a:t>
            </a:r>
            <a:r>
              <a:rPr lang="en-US" altLang="en-US" b="1">
                <a:latin typeface="Times New Roman"/>
                <a:cs typeface="Arial" charset="0"/>
              </a:rPr>
              <a:t>–</a:t>
            </a:r>
            <a:r>
              <a:rPr lang="en-US" altLang="en-US" b="1">
                <a:latin typeface="Arial" charset="0"/>
                <a:cs typeface="Arial" charset="0"/>
              </a:rPr>
              <a:t> 1 </a:t>
            </a:r>
            <a:r>
              <a:rPr lang="en-US" altLang="en-US" b="1">
                <a:latin typeface="Times New Roman"/>
                <a:cs typeface="Arial" charset="0"/>
              </a:rPr>
              <a:t>–</a:t>
            </a:r>
            <a:r>
              <a:rPr lang="en-US" altLang="en-US" b="1">
                <a:latin typeface="Arial" charset="0"/>
                <a:cs typeface="Arial" charset="0"/>
              </a:rPr>
              <a:t>  5</a:t>
            </a:r>
            <a:r>
              <a:rPr lang="en-US" altLang="en-US">
                <a:latin typeface="Arial" charset="0"/>
                <a:cs typeface="Arial" charset="0"/>
              </a:rPr>
              <a:t>) </a:t>
            </a:r>
            <a:r>
              <a:rPr lang="en-US" altLang="en-US" b="1">
                <a:latin typeface="Arial" charset="0"/>
                <a:cs typeface="Arial" charset="0"/>
              </a:rPr>
              <a:t>= 7/2 = 3.5 </a:t>
            </a:r>
            <a:r>
              <a:rPr lang="en-US" altLang="en-US" b="1">
                <a:latin typeface="Arial" charset="0"/>
                <a:cs typeface="Arial" charset="0"/>
                <a:sym typeface="Symbol" pitchFamily="18" charset="2"/>
              </a:rPr>
              <a:t></a:t>
            </a:r>
            <a:r>
              <a:rPr lang="en-US" altLang="en-US" b="1">
                <a:latin typeface="Arial" charset="0"/>
                <a:cs typeface="Arial" charset="0"/>
              </a:rPr>
              <a:t> 4</a:t>
            </a:r>
            <a:endParaRPr lang="en-US" altLang="en-US"/>
          </a:p>
          <a:p>
            <a:pPr algn="ctr">
              <a:lnSpc>
                <a:spcPct val="60000"/>
              </a:lnSpc>
              <a:spcBef>
                <a:spcPct val="50000"/>
              </a:spcBef>
            </a:pPr>
            <a:r>
              <a:rPr lang="en-US" altLang="en-US">
                <a:latin typeface="Arial" charset="0"/>
                <a:cs typeface="Arial" charset="0"/>
              </a:rPr>
              <a:t>The vertex </a:t>
            </a:r>
            <a:r>
              <a:rPr lang="en-US" altLang="en-US" b="1">
                <a:latin typeface="Arial" charset="0"/>
                <a:cs typeface="Arial" charset="0"/>
              </a:rPr>
              <a:t>A</a:t>
            </a:r>
            <a:r>
              <a:rPr lang="en-US" altLang="en-US">
                <a:latin typeface="Arial" charset="0"/>
                <a:cs typeface="Arial" charset="0"/>
              </a:rPr>
              <a:t> is split to </a:t>
            </a:r>
            <a:r>
              <a:rPr lang="en-US" altLang="en-US" b="1">
                <a:latin typeface="Arial" charset="0"/>
                <a:cs typeface="Arial" charset="0"/>
              </a:rPr>
              <a:t>A'</a:t>
            </a:r>
            <a:r>
              <a:rPr lang="en-US" altLang="en-US">
                <a:latin typeface="Arial" charset="0"/>
                <a:cs typeface="Arial" charset="0"/>
              </a:rPr>
              <a:t> (</a:t>
            </a:r>
            <a:r>
              <a:rPr lang="en-US" altLang="en-US" b="1">
                <a:latin typeface="Arial" charset="0"/>
                <a:cs typeface="Arial" charset="0"/>
              </a:rPr>
              <a:t>4</a:t>
            </a:r>
            <a:r>
              <a:rPr lang="en-US" altLang="en-US">
                <a:latin typeface="Arial" charset="0"/>
                <a:cs typeface="Arial" charset="0"/>
              </a:rPr>
              <a:t>, </a:t>
            </a:r>
            <a:r>
              <a:rPr lang="en-US" altLang="en-US" b="1">
                <a:latin typeface="Arial" charset="0"/>
                <a:cs typeface="Arial" charset="0"/>
              </a:rPr>
              <a:t>6</a:t>
            </a:r>
            <a:r>
              <a:rPr lang="en-US" altLang="en-US">
                <a:latin typeface="Arial" charset="0"/>
                <a:cs typeface="Arial" charset="0"/>
              </a:rPr>
              <a:t>) and </a:t>
            </a:r>
            <a:r>
              <a:rPr lang="en-US" altLang="en-US" b="1">
                <a:latin typeface="Arial" charset="0"/>
                <a:cs typeface="Arial" charset="0"/>
              </a:rPr>
              <a:t>A</a:t>
            </a:r>
            <a:r>
              <a:rPr lang="en-US" altLang="en-US">
                <a:latin typeface="Arial" charset="0"/>
                <a:cs typeface="Arial" charset="0"/>
              </a:rPr>
              <a:t>(</a:t>
            </a:r>
            <a:r>
              <a:rPr lang="en-US" altLang="en-US" b="1">
                <a:latin typeface="Arial" charset="0"/>
                <a:cs typeface="Arial" charset="0"/>
              </a:rPr>
              <a:t>2, 7</a:t>
            </a:r>
            <a:r>
              <a:rPr lang="en-US" altLang="en-US">
                <a:latin typeface="Arial" charset="0"/>
                <a:cs typeface="Arial" charset="0"/>
              </a:rPr>
              <a:t>)</a:t>
            </a:r>
            <a:r>
              <a:rPr lang="en-US" altLang="en-US"/>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p:txBody>
          <a:bodyPr/>
          <a:lstStyle/>
          <a:p>
            <a:fld id="{AFE4CFA9-76B4-4764-ABAC-B7984A282C8F}" type="slidenum">
              <a:rPr lang="en-US" altLang="en-US"/>
              <a:pPr/>
              <a:t>15</a:t>
            </a:fld>
            <a:endParaRPr lang="en-US" altLang="en-US"/>
          </a:p>
        </p:txBody>
      </p:sp>
      <p:sp>
        <p:nvSpPr>
          <p:cNvPr id="94210" name="Text Box 2"/>
          <p:cNvSpPr txBox="1">
            <a:spLocks noChangeArrowheads="1"/>
          </p:cNvSpPr>
          <p:nvPr/>
        </p:nvSpPr>
        <p:spPr bwMode="auto">
          <a:xfrm>
            <a:off x="342900" y="228600"/>
            <a:ext cx="8458200" cy="1049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3200" b="1">
                <a:solidFill>
                  <a:schemeClr val="accent2"/>
                </a:solidFill>
                <a:latin typeface="Arial" charset="0"/>
              </a:rPr>
              <a:t>The Scan-Line Polygon Fill Algorithm</a:t>
            </a:r>
          </a:p>
          <a:p>
            <a:pPr algn="just">
              <a:lnSpc>
                <a:spcPct val="60000"/>
              </a:lnSpc>
              <a:spcBef>
                <a:spcPct val="50000"/>
              </a:spcBef>
            </a:pPr>
            <a:r>
              <a:rPr lang="en-US" altLang="en-US" sz="2800" b="1">
                <a:solidFill>
                  <a:srgbClr val="FF0000"/>
                </a:solidFill>
                <a:latin typeface="Arial" charset="0"/>
                <a:cs typeface="Arial" charset="0"/>
              </a:rPr>
              <a:t>(Example)</a:t>
            </a:r>
            <a:r>
              <a:rPr lang="en-US" altLang="en-US" sz="2800">
                <a:latin typeface="Arial" charset="0"/>
                <a:cs typeface="Arial" charset="0"/>
              </a:rPr>
              <a:t> </a:t>
            </a:r>
          </a:p>
        </p:txBody>
      </p:sp>
      <p:pic>
        <p:nvPicPr>
          <p:cNvPr id="94211" name="Picture 3" descr="E:\454 computer graphics\chapter 5\slide figures\exa0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 y="1295400"/>
            <a:ext cx="8915400" cy="2963863"/>
          </a:xfrm>
          <a:prstGeom prst="rect">
            <a:avLst/>
          </a:prstGeom>
          <a:noFill/>
          <a:extLst>
            <a:ext uri="{909E8E84-426E-40DD-AFC4-6F175D3DCCD1}">
              <a14:hiddenFill xmlns:a14="http://schemas.microsoft.com/office/drawing/2010/main">
                <a:solidFill>
                  <a:srgbClr val="FFFFFF"/>
                </a:solidFill>
              </a14:hiddenFill>
            </a:ext>
          </a:extLst>
        </p:spPr>
      </p:pic>
      <p:sp>
        <p:nvSpPr>
          <p:cNvPr id="94212" name="Text Box 4"/>
          <p:cNvSpPr txBox="1">
            <a:spLocks noChangeArrowheads="1"/>
          </p:cNvSpPr>
          <p:nvPr/>
        </p:nvSpPr>
        <p:spPr bwMode="auto">
          <a:xfrm>
            <a:off x="381000" y="4495800"/>
            <a:ext cx="8458200" cy="2027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buClr>
                <a:srgbClr val="FF0000"/>
              </a:buClr>
              <a:buFontTx/>
              <a:buChar char="•"/>
            </a:pPr>
            <a:r>
              <a:rPr lang="en-US" altLang="en-US" b="1">
                <a:latin typeface="Arial" charset="0"/>
                <a:cs typeface="Arial" charset="0"/>
              </a:rPr>
              <a:t> Vertex B</a:t>
            </a:r>
            <a:r>
              <a:rPr lang="en-US" altLang="en-US">
                <a:latin typeface="Arial" charset="0"/>
                <a:cs typeface="Arial" charset="0"/>
              </a:rPr>
              <a:t> should be split into two vertices </a:t>
            </a:r>
            <a:r>
              <a:rPr lang="en-US" altLang="en-US" b="1">
                <a:latin typeface="Arial" charset="0"/>
                <a:cs typeface="Arial" charset="0"/>
              </a:rPr>
              <a:t>B'</a:t>
            </a:r>
            <a:r>
              <a:rPr lang="en-US" altLang="en-US">
                <a:latin typeface="Arial" charset="0"/>
                <a:cs typeface="Arial" charset="0"/>
              </a:rPr>
              <a:t> (</a:t>
            </a:r>
            <a:r>
              <a:rPr lang="en-US" altLang="en-US" b="1">
                <a:latin typeface="Arial" charset="0"/>
                <a:cs typeface="Arial" charset="0"/>
              </a:rPr>
              <a:t>x</a:t>
            </a:r>
            <a:r>
              <a:rPr lang="en-US" altLang="en-US" b="1" baseline="-30000">
                <a:latin typeface="Arial" charset="0"/>
                <a:cs typeface="Arial" charset="0"/>
              </a:rPr>
              <a:t>B'</a:t>
            </a:r>
            <a:r>
              <a:rPr lang="en-US" altLang="en-US">
                <a:latin typeface="Arial" charset="0"/>
                <a:cs typeface="Arial" charset="0"/>
              </a:rPr>
              <a:t>, </a:t>
            </a:r>
            <a:r>
              <a:rPr lang="en-US" altLang="en-US" b="1">
                <a:latin typeface="Arial" charset="0"/>
                <a:cs typeface="Arial" charset="0"/>
              </a:rPr>
              <a:t>11</a:t>
            </a:r>
            <a:r>
              <a:rPr lang="en-US" altLang="en-US">
                <a:latin typeface="Arial" charset="0"/>
                <a:cs typeface="Arial" charset="0"/>
              </a:rPr>
              <a:t>) and </a:t>
            </a:r>
            <a:r>
              <a:rPr lang="en-US" altLang="en-US" b="1">
                <a:latin typeface="Arial" charset="0"/>
                <a:cs typeface="Arial" charset="0"/>
              </a:rPr>
              <a:t>B</a:t>
            </a:r>
            <a:r>
              <a:rPr lang="en-US" altLang="en-US">
                <a:latin typeface="Arial" charset="0"/>
                <a:cs typeface="Arial" charset="0"/>
              </a:rPr>
              <a:t>(</a:t>
            </a:r>
            <a:r>
              <a:rPr lang="en-US" altLang="en-US" b="1">
                <a:latin typeface="Arial" charset="0"/>
                <a:cs typeface="Arial" charset="0"/>
              </a:rPr>
              <a:t>4, 12</a:t>
            </a:r>
            <a:r>
              <a:rPr lang="en-US" altLang="en-US">
                <a:latin typeface="Arial" charset="0"/>
                <a:cs typeface="Arial" charset="0"/>
              </a:rPr>
              <a:t>)</a:t>
            </a:r>
            <a:endParaRPr lang="en-US" altLang="en-US"/>
          </a:p>
          <a:p>
            <a:pPr algn="ctr">
              <a:lnSpc>
                <a:spcPct val="60000"/>
              </a:lnSpc>
              <a:spcBef>
                <a:spcPct val="50000"/>
              </a:spcBef>
              <a:buClr>
                <a:srgbClr val="FF0000"/>
              </a:buClr>
            </a:pPr>
            <a:r>
              <a:rPr lang="en-US" altLang="en-US" b="1">
                <a:latin typeface="Arial" charset="0"/>
                <a:cs typeface="Arial" charset="0"/>
              </a:rPr>
              <a:t>m =( 7</a:t>
            </a:r>
            <a:r>
              <a:rPr lang="en-US" altLang="en-US" b="1" baseline="-30000">
                <a:latin typeface="Arial" charset="0"/>
                <a:cs typeface="Arial" charset="0"/>
              </a:rPr>
              <a:t> </a:t>
            </a:r>
            <a:r>
              <a:rPr lang="en-US" altLang="en-US" b="1">
                <a:latin typeface="Times New Roman"/>
                <a:cs typeface="Arial" charset="0"/>
              </a:rPr>
              <a:t>–</a:t>
            </a:r>
            <a:r>
              <a:rPr lang="en-US" altLang="en-US" b="1">
                <a:latin typeface="Arial" charset="0"/>
                <a:cs typeface="Arial" charset="0"/>
              </a:rPr>
              <a:t>  12)/( 2 </a:t>
            </a:r>
            <a:r>
              <a:rPr lang="en-US" altLang="en-US" b="1">
                <a:latin typeface="Times New Roman"/>
                <a:cs typeface="Arial" charset="0"/>
              </a:rPr>
              <a:t>–</a:t>
            </a:r>
            <a:r>
              <a:rPr lang="en-US" altLang="en-US" b="1">
                <a:latin typeface="Arial" charset="0"/>
                <a:cs typeface="Arial" charset="0"/>
              </a:rPr>
              <a:t>  4) =   5/2</a:t>
            </a:r>
            <a:endParaRPr lang="en-US" altLang="en-US"/>
          </a:p>
          <a:p>
            <a:pPr algn="ctr">
              <a:lnSpc>
                <a:spcPct val="60000"/>
              </a:lnSpc>
              <a:spcBef>
                <a:spcPct val="50000"/>
              </a:spcBef>
              <a:buClr>
                <a:srgbClr val="FF0000"/>
              </a:buClr>
            </a:pPr>
            <a:r>
              <a:rPr lang="en-US" altLang="en-US" b="1">
                <a:latin typeface="Arial" charset="0"/>
                <a:cs typeface="Arial" charset="0"/>
              </a:rPr>
              <a:t>x'</a:t>
            </a:r>
            <a:r>
              <a:rPr lang="en-US" altLang="en-US" b="1" baseline="-30000">
                <a:latin typeface="Arial" charset="0"/>
                <a:cs typeface="Arial" charset="0"/>
              </a:rPr>
              <a:t>A</a:t>
            </a:r>
            <a:r>
              <a:rPr lang="en-US" altLang="en-US">
                <a:latin typeface="Arial" charset="0"/>
                <a:cs typeface="Arial" charset="0"/>
              </a:rPr>
              <a:t> = </a:t>
            </a:r>
            <a:r>
              <a:rPr lang="en-US" altLang="en-US" b="1">
                <a:latin typeface="Arial" charset="0"/>
                <a:cs typeface="Arial" charset="0"/>
              </a:rPr>
              <a:t>2</a:t>
            </a:r>
            <a:r>
              <a:rPr lang="en-US" altLang="en-US">
                <a:latin typeface="Arial" charset="0"/>
                <a:cs typeface="Arial" charset="0"/>
              </a:rPr>
              <a:t> + (</a:t>
            </a:r>
            <a:r>
              <a:rPr lang="en-US" altLang="en-US" b="1">
                <a:latin typeface="Arial" charset="0"/>
                <a:cs typeface="Arial" charset="0"/>
              </a:rPr>
              <a:t>2</a:t>
            </a:r>
            <a:r>
              <a:rPr lang="en-US" altLang="en-US">
                <a:latin typeface="Arial" charset="0"/>
                <a:cs typeface="Arial" charset="0"/>
              </a:rPr>
              <a:t>/</a:t>
            </a:r>
            <a:r>
              <a:rPr lang="en-US" altLang="en-US" b="1">
                <a:latin typeface="Arial" charset="0"/>
                <a:cs typeface="Arial" charset="0"/>
              </a:rPr>
              <a:t>5</a:t>
            </a:r>
            <a:r>
              <a:rPr lang="en-US" altLang="en-US">
                <a:latin typeface="Arial" charset="0"/>
                <a:cs typeface="Arial" charset="0"/>
              </a:rPr>
              <a:t>)(</a:t>
            </a:r>
            <a:r>
              <a:rPr lang="en-US" altLang="en-US" b="1">
                <a:latin typeface="Arial" charset="0"/>
                <a:cs typeface="Arial" charset="0"/>
              </a:rPr>
              <a:t> 12 </a:t>
            </a:r>
            <a:r>
              <a:rPr lang="en-US" altLang="en-US" b="1">
                <a:latin typeface="Times New Roman"/>
                <a:cs typeface="Arial" charset="0"/>
              </a:rPr>
              <a:t>–</a:t>
            </a:r>
            <a:r>
              <a:rPr lang="en-US" altLang="en-US" b="1">
                <a:latin typeface="Arial" charset="0"/>
                <a:cs typeface="Arial" charset="0"/>
              </a:rPr>
              <a:t> 1 </a:t>
            </a:r>
            <a:r>
              <a:rPr lang="en-US" altLang="en-US" b="1">
                <a:latin typeface="Times New Roman"/>
                <a:cs typeface="Arial" charset="0"/>
              </a:rPr>
              <a:t>–</a:t>
            </a:r>
            <a:r>
              <a:rPr lang="en-US" altLang="en-US" b="1">
                <a:latin typeface="Arial" charset="0"/>
                <a:cs typeface="Arial" charset="0"/>
              </a:rPr>
              <a:t>  7</a:t>
            </a:r>
            <a:r>
              <a:rPr lang="en-US" altLang="en-US">
                <a:latin typeface="Arial" charset="0"/>
                <a:cs typeface="Arial" charset="0"/>
              </a:rPr>
              <a:t>) </a:t>
            </a:r>
            <a:r>
              <a:rPr lang="en-US" altLang="en-US" b="1">
                <a:latin typeface="Arial" charset="0"/>
                <a:cs typeface="Arial" charset="0"/>
              </a:rPr>
              <a:t>= 18/5 = 3.6 </a:t>
            </a:r>
            <a:r>
              <a:rPr lang="en-US" altLang="en-US" b="1">
                <a:latin typeface="Arial" charset="0"/>
                <a:cs typeface="Arial" charset="0"/>
                <a:sym typeface="Symbol" pitchFamily="18" charset="2"/>
              </a:rPr>
              <a:t></a:t>
            </a:r>
            <a:r>
              <a:rPr lang="en-US" altLang="en-US" b="1">
                <a:latin typeface="Arial" charset="0"/>
                <a:cs typeface="Arial" charset="0"/>
              </a:rPr>
              <a:t> 4</a:t>
            </a:r>
            <a:endParaRPr lang="en-US" altLang="en-US"/>
          </a:p>
          <a:p>
            <a:pPr algn="ctr">
              <a:lnSpc>
                <a:spcPct val="60000"/>
              </a:lnSpc>
              <a:spcBef>
                <a:spcPct val="50000"/>
              </a:spcBef>
              <a:buClr>
                <a:srgbClr val="FF0000"/>
              </a:buClr>
            </a:pPr>
            <a:r>
              <a:rPr lang="en-US" altLang="en-US">
                <a:latin typeface="Arial" charset="0"/>
                <a:cs typeface="Arial" charset="0"/>
              </a:rPr>
              <a:t>The vertex </a:t>
            </a:r>
            <a:r>
              <a:rPr lang="en-US" altLang="en-US" b="1">
                <a:latin typeface="Arial" charset="0"/>
                <a:cs typeface="Arial" charset="0"/>
              </a:rPr>
              <a:t>B</a:t>
            </a:r>
            <a:r>
              <a:rPr lang="en-US" altLang="en-US">
                <a:latin typeface="Arial" charset="0"/>
                <a:cs typeface="Arial" charset="0"/>
              </a:rPr>
              <a:t> is split to </a:t>
            </a:r>
            <a:r>
              <a:rPr lang="en-US" altLang="en-US" b="1">
                <a:latin typeface="Arial" charset="0"/>
                <a:cs typeface="Arial" charset="0"/>
              </a:rPr>
              <a:t>B'</a:t>
            </a:r>
            <a:r>
              <a:rPr lang="en-US" altLang="en-US">
                <a:latin typeface="Arial" charset="0"/>
                <a:cs typeface="Arial" charset="0"/>
              </a:rPr>
              <a:t> (</a:t>
            </a:r>
            <a:r>
              <a:rPr lang="en-US" altLang="en-US" b="1">
                <a:latin typeface="Arial" charset="0"/>
                <a:cs typeface="Arial" charset="0"/>
              </a:rPr>
              <a:t>4</a:t>
            </a:r>
            <a:r>
              <a:rPr lang="en-US" altLang="en-US">
                <a:latin typeface="Arial" charset="0"/>
                <a:cs typeface="Arial" charset="0"/>
              </a:rPr>
              <a:t>, </a:t>
            </a:r>
            <a:r>
              <a:rPr lang="en-US" altLang="en-US" b="1">
                <a:latin typeface="Arial" charset="0"/>
                <a:cs typeface="Arial" charset="0"/>
              </a:rPr>
              <a:t>11</a:t>
            </a:r>
            <a:r>
              <a:rPr lang="en-US" altLang="en-US">
                <a:latin typeface="Arial" charset="0"/>
                <a:cs typeface="Arial" charset="0"/>
              </a:rPr>
              <a:t>) and </a:t>
            </a:r>
            <a:r>
              <a:rPr lang="en-US" altLang="en-US" b="1">
                <a:latin typeface="Arial" charset="0"/>
                <a:cs typeface="Arial" charset="0"/>
              </a:rPr>
              <a:t>B</a:t>
            </a:r>
            <a:r>
              <a:rPr lang="en-US" altLang="en-US">
                <a:latin typeface="Arial" charset="0"/>
                <a:cs typeface="Arial" charset="0"/>
              </a:rPr>
              <a:t>(</a:t>
            </a:r>
            <a:r>
              <a:rPr lang="en-US" altLang="en-US" b="1">
                <a:latin typeface="Arial" charset="0"/>
                <a:cs typeface="Arial" charset="0"/>
              </a:rPr>
              <a:t>4, 12</a:t>
            </a:r>
            <a:r>
              <a:rPr lang="en-US" altLang="en-US">
                <a:latin typeface="Arial" charset="0"/>
                <a:cs typeface="Arial" charset="0"/>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p:txBody>
          <a:bodyPr/>
          <a:lstStyle/>
          <a:p>
            <a:fld id="{9DDC5D21-63B5-4174-AE22-0D589B856A74}" type="slidenum">
              <a:rPr lang="en-US" altLang="en-US"/>
              <a:pPr/>
              <a:t>16</a:t>
            </a:fld>
            <a:endParaRPr lang="en-US" altLang="en-US"/>
          </a:p>
        </p:txBody>
      </p:sp>
      <p:sp>
        <p:nvSpPr>
          <p:cNvPr id="91138" name="Text Box 2"/>
          <p:cNvSpPr txBox="1">
            <a:spLocks noChangeArrowheads="1"/>
          </p:cNvSpPr>
          <p:nvPr/>
        </p:nvSpPr>
        <p:spPr bwMode="auto">
          <a:xfrm>
            <a:off x="342900" y="228600"/>
            <a:ext cx="8458200" cy="1049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3200" b="1">
                <a:solidFill>
                  <a:schemeClr val="accent2"/>
                </a:solidFill>
                <a:latin typeface="Arial" charset="0"/>
              </a:rPr>
              <a:t>The Scan-Line Polygon Fill Algorithm</a:t>
            </a:r>
          </a:p>
          <a:p>
            <a:pPr algn="just">
              <a:lnSpc>
                <a:spcPct val="60000"/>
              </a:lnSpc>
              <a:spcBef>
                <a:spcPct val="50000"/>
              </a:spcBef>
            </a:pPr>
            <a:r>
              <a:rPr lang="en-US" altLang="en-US" sz="2800" b="1">
                <a:solidFill>
                  <a:srgbClr val="FF0000"/>
                </a:solidFill>
                <a:latin typeface="Arial" charset="0"/>
                <a:cs typeface="Arial" charset="0"/>
              </a:rPr>
              <a:t>(Example)</a:t>
            </a:r>
            <a:r>
              <a:rPr lang="en-US" altLang="en-US" sz="2800">
                <a:latin typeface="Arial" charset="0"/>
                <a:cs typeface="Arial" charset="0"/>
              </a:rPr>
              <a:t> </a:t>
            </a:r>
          </a:p>
        </p:txBody>
      </p:sp>
      <p:pic>
        <p:nvPicPr>
          <p:cNvPr id="91140" name="Picture 4" descr="E:\454 computer graphics\chapter 5\slide figures\exa0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 y="1295400"/>
            <a:ext cx="8915400" cy="2963863"/>
          </a:xfrm>
          <a:prstGeom prst="rect">
            <a:avLst/>
          </a:prstGeom>
          <a:noFill/>
          <a:extLst>
            <a:ext uri="{909E8E84-426E-40DD-AFC4-6F175D3DCCD1}">
              <a14:hiddenFill xmlns:a14="http://schemas.microsoft.com/office/drawing/2010/main">
                <a:solidFill>
                  <a:srgbClr val="FFFFFF"/>
                </a:solidFill>
              </a14:hiddenFill>
            </a:ext>
          </a:extLst>
        </p:spPr>
      </p:pic>
      <p:sp>
        <p:nvSpPr>
          <p:cNvPr id="91141" name="Text Box 5"/>
          <p:cNvSpPr txBox="1">
            <a:spLocks noChangeArrowheads="1"/>
          </p:cNvSpPr>
          <p:nvPr/>
        </p:nvSpPr>
        <p:spPr bwMode="auto">
          <a:xfrm>
            <a:off x="381000" y="4495800"/>
            <a:ext cx="8458200" cy="2027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buClr>
                <a:srgbClr val="FF0000"/>
              </a:buClr>
              <a:buFontTx/>
              <a:buChar char="•"/>
            </a:pPr>
            <a:r>
              <a:rPr lang="en-US" altLang="en-US" b="1">
                <a:latin typeface="Arial" charset="0"/>
                <a:cs typeface="Arial" charset="0"/>
              </a:rPr>
              <a:t> Vertex D</a:t>
            </a:r>
            <a:r>
              <a:rPr lang="en-US" altLang="en-US">
                <a:latin typeface="Arial" charset="0"/>
                <a:cs typeface="Arial" charset="0"/>
              </a:rPr>
              <a:t> should be split into two vertices </a:t>
            </a:r>
            <a:r>
              <a:rPr lang="en-US" altLang="en-US" b="1">
                <a:latin typeface="Arial" charset="0"/>
                <a:cs typeface="Arial" charset="0"/>
              </a:rPr>
              <a:t>D</a:t>
            </a:r>
            <a:r>
              <a:rPr lang="en-US" altLang="en-US">
                <a:latin typeface="Arial" charset="0"/>
                <a:cs typeface="Arial" charset="0"/>
              </a:rPr>
              <a:t>(</a:t>
            </a:r>
            <a:r>
              <a:rPr lang="en-US" altLang="en-US" b="1">
                <a:latin typeface="Arial" charset="0"/>
                <a:cs typeface="Arial" charset="0"/>
              </a:rPr>
              <a:t>16, 9</a:t>
            </a:r>
            <a:r>
              <a:rPr lang="en-US" altLang="en-US">
                <a:latin typeface="Arial" charset="0"/>
                <a:cs typeface="Arial" charset="0"/>
              </a:rPr>
              <a:t>) and </a:t>
            </a:r>
            <a:r>
              <a:rPr lang="en-US" altLang="en-US" b="1">
                <a:latin typeface="Arial" charset="0"/>
                <a:cs typeface="Arial" charset="0"/>
              </a:rPr>
              <a:t>D'</a:t>
            </a:r>
            <a:r>
              <a:rPr lang="en-US" altLang="en-US">
                <a:latin typeface="Arial" charset="0"/>
                <a:cs typeface="Arial" charset="0"/>
              </a:rPr>
              <a:t> (</a:t>
            </a:r>
            <a:r>
              <a:rPr lang="en-US" altLang="en-US" b="1">
                <a:latin typeface="Arial" charset="0"/>
                <a:cs typeface="Arial" charset="0"/>
              </a:rPr>
              <a:t>x</a:t>
            </a:r>
            <a:r>
              <a:rPr lang="en-US" altLang="en-US" b="1" baseline="-30000">
                <a:latin typeface="Arial" charset="0"/>
                <a:cs typeface="Arial" charset="0"/>
              </a:rPr>
              <a:t>D'</a:t>
            </a:r>
            <a:r>
              <a:rPr lang="en-US" altLang="en-US">
                <a:latin typeface="Arial" charset="0"/>
                <a:cs typeface="Arial" charset="0"/>
              </a:rPr>
              <a:t>, </a:t>
            </a:r>
            <a:r>
              <a:rPr lang="en-US" altLang="en-US" b="1">
                <a:latin typeface="Arial" charset="0"/>
                <a:cs typeface="Arial" charset="0"/>
              </a:rPr>
              <a:t>8</a:t>
            </a:r>
            <a:r>
              <a:rPr lang="en-US" altLang="en-US">
                <a:latin typeface="Arial" charset="0"/>
                <a:cs typeface="Arial" charset="0"/>
              </a:rPr>
              <a:t>)</a:t>
            </a:r>
            <a:endParaRPr lang="en-US" altLang="en-US"/>
          </a:p>
          <a:p>
            <a:pPr algn="ctr">
              <a:lnSpc>
                <a:spcPct val="60000"/>
              </a:lnSpc>
              <a:spcBef>
                <a:spcPct val="50000"/>
              </a:spcBef>
              <a:buClr>
                <a:srgbClr val="FF0000"/>
              </a:buClr>
            </a:pPr>
            <a:r>
              <a:rPr lang="en-US" altLang="en-US" b="1">
                <a:latin typeface="Arial" charset="0"/>
                <a:cs typeface="Arial" charset="0"/>
              </a:rPr>
              <a:t>m =( 5</a:t>
            </a:r>
            <a:r>
              <a:rPr lang="en-US" altLang="en-US" b="1" baseline="-30000">
                <a:latin typeface="Arial" charset="0"/>
                <a:cs typeface="Arial" charset="0"/>
              </a:rPr>
              <a:t> </a:t>
            </a:r>
            <a:r>
              <a:rPr lang="en-US" altLang="en-US" b="1">
                <a:latin typeface="Times New Roman"/>
                <a:cs typeface="Arial" charset="0"/>
              </a:rPr>
              <a:t>–</a:t>
            </a:r>
            <a:r>
              <a:rPr lang="en-US" altLang="en-US" b="1">
                <a:latin typeface="Arial" charset="0"/>
                <a:cs typeface="Arial" charset="0"/>
              </a:rPr>
              <a:t>  9)/( 11 </a:t>
            </a:r>
            <a:r>
              <a:rPr lang="en-US" altLang="en-US" b="1">
                <a:latin typeface="Times New Roman"/>
                <a:cs typeface="Arial" charset="0"/>
              </a:rPr>
              <a:t>–</a:t>
            </a:r>
            <a:r>
              <a:rPr lang="en-US" altLang="en-US" b="1">
                <a:latin typeface="Arial" charset="0"/>
                <a:cs typeface="Arial" charset="0"/>
              </a:rPr>
              <a:t>  16) =   4/5</a:t>
            </a:r>
            <a:endParaRPr lang="en-US" altLang="en-US"/>
          </a:p>
          <a:p>
            <a:pPr algn="ctr">
              <a:lnSpc>
                <a:spcPct val="60000"/>
              </a:lnSpc>
              <a:spcBef>
                <a:spcPct val="50000"/>
              </a:spcBef>
              <a:buClr>
                <a:srgbClr val="FF0000"/>
              </a:buClr>
            </a:pPr>
            <a:r>
              <a:rPr lang="en-US" altLang="en-US" b="1">
                <a:latin typeface="Arial" charset="0"/>
                <a:cs typeface="Arial" charset="0"/>
              </a:rPr>
              <a:t>x'</a:t>
            </a:r>
            <a:r>
              <a:rPr lang="en-US" altLang="en-US" b="1" baseline="-30000">
                <a:latin typeface="Arial" charset="0"/>
                <a:cs typeface="Arial" charset="0"/>
              </a:rPr>
              <a:t>D</a:t>
            </a:r>
            <a:r>
              <a:rPr lang="en-US" altLang="en-US">
                <a:latin typeface="Arial" charset="0"/>
                <a:cs typeface="Arial" charset="0"/>
              </a:rPr>
              <a:t> = </a:t>
            </a:r>
            <a:r>
              <a:rPr lang="en-US" altLang="en-US" b="1">
                <a:latin typeface="Arial" charset="0"/>
                <a:cs typeface="Arial" charset="0"/>
              </a:rPr>
              <a:t>11</a:t>
            </a:r>
            <a:r>
              <a:rPr lang="en-US" altLang="en-US">
                <a:latin typeface="Arial" charset="0"/>
                <a:cs typeface="Arial" charset="0"/>
              </a:rPr>
              <a:t> + (</a:t>
            </a:r>
            <a:r>
              <a:rPr lang="en-US" altLang="en-US" b="1">
                <a:latin typeface="Arial" charset="0"/>
                <a:cs typeface="Arial" charset="0"/>
              </a:rPr>
              <a:t>5</a:t>
            </a:r>
            <a:r>
              <a:rPr lang="en-US" altLang="en-US">
                <a:latin typeface="Arial" charset="0"/>
                <a:cs typeface="Arial" charset="0"/>
              </a:rPr>
              <a:t>/</a:t>
            </a:r>
            <a:r>
              <a:rPr lang="en-US" altLang="en-US" b="1">
                <a:latin typeface="Arial" charset="0"/>
                <a:cs typeface="Arial" charset="0"/>
              </a:rPr>
              <a:t>4</a:t>
            </a:r>
            <a:r>
              <a:rPr lang="en-US" altLang="en-US">
                <a:latin typeface="Arial" charset="0"/>
                <a:cs typeface="Arial" charset="0"/>
              </a:rPr>
              <a:t>)(</a:t>
            </a:r>
            <a:r>
              <a:rPr lang="en-US" altLang="en-US" b="1">
                <a:latin typeface="Arial" charset="0"/>
                <a:cs typeface="Arial" charset="0"/>
              </a:rPr>
              <a:t> 9 </a:t>
            </a:r>
            <a:r>
              <a:rPr lang="en-US" altLang="en-US" b="1">
                <a:latin typeface="Times New Roman"/>
                <a:cs typeface="Arial" charset="0"/>
              </a:rPr>
              <a:t>–</a:t>
            </a:r>
            <a:r>
              <a:rPr lang="en-US" altLang="en-US" b="1">
                <a:latin typeface="Arial" charset="0"/>
                <a:cs typeface="Arial" charset="0"/>
              </a:rPr>
              <a:t> 1 </a:t>
            </a:r>
            <a:r>
              <a:rPr lang="en-US" altLang="en-US" b="1">
                <a:latin typeface="Times New Roman"/>
                <a:cs typeface="Arial" charset="0"/>
              </a:rPr>
              <a:t>–</a:t>
            </a:r>
            <a:r>
              <a:rPr lang="en-US" altLang="en-US" b="1">
                <a:latin typeface="Arial" charset="0"/>
                <a:cs typeface="Arial" charset="0"/>
              </a:rPr>
              <a:t>  5</a:t>
            </a:r>
            <a:r>
              <a:rPr lang="en-US" altLang="en-US">
                <a:latin typeface="Arial" charset="0"/>
                <a:cs typeface="Arial" charset="0"/>
              </a:rPr>
              <a:t>) </a:t>
            </a:r>
            <a:r>
              <a:rPr lang="en-US" altLang="en-US" b="1">
                <a:latin typeface="Arial" charset="0"/>
                <a:cs typeface="Arial" charset="0"/>
              </a:rPr>
              <a:t>= 59/4 = 14.75 </a:t>
            </a:r>
            <a:r>
              <a:rPr lang="en-US" altLang="en-US" b="1">
                <a:latin typeface="Arial" charset="0"/>
                <a:cs typeface="Arial" charset="0"/>
                <a:sym typeface="Symbol" pitchFamily="18" charset="2"/>
              </a:rPr>
              <a:t></a:t>
            </a:r>
            <a:r>
              <a:rPr lang="en-US" altLang="en-US" b="1">
                <a:latin typeface="Arial" charset="0"/>
                <a:cs typeface="Arial" charset="0"/>
              </a:rPr>
              <a:t> 15</a:t>
            </a:r>
            <a:endParaRPr lang="en-US" altLang="en-US"/>
          </a:p>
          <a:p>
            <a:pPr algn="ctr">
              <a:lnSpc>
                <a:spcPct val="60000"/>
              </a:lnSpc>
              <a:spcBef>
                <a:spcPct val="50000"/>
              </a:spcBef>
              <a:buClr>
                <a:srgbClr val="FF0000"/>
              </a:buClr>
            </a:pPr>
            <a:r>
              <a:rPr lang="en-US" altLang="en-US">
                <a:latin typeface="Arial" charset="0"/>
                <a:cs typeface="Arial" charset="0"/>
              </a:rPr>
              <a:t>The vertex </a:t>
            </a:r>
            <a:r>
              <a:rPr lang="en-US" altLang="en-US" b="1">
                <a:latin typeface="Arial" charset="0"/>
                <a:cs typeface="Arial" charset="0"/>
              </a:rPr>
              <a:t>D</a:t>
            </a:r>
            <a:r>
              <a:rPr lang="en-US" altLang="en-US">
                <a:latin typeface="Arial" charset="0"/>
                <a:cs typeface="Arial" charset="0"/>
              </a:rPr>
              <a:t> is split to </a:t>
            </a:r>
            <a:r>
              <a:rPr lang="en-US" altLang="en-US" b="1">
                <a:latin typeface="Arial" charset="0"/>
                <a:cs typeface="Arial" charset="0"/>
              </a:rPr>
              <a:t>D</a:t>
            </a:r>
            <a:r>
              <a:rPr lang="en-US" altLang="en-US">
                <a:latin typeface="Arial" charset="0"/>
                <a:cs typeface="Arial" charset="0"/>
              </a:rPr>
              <a:t>(</a:t>
            </a:r>
            <a:r>
              <a:rPr lang="en-US" altLang="en-US" b="1">
                <a:latin typeface="Arial" charset="0"/>
                <a:cs typeface="Arial" charset="0"/>
              </a:rPr>
              <a:t>16, 9</a:t>
            </a:r>
            <a:r>
              <a:rPr lang="en-US" altLang="en-US">
                <a:latin typeface="Arial" charset="0"/>
                <a:cs typeface="Arial" charset="0"/>
              </a:rPr>
              <a:t>)  and </a:t>
            </a:r>
            <a:r>
              <a:rPr lang="en-US" altLang="en-US" b="1">
                <a:latin typeface="Arial" charset="0"/>
                <a:cs typeface="Arial" charset="0"/>
              </a:rPr>
              <a:t>D'</a:t>
            </a:r>
            <a:r>
              <a:rPr lang="en-US" altLang="en-US">
                <a:latin typeface="Arial" charset="0"/>
                <a:cs typeface="Arial" charset="0"/>
              </a:rPr>
              <a:t> (</a:t>
            </a:r>
            <a:r>
              <a:rPr lang="en-US" altLang="en-US" b="1">
                <a:latin typeface="Arial" charset="0"/>
                <a:cs typeface="Arial" charset="0"/>
              </a:rPr>
              <a:t>15</a:t>
            </a:r>
            <a:r>
              <a:rPr lang="en-US" altLang="en-US">
                <a:latin typeface="Arial" charset="0"/>
                <a:cs typeface="Arial" charset="0"/>
              </a:rPr>
              <a:t>, </a:t>
            </a:r>
            <a:r>
              <a:rPr lang="en-US" altLang="en-US" b="1">
                <a:latin typeface="Arial" charset="0"/>
                <a:cs typeface="Arial" charset="0"/>
              </a:rPr>
              <a:t>8</a:t>
            </a:r>
            <a:r>
              <a:rPr lang="en-US" altLang="en-US">
                <a:latin typeface="Arial" charset="0"/>
                <a:cs typeface="Arial" charset="0"/>
              </a:rPr>
              <a:t>)</a:t>
            </a:r>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p:txBody>
          <a:bodyPr/>
          <a:lstStyle/>
          <a:p>
            <a:fld id="{9FCDB228-A116-456B-9519-A8E9D9A8724B}" type="slidenum">
              <a:rPr lang="en-US" altLang="en-US"/>
              <a:pPr/>
              <a:t>17</a:t>
            </a:fld>
            <a:endParaRPr lang="en-US" altLang="en-US"/>
          </a:p>
        </p:txBody>
      </p:sp>
      <p:sp>
        <p:nvSpPr>
          <p:cNvPr id="92162" name="Text Box 2"/>
          <p:cNvSpPr txBox="1">
            <a:spLocks noChangeArrowheads="1"/>
          </p:cNvSpPr>
          <p:nvPr/>
        </p:nvSpPr>
        <p:spPr bwMode="auto">
          <a:xfrm>
            <a:off x="342900" y="228600"/>
            <a:ext cx="8458200" cy="1116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3200" b="1">
                <a:solidFill>
                  <a:schemeClr val="accent2"/>
                </a:solidFill>
                <a:latin typeface="Arial" charset="0"/>
              </a:rPr>
              <a:t>The Scan-Line Polygon Fill Algorithm</a:t>
            </a:r>
          </a:p>
          <a:p>
            <a:pPr algn="just">
              <a:lnSpc>
                <a:spcPct val="60000"/>
              </a:lnSpc>
              <a:spcBef>
                <a:spcPct val="50000"/>
              </a:spcBef>
            </a:pPr>
            <a:r>
              <a:rPr lang="en-US" altLang="en-US" sz="2800" b="1">
                <a:solidFill>
                  <a:srgbClr val="FF0000"/>
                </a:solidFill>
                <a:latin typeface="Arial" charset="0"/>
                <a:cs typeface="Arial" charset="0"/>
              </a:rPr>
              <a:t>(Example)</a:t>
            </a:r>
            <a:r>
              <a:rPr lang="en-US" altLang="en-US" sz="3200" b="1">
                <a:solidFill>
                  <a:schemeClr val="accent2"/>
                </a:solidFill>
                <a:latin typeface="Arial" charset="0"/>
                <a:cs typeface="Arial" charset="0"/>
              </a:rPr>
              <a:t> </a:t>
            </a:r>
            <a:endParaRPr lang="en-US" altLang="en-US" sz="2800">
              <a:latin typeface="Arial" charset="0"/>
              <a:cs typeface="Arial" charset="0"/>
            </a:endParaRPr>
          </a:p>
        </p:txBody>
      </p:sp>
      <p:pic>
        <p:nvPicPr>
          <p:cNvPr id="92164" name="Picture 4" descr="E:\454 computer graphics\chapter 5\slide figures\exa0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7900" y="1600200"/>
            <a:ext cx="7188200" cy="2851150"/>
          </a:xfrm>
          <a:prstGeom prst="rect">
            <a:avLst/>
          </a:prstGeom>
          <a:noFill/>
          <a:extLst>
            <a:ext uri="{909E8E84-426E-40DD-AFC4-6F175D3DCCD1}">
              <a14:hiddenFill xmlns:a14="http://schemas.microsoft.com/office/drawing/2010/main">
                <a:solidFill>
                  <a:srgbClr val="FFFFFF"/>
                </a:solidFill>
              </a14:hiddenFill>
            </a:ext>
          </a:extLst>
        </p:spPr>
      </p:pic>
      <p:pic>
        <p:nvPicPr>
          <p:cNvPr id="92165" name="Picture 5" descr="E:\454 computer graphics\chapter 5\slide figures\exa0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4572000"/>
            <a:ext cx="7162800" cy="12604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2"/>
          </p:nvPr>
        </p:nvSpPr>
        <p:spPr/>
        <p:txBody>
          <a:bodyPr/>
          <a:lstStyle/>
          <a:p>
            <a:fld id="{9006A60E-7808-46FE-BA08-91E0E2829358}" type="slidenum">
              <a:rPr lang="en-US" altLang="en-US"/>
              <a:pPr/>
              <a:t>18</a:t>
            </a:fld>
            <a:endParaRPr lang="en-US" altLang="en-US"/>
          </a:p>
        </p:txBody>
      </p:sp>
      <p:sp>
        <p:nvSpPr>
          <p:cNvPr id="95234" name="Text Box 2"/>
          <p:cNvSpPr txBox="1">
            <a:spLocks noChangeArrowheads="1"/>
          </p:cNvSpPr>
          <p:nvPr/>
        </p:nvSpPr>
        <p:spPr bwMode="auto">
          <a:xfrm>
            <a:off x="342900" y="228600"/>
            <a:ext cx="8458200" cy="1116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3200" b="1">
                <a:solidFill>
                  <a:schemeClr val="accent2"/>
                </a:solidFill>
                <a:latin typeface="Arial" charset="0"/>
              </a:rPr>
              <a:t>The Scan-Line Polygon Fill Algorithm</a:t>
            </a:r>
          </a:p>
          <a:p>
            <a:pPr algn="just">
              <a:lnSpc>
                <a:spcPct val="60000"/>
              </a:lnSpc>
              <a:spcBef>
                <a:spcPct val="50000"/>
              </a:spcBef>
            </a:pPr>
            <a:r>
              <a:rPr lang="en-US" altLang="en-US" sz="2800" b="1">
                <a:solidFill>
                  <a:srgbClr val="FF0000"/>
                </a:solidFill>
                <a:latin typeface="Arial" charset="0"/>
                <a:cs typeface="Arial" charset="0"/>
              </a:rPr>
              <a:t>(Example)</a:t>
            </a:r>
            <a:r>
              <a:rPr lang="en-US" altLang="en-US" sz="3200" b="1">
                <a:solidFill>
                  <a:schemeClr val="accent2"/>
                </a:solidFill>
                <a:latin typeface="Arial" charset="0"/>
                <a:cs typeface="Arial" charset="0"/>
              </a:rPr>
              <a:t> </a:t>
            </a:r>
            <a:r>
              <a:rPr lang="en-US" altLang="en-US" sz="2800">
                <a:latin typeface="Arial" charset="0"/>
                <a:cs typeface="Arial" charset="0"/>
              </a:rPr>
              <a:t> </a:t>
            </a:r>
          </a:p>
        </p:txBody>
      </p:sp>
      <p:pic>
        <p:nvPicPr>
          <p:cNvPr id="95235" name="Picture 3" descr="E:\454 computer graphics\chapter 5\slide figures\exa0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371600"/>
            <a:ext cx="6215063" cy="48958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2"/>
          </p:nvPr>
        </p:nvSpPr>
        <p:spPr/>
        <p:txBody>
          <a:bodyPr/>
          <a:lstStyle/>
          <a:p>
            <a:fld id="{E926F6F0-3174-4310-9629-D9C34C57AC6A}" type="slidenum">
              <a:rPr lang="en-US" altLang="en-US"/>
              <a:pPr/>
              <a:t>19</a:t>
            </a:fld>
            <a:endParaRPr lang="en-US" altLang="en-US"/>
          </a:p>
        </p:txBody>
      </p:sp>
      <p:sp>
        <p:nvSpPr>
          <p:cNvPr id="96258" name="Text Box 2"/>
          <p:cNvSpPr txBox="1">
            <a:spLocks noChangeArrowheads="1"/>
          </p:cNvSpPr>
          <p:nvPr/>
        </p:nvSpPr>
        <p:spPr bwMode="auto">
          <a:xfrm>
            <a:off x="342900" y="228600"/>
            <a:ext cx="8458200" cy="1116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3200" b="1">
                <a:solidFill>
                  <a:schemeClr val="accent2"/>
                </a:solidFill>
                <a:latin typeface="Arial" charset="0"/>
              </a:rPr>
              <a:t>The Scan-Line Polygon Fill Algorithm</a:t>
            </a:r>
          </a:p>
          <a:p>
            <a:pPr algn="just">
              <a:lnSpc>
                <a:spcPct val="60000"/>
              </a:lnSpc>
              <a:spcBef>
                <a:spcPct val="50000"/>
              </a:spcBef>
            </a:pPr>
            <a:r>
              <a:rPr lang="en-US" altLang="en-US" sz="2800" b="1">
                <a:solidFill>
                  <a:srgbClr val="FF0000"/>
                </a:solidFill>
                <a:latin typeface="Arial" charset="0"/>
                <a:cs typeface="Arial" charset="0"/>
              </a:rPr>
              <a:t>(Example)</a:t>
            </a:r>
            <a:r>
              <a:rPr lang="en-US" altLang="en-US" sz="3200" b="1">
                <a:solidFill>
                  <a:schemeClr val="accent2"/>
                </a:solidFill>
                <a:latin typeface="Arial" charset="0"/>
                <a:cs typeface="Arial" charset="0"/>
              </a:rPr>
              <a:t> </a:t>
            </a:r>
            <a:r>
              <a:rPr lang="en-US" altLang="en-US" sz="2800">
                <a:latin typeface="Arial" charset="0"/>
                <a:cs typeface="Arial" charset="0"/>
              </a:rPr>
              <a:t> </a:t>
            </a:r>
          </a:p>
        </p:txBody>
      </p:sp>
      <p:pic>
        <p:nvPicPr>
          <p:cNvPr id="96259" name="Picture 3" descr="E:\454 computer graphics\chapter 5\slide figures\exa07.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914400"/>
            <a:ext cx="6289675" cy="5429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2"/>
          </p:nvPr>
        </p:nvSpPr>
        <p:spPr/>
        <p:txBody>
          <a:bodyPr/>
          <a:lstStyle/>
          <a:p>
            <a:fld id="{FB353745-F8A4-45D4-8AE7-9C4EEC5DAFE8}" type="slidenum">
              <a:rPr lang="en-US" altLang="en-US"/>
              <a:pPr/>
              <a:t>20</a:t>
            </a:fld>
            <a:endParaRPr lang="en-US" altLang="en-US"/>
          </a:p>
        </p:txBody>
      </p:sp>
      <p:sp>
        <p:nvSpPr>
          <p:cNvPr id="97282" name="Text Box 2"/>
          <p:cNvSpPr txBox="1">
            <a:spLocks noChangeArrowheads="1"/>
          </p:cNvSpPr>
          <p:nvPr/>
        </p:nvSpPr>
        <p:spPr bwMode="auto">
          <a:xfrm>
            <a:off x="342900" y="228600"/>
            <a:ext cx="8458200" cy="1116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3200" b="1">
                <a:solidFill>
                  <a:schemeClr val="accent2"/>
                </a:solidFill>
                <a:latin typeface="Arial" charset="0"/>
              </a:rPr>
              <a:t>The Scan-Line Polygon Fill Algorithm</a:t>
            </a:r>
          </a:p>
          <a:p>
            <a:pPr algn="just">
              <a:lnSpc>
                <a:spcPct val="60000"/>
              </a:lnSpc>
              <a:spcBef>
                <a:spcPct val="50000"/>
              </a:spcBef>
            </a:pPr>
            <a:r>
              <a:rPr lang="en-US" altLang="en-US" sz="2800" b="1">
                <a:solidFill>
                  <a:srgbClr val="FF0000"/>
                </a:solidFill>
                <a:latin typeface="Arial" charset="0"/>
                <a:cs typeface="Arial" charset="0"/>
              </a:rPr>
              <a:t>(Example)</a:t>
            </a:r>
            <a:r>
              <a:rPr lang="en-US" altLang="en-US" sz="3200" b="1">
                <a:solidFill>
                  <a:schemeClr val="accent2"/>
                </a:solidFill>
                <a:latin typeface="Arial" charset="0"/>
                <a:cs typeface="Arial" charset="0"/>
              </a:rPr>
              <a:t> </a:t>
            </a:r>
            <a:r>
              <a:rPr lang="en-US" altLang="en-US" sz="2800">
                <a:latin typeface="Arial" charset="0"/>
                <a:cs typeface="Arial" charset="0"/>
              </a:rPr>
              <a:t> </a:t>
            </a:r>
          </a:p>
        </p:txBody>
      </p:sp>
      <p:pic>
        <p:nvPicPr>
          <p:cNvPr id="97283" name="Picture 3" descr="E:\454 computer graphics\chapter 5\slide figures\exa0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914400"/>
            <a:ext cx="5953125" cy="56308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p:txBody>
          <a:bodyPr/>
          <a:lstStyle/>
          <a:p>
            <a:fld id="{9A1C1A53-8192-44C6-ACA8-DD07DB1556B1}" type="slidenum">
              <a:rPr lang="en-US" altLang="en-US"/>
              <a:pPr/>
              <a:t>21</a:t>
            </a:fld>
            <a:endParaRPr lang="en-US" altLang="en-US"/>
          </a:p>
        </p:txBody>
      </p:sp>
      <p:sp>
        <p:nvSpPr>
          <p:cNvPr id="98306" name="Text Box 2"/>
          <p:cNvSpPr txBox="1">
            <a:spLocks noChangeArrowheads="1"/>
          </p:cNvSpPr>
          <p:nvPr/>
        </p:nvSpPr>
        <p:spPr bwMode="auto">
          <a:xfrm>
            <a:off x="342900" y="228600"/>
            <a:ext cx="8458200" cy="1116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3200" b="1">
                <a:solidFill>
                  <a:schemeClr val="accent2"/>
                </a:solidFill>
                <a:latin typeface="Arial" charset="0"/>
              </a:rPr>
              <a:t>The Scan-Line Polygon Fill Algorithm</a:t>
            </a:r>
          </a:p>
          <a:p>
            <a:pPr algn="just">
              <a:lnSpc>
                <a:spcPct val="60000"/>
              </a:lnSpc>
              <a:spcBef>
                <a:spcPct val="50000"/>
              </a:spcBef>
            </a:pPr>
            <a:r>
              <a:rPr lang="en-US" altLang="en-US" sz="2800" b="1">
                <a:solidFill>
                  <a:srgbClr val="FF0000"/>
                </a:solidFill>
                <a:latin typeface="Arial" charset="0"/>
                <a:cs typeface="Arial" charset="0"/>
              </a:rPr>
              <a:t>(Example)</a:t>
            </a:r>
            <a:r>
              <a:rPr lang="en-US" altLang="en-US" sz="3200" b="1">
                <a:solidFill>
                  <a:schemeClr val="accent2"/>
                </a:solidFill>
                <a:latin typeface="Arial" charset="0"/>
                <a:cs typeface="Arial" charset="0"/>
              </a:rPr>
              <a:t> </a:t>
            </a:r>
            <a:r>
              <a:rPr lang="en-US" altLang="en-US" sz="2800">
                <a:latin typeface="Arial" charset="0"/>
                <a:cs typeface="Arial" charset="0"/>
              </a:rPr>
              <a:t> </a:t>
            </a:r>
          </a:p>
        </p:txBody>
      </p:sp>
      <p:pic>
        <p:nvPicPr>
          <p:cNvPr id="98307" name="Picture 3" descr="E:\454 computer graphics\chapter 5\slide figures\exa0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175" y="1371600"/>
            <a:ext cx="4441825" cy="2763838"/>
          </a:xfrm>
          <a:prstGeom prst="rect">
            <a:avLst/>
          </a:prstGeom>
          <a:noFill/>
          <a:extLst>
            <a:ext uri="{909E8E84-426E-40DD-AFC4-6F175D3DCCD1}">
              <a14:hiddenFill xmlns:a14="http://schemas.microsoft.com/office/drawing/2010/main">
                <a:solidFill>
                  <a:srgbClr val="FFFFFF"/>
                </a:solidFill>
              </a14:hiddenFill>
            </a:ext>
          </a:extLst>
        </p:spPr>
      </p:pic>
      <p:pic>
        <p:nvPicPr>
          <p:cNvPr id="98308" name="Picture 4" descr="E:\454 computer graphics\chapter 5\faraf scan example\filled.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7088" y="1292225"/>
            <a:ext cx="4506912" cy="42735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1D21E0B-EC50-4CFE-8734-1CB184F1CAFF}" type="slidenum">
              <a:rPr lang="en-US" altLang="en-US"/>
              <a:pPr/>
              <a:t>22</a:t>
            </a:fld>
            <a:endParaRPr lang="en-US" altLang="en-US"/>
          </a:p>
        </p:txBody>
      </p:sp>
      <p:sp>
        <p:nvSpPr>
          <p:cNvPr id="99330" name="Text Box 2"/>
          <p:cNvSpPr txBox="1">
            <a:spLocks noChangeArrowheads="1"/>
          </p:cNvSpPr>
          <p:nvPr/>
        </p:nvSpPr>
        <p:spPr bwMode="auto">
          <a:xfrm>
            <a:off x="342900" y="228600"/>
            <a:ext cx="8458200" cy="467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3200" b="1">
                <a:solidFill>
                  <a:schemeClr val="accent2"/>
                </a:solidFill>
                <a:latin typeface="Arial" charset="0"/>
              </a:rPr>
              <a:t>Boundary Fill Algorithm </a:t>
            </a:r>
          </a:p>
          <a:p>
            <a:pPr algn="just">
              <a:lnSpc>
                <a:spcPct val="90000"/>
              </a:lnSpc>
              <a:spcBef>
                <a:spcPct val="50000"/>
              </a:spcBef>
              <a:buClr>
                <a:srgbClr val="FF0000"/>
              </a:buClr>
              <a:buFontTx/>
              <a:buChar char="•"/>
            </a:pPr>
            <a:r>
              <a:rPr lang="en-US" altLang="en-US" sz="2800">
                <a:latin typeface="Arial" charset="0"/>
                <a:cs typeface="Arial" charset="0"/>
              </a:rPr>
              <a:t> Another approach to area filling is to start at a point inside a region and paint the interior outward toward the boundary. </a:t>
            </a:r>
          </a:p>
          <a:p>
            <a:pPr algn="just">
              <a:lnSpc>
                <a:spcPct val="90000"/>
              </a:lnSpc>
              <a:spcBef>
                <a:spcPct val="50000"/>
              </a:spcBef>
              <a:buClr>
                <a:srgbClr val="FF0000"/>
              </a:buClr>
              <a:buFontTx/>
              <a:buChar char="•"/>
            </a:pPr>
            <a:r>
              <a:rPr lang="en-US" altLang="en-US" sz="2800">
                <a:latin typeface="Arial" charset="0"/>
                <a:cs typeface="Arial" charset="0"/>
              </a:rPr>
              <a:t> If the boundary is specified in a single color, the fill algorithm processed outward pixel by pixel until the boundary color is encountered. </a:t>
            </a:r>
          </a:p>
          <a:p>
            <a:pPr algn="just">
              <a:lnSpc>
                <a:spcPct val="90000"/>
              </a:lnSpc>
              <a:spcBef>
                <a:spcPct val="50000"/>
              </a:spcBef>
              <a:buClr>
                <a:srgbClr val="FF0000"/>
              </a:buClr>
              <a:buFontTx/>
              <a:buChar char="•"/>
            </a:pPr>
            <a:r>
              <a:rPr lang="en-US" altLang="en-US" sz="2800">
                <a:latin typeface="Arial" charset="0"/>
                <a:cs typeface="Arial" charset="0"/>
              </a:rPr>
              <a:t> A boundary-fill procedure accepts as input the coordinate of the interior </a:t>
            </a:r>
            <a:r>
              <a:rPr lang="en-US" altLang="en-US" sz="2800" b="1">
                <a:latin typeface="Arial" charset="0"/>
                <a:cs typeface="Arial" charset="0"/>
              </a:rPr>
              <a:t>point (x, y)</a:t>
            </a:r>
            <a:r>
              <a:rPr lang="en-US" altLang="en-US" sz="2800">
                <a:latin typeface="Arial" charset="0"/>
                <a:cs typeface="Arial" charset="0"/>
              </a:rPr>
              <a:t>, a </a:t>
            </a:r>
            <a:r>
              <a:rPr lang="en-US" altLang="en-US" sz="2800" b="1">
                <a:latin typeface="Arial" charset="0"/>
                <a:cs typeface="Arial" charset="0"/>
              </a:rPr>
              <a:t>fill color</a:t>
            </a:r>
            <a:r>
              <a:rPr lang="en-US" altLang="en-US" sz="2800">
                <a:latin typeface="Arial" charset="0"/>
                <a:cs typeface="Arial" charset="0"/>
              </a:rPr>
              <a:t>, and a </a:t>
            </a:r>
            <a:r>
              <a:rPr lang="en-US" altLang="en-US" sz="2800" b="1">
                <a:latin typeface="Arial" charset="0"/>
                <a:cs typeface="Arial" charset="0"/>
              </a:rPr>
              <a:t>boundary color</a:t>
            </a:r>
            <a:r>
              <a:rPr lang="en-US" altLang="en-US" sz="2800">
                <a:latin typeface="Arial" charset="0"/>
                <a:cs typeface="Arial" charset="0"/>
              </a:rPr>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06A7002-4544-4658-8AD2-9196F1BA9AD7}" type="slidenum">
              <a:rPr lang="en-US" altLang="en-US"/>
              <a:pPr/>
              <a:t>23</a:t>
            </a:fld>
            <a:endParaRPr lang="en-US" altLang="en-US"/>
          </a:p>
        </p:txBody>
      </p:sp>
      <p:sp>
        <p:nvSpPr>
          <p:cNvPr id="101378" name="Text Box 2"/>
          <p:cNvSpPr txBox="1">
            <a:spLocks noChangeArrowheads="1"/>
          </p:cNvSpPr>
          <p:nvPr/>
        </p:nvSpPr>
        <p:spPr bwMode="auto">
          <a:xfrm>
            <a:off x="342900" y="228600"/>
            <a:ext cx="8458200" cy="570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cs typeface="Times New Roman" pitchFamily="18" charset="0"/>
              </a:defRPr>
            </a:lvl1pPr>
            <a:lvl2pPr marL="977900" indent="-457200">
              <a:defRPr sz="2400">
                <a:solidFill>
                  <a:schemeClr val="tx1"/>
                </a:solidFill>
                <a:latin typeface="Times New Roman" pitchFamily="18" charset="0"/>
                <a:cs typeface="Times New Roman" pitchFamily="18" charset="0"/>
              </a:defRPr>
            </a:lvl2pPr>
            <a:lvl3pPr marL="1549400" indent="-457200">
              <a:defRPr sz="2400">
                <a:solidFill>
                  <a:schemeClr val="tx1"/>
                </a:solidFill>
                <a:latin typeface="Times New Roman" pitchFamily="18" charset="0"/>
                <a:cs typeface="Times New Roman" pitchFamily="18" charset="0"/>
              </a:defRPr>
            </a:lvl3pPr>
            <a:lvl4pPr marL="2120900" indent="-457200">
              <a:defRPr sz="2400">
                <a:solidFill>
                  <a:schemeClr val="tx1"/>
                </a:solidFill>
                <a:latin typeface="Times New Roman" pitchFamily="18" charset="0"/>
                <a:cs typeface="Times New Roman" pitchFamily="18" charset="0"/>
              </a:defRPr>
            </a:lvl4pPr>
            <a:lvl5pPr marL="2692400" indent="-457200">
              <a:defRPr sz="2400">
                <a:solidFill>
                  <a:schemeClr val="tx1"/>
                </a:solidFill>
                <a:latin typeface="Times New Roman" pitchFamily="18" charset="0"/>
                <a:cs typeface="Times New Roman" pitchFamily="18" charset="0"/>
              </a:defRPr>
            </a:lvl5pPr>
            <a:lvl6pPr marL="3149600" indent="-457200" fontAlgn="base">
              <a:spcBef>
                <a:spcPct val="0"/>
              </a:spcBef>
              <a:spcAft>
                <a:spcPct val="0"/>
              </a:spcAft>
              <a:defRPr sz="2400">
                <a:solidFill>
                  <a:schemeClr val="tx1"/>
                </a:solidFill>
                <a:latin typeface="Times New Roman" pitchFamily="18" charset="0"/>
                <a:cs typeface="Times New Roman" pitchFamily="18" charset="0"/>
              </a:defRPr>
            </a:lvl6pPr>
            <a:lvl7pPr marL="3606800" indent="-457200" fontAlgn="base">
              <a:spcBef>
                <a:spcPct val="0"/>
              </a:spcBef>
              <a:spcAft>
                <a:spcPct val="0"/>
              </a:spcAft>
              <a:defRPr sz="2400">
                <a:solidFill>
                  <a:schemeClr val="tx1"/>
                </a:solidFill>
                <a:latin typeface="Times New Roman" pitchFamily="18" charset="0"/>
                <a:cs typeface="Times New Roman" pitchFamily="18" charset="0"/>
              </a:defRPr>
            </a:lvl7pPr>
            <a:lvl8pPr marL="4064000" indent="-457200" fontAlgn="base">
              <a:spcBef>
                <a:spcPct val="0"/>
              </a:spcBef>
              <a:spcAft>
                <a:spcPct val="0"/>
              </a:spcAft>
              <a:defRPr sz="2400">
                <a:solidFill>
                  <a:schemeClr val="tx1"/>
                </a:solidFill>
                <a:latin typeface="Times New Roman" pitchFamily="18" charset="0"/>
                <a:cs typeface="Times New Roman" pitchFamily="18" charset="0"/>
              </a:defRPr>
            </a:lvl8pPr>
            <a:lvl9pPr marL="4521200" indent="-457200" fontAlgn="base">
              <a:spcBef>
                <a:spcPct val="0"/>
              </a:spcBef>
              <a:spcAft>
                <a:spcPct val="0"/>
              </a:spcAft>
              <a:defRPr sz="2400">
                <a:solidFill>
                  <a:schemeClr val="tx1"/>
                </a:solidFill>
                <a:latin typeface="Times New Roman" pitchFamily="18" charset="0"/>
                <a:cs typeface="Times New Roman" pitchFamily="18" charset="0"/>
              </a:defRPr>
            </a:lvl9pPr>
          </a:lstStyle>
          <a:p>
            <a:pPr eaLnBrk="0" hangingPunct="0"/>
            <a:r>
              <a:rPr lang="en-US" altLang="en-US" sz="3200" b="1">
                <a:solidFill>
                  <a:schemeClr val="accent2"/>
                </a:solidFill>
                <a:latin typeface="Arial" charset="0"/>
              </a:rPr>
              <a:t>Boundary Fill Algorithm</a:t>
            </a:r>
          </a:p>
          <a:p>
            <a:pPr algn="just" eaLnBrk="0" hangingPunct="0"/>
            <a:r>
              <a:rPr lang="en-US" altLang="en-US" sz="2800">
                <a:latin typeface="Arial" charset="0"/>
                <a:cs typeface="Arial" charset="0"/>
              </a:rPr>
              <a:t>The following steps illustrate the idea of the </a:t>
            </a:r>
            <a:r>
              <a:rPr lang="en-US" altLang="en-US" sz="2800" b="1">
                <a:latin typeface="Arial" charset="0"/>
                <a:cs typeface="Arial" charset="0"/>
              </a:rPr>
              <a:t>recursive</a:t>
            </a:r>
            <a:r>
              <a:rPr lang="en-US" altLang="en-US" sz="2800">
                <a:latin typeface="Arial" charset="0"/>
                <a:cs typeface="Arial" charset="0"/>
              </a:rPr>
              <a:t> boundary-fill algorithm:</a:t>
            </a:r>
          </a:p>
          <a:p>
            <a:pPr algn="just" eaLnBrk="0" hangingPunct="0"/>
            <a:endParaRPr lang="en-US" altLang="en-US" sz="2800">
              <a:latin typeface="Arial" charset="0"/>
              <a:cs typeface="Arial" charset="0"/>
            </a:endParaRPr>
          </a:p>
          <a:p>
            <a:pPr algn="just" eaLnBrk="0" hangingPunct="0"/>
            <a:r>
              <a:rPr lang="en-US" altLang="en-US" sz="2800" b="1">
                <a:solidFill>
                  <a:srgbClr val="FF0000"/>
                </a:solidFill>
                <a:latin typeface="Arial" charset="0"/>
                <a:cs typeface="Arial" charset="0"/>
              </a:rPr>
              <a:t>1.</a:t>
            </a:r>
            <a:r>
              <a:rPr lang="en-US" altLang="en-US" sz="2800">
                <a:latin typeface="Arial" charset="0"/>
                <a:cs typeface="Arial" charset="0"/>
              </a:rPr>
              <a:t> Start from an interior point.</a:t>
            </a:r>
          </a:p>
          <a:p>
            <a:pPr algn="just" eaLnBrk="0" hangingPunct="0"/>
            <a:r>
              <a:rPr lang="en-US" altLang="en-US" sz="2800" b="1">
                <a:solidFill>
                  <a:srgbClr val="FF0000"/>
                </a:solidFill>
                <a:latin typeface="Arial" charset="0"/>
                <a:cs typeface="Arial" charset="0"/>
              </a:rPr>
              <a:t>2.</a:t>
            </a:r>
            <a:r>
              <a:rPr lang="en-US" altLang="en-US" sz="2800">
                <a:latin typeface="Arial" charset="0"/>
                <a:cs typeface="Arial" charset="0"/>
              </a:rPr>
              <a:t> If the current pixel is </a:t>
            </a:r>
            <a:r>
              <a:rPr lang="en-US" altLang="en-US" sz="2800" b="1">
                <a:latin typeface="Arial" charset="0"/>
                <a:cs typeface="Arial" charset="0"/>
              </a:rPr>
              <a:t>not already</a:t>
            </a:r>
            <a:r>
              <a:rPr lang="en-US" altLang="en-US" sz="2800">
                <a:latin typeface="Arial" charset="0"/>
                <a:cs typeface="Arial" charset="0"/>
              </a:rPr>
              <a:t> filled and if it is not an edge point, then set the pixel with the fill color, and store its neighboring pixels (</a:t>
            </a:r>
            <a:r>
              <a:rPr lang="en-US" altLang="en-US" sz="2800" b="1">
                <a:latin typeface="Arial" charset="0"/>
                <a:cs typeface="Arial" charset="0"/>
              </a:rPr>
              <a:t>4 </a:t>
            </a:r>
            <a:r>
              <a:rPr lang="en-US" altLang="en-US" sz="2800">
                <a:latin typeface="Arial" charset="0"/>
                <a:cs typeface="Arial" charset="0"/>
              </a:rPr>
              <a:t>or</a:t>
            </a:r>
            <a:r>
              <a:rPr lang="en-US" altLang="en-US" sz="2800" b="1">
                <a:latin typeface="Arial" charset="0"/>
                <a:cs typeface="Arial" charset="0"/>
              </a:rPr>
              <a:t> 8-connected</a:t>
            </a:r>
            <a:r>
              <a:rPr lang="en-US" altLang="en-US" sz="2800">
                <a:latin typeface="Arial" charset="0"/>
                <a:cs typeface="Arial" charset="0"/>
              </a:rPr>
              <a:t>) in the stack for processing. Store only neighboring pixel that is </a:t>
            </a:r>
            <a:r>
              <a:rPr lang="en-US" altLang="en-US" sz="2800" b="1">
                <a:latin typeface="Arial" charset="0"/>
                <a:cs typeface="Arial" charset="0"/>
              </a:rPr>
              <a:t>not already</a:t>
            </a:r>
            <a:r>
              <a:rPr lang="en-US" altLang="en-US" sz="2800">
                <a:latin typeface="Arial" charset="0"/>
                <a:cs typeface="Arial" charset="0"/>
              </a:rPr>
              <a:t> filled and is not an edge point. </a:t>
            </a:r>
          </a:p>
          <a:p>
            <a:pPr algn="just" eaLnBrk="0" hangingPunct="0"/>
            <a:r>
              <a:rPr lang="en-US" altLang="en-US" sz="2800" b="1">
                <a:solidFill>
                  <a:srgbClr val="FF0000"/>
                </a:solidFill>
                <a:latin typeface="Arial" charset="0"/>
                <a:cs typeface="Arial" charset="0"/>
              </a:rPr>
              <a:t>3.</a:t>
            </a:r>
            <a:r>
              <a:rPr lang="en-US" altLang="en-US" sz="2800">
                <a:latin typeface="Arial" charset="0"/>
                <a:cs typeface="Arial" charset="0"/>
              </a:rPr>
              <a:t> </a:t>
            </a:r>
            <a:r>
              <a:rPr lang="en-US" altLang="en-US" sz="2800">
                <a:latin typeface="Arial" charset="0"/>
              </a:rPr>
              <a:t>Select the next pixel from the stack, and continue with step </a:t>
            </a:r>
            <a:r>
              <a:rPr lang="en-US" altLang="en-US" sz="2800" b="1">
                <a:latin typeface="Arial" charset="0"/>
              </a:rPr>
              <a:t>2</a:t>
            </a:r>
            <a:r>
              <a:rPr lang="en-US" altLang="en-US" sz="2800">
                <a:latin typeface="Arial" charset="0"/>
              </a:rPr>
              <a:t>.</a:t>
            </a:r>
            <a:r>
              <a:rPr lang="en-US" altLang="en-US" sz="2800">
                <a:latin typeface="Arial" charset="0"/>
                <a:cs typeface="Arial" charset="0"/>
              </a:rPr>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2"/>
          </p:nvPr>
        </p:nvSpPr>
        <p:spPr/>
        <p:txBody>
          <a:bodyPr/>
          <a:lstStyle/>
          <a:p>
            <a:fld id="{00B32D37-0290-4CB8-B1E2-B8E6BCFD3BC1}" type="slidenum">
              <a:rPr lang="en-US" altLang="en-US"/>
              <a:pPr/>
              <a:t>24</a:t>
            </a:fld>
            <a:endParaRPr lang="en-US" altLang="en-US"/>
          </a:p>
        </p:txBody>
      </p:sp>
      <p:sp>
        <p:nvSpPr>
          <p:cNvPr id="100354" name="Text Box 2"/>
          <p:cNvSpPr txBox="1">
            <a:spLocks noChangeArrowheads="1"/>
          </p:cNvSpPr>
          <p:nvPr/>
        </p:nvSpPr>
        <p:spPr bwMode="auto">
          <a:xfrm>
            <a:off x="342900" y="228600"/>
            <a:ext cx="8458200" cy="271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3200" b="1">
                <a:solidFill>
                  <a:schemeClr val="accent2"/>
                </a:solidFill>
                <a:latin typeface="Arial" charset="0"/>
              </a:rPr>
              <a:t>Boundary Fill Algorithm</a:t>
            </a:r>
          </a:p>
          <a:p>
            <a:pPr eaLnBrk="0" hangingPunct="0"/>
            <a:endParaRPr lang="en-US" altLang="en-US" sz="2800">
              <a:latin typeface="Arial" charset="0"/>
            </a:endParaRPr>
          </a:p>
          <a:p>
            <a:pPr eaLnBrk="0" hangingPunct="0"/>
            <a:r>
              <a:rPr lang="en-US" altLang="en-US" sz="2800">
                <a:latin typeface="Arial" charset="0"/>
              </a:rPr>
              <a:t>The order of pixels that should be added to stack using </a:t>
            </a:r>
            <a:r>
              <a:rPr lang="en-US" altLang="en-US" sz="2800" b="1">
                <a:solidFill>
                  <a:srgbClr val="FF0000"/>
                </a:solidFill>
                <a:latin typeface="Arial" charset="0"/>
              </a:rPr>
              <a:t>4-connected</a:t>
            </a:r>
            <a:r>
              <a:rPr lang="en-US" altLang="en-US" sz="2800">
                <a:latin typeface="Arial" charset="0"/>
              </a:rPr>
              <a:t> is above, below, left, and right. For </a:t>
            </a:r>
            <a:r>
              <a:rPr lang="en-US" altLang="en-US" sz="2800" b="1">
                <a:solidFill>
                  <a:srgbClr val="FF0000"/>
                </a:solidFill>
                <a:latin typeface="Arial" charset="0"/>
              </a:rPr>
              <a:t>8-connected</a:t>
            </a:r>
            <a:r>
              <a:rPr lang="en-US" altLang="en-US" sz="2800">
                <a:latin typeface="Arial" charset="0"/>
              </a:rPr>
              <a:t> is above, below, left, right, above-left, above-right, below-left, and below-right. </a:t>
            </a:r>
          </a:p>
        </p:txBody>
      </p:sp>
      <p:pic>
        <p:nvPicPr>
          <p:cNvPr id="100355" name="Picture 3" descr="E:\454 computer graphics\chapter 5\chapter5 Figures\4-8 connecte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6538" y="3733800"/>
            <a:ext cx="3590925" cy="16668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Slide Number Placeholder 3"/>
          <p:cNvSpPr>
            <a:spLocks noGrp="1"/>
          </p:cNvSpPr>
          <p:nvPr>
            <p:ph type="sldNum" sz="quarter" idx="12"/>
          </p:nvPr>
        </p:nvSpPr>
        <p:spPr/>
        <p:txBody>
          <a:bodyPr/>
          <a:lstStyle/>
          <a:p>
            <a:fld id="{47DAFE93-0121-406D-BA2E-A8E423F9C5C0}" type="slidenum">
              <a:rPr lang="en-US" altLang="en-US"/>
              <a:pPr/>
              <a:t>25</a:t>
            </a:fld>
            <a:endParaRPr lang="en-US" altLang="en-US"/>
          </a:p>
        </p:txBody>
      </p:sp>
      <p:graphicFrame>
        <p:nvGraphicFramePr>
          <p:cNvPr id="31747" name="Group 3"/>
          <p:cNvGraphicFramePr>
            <a:graphicFrameLocks noGrp="1"/>
          </p:cNvGraphicFramePr>
          <p:nvPr/>
        </p:nvGraphicFramePr>
        <p:xfrm>
          <a:off x="6477000" y="1609725"/>
          <a:ext cx="304800" cy="1828800"/>
        </p:xfrm>
        <a:graphic>
          <a:graphicData uri="http://schemas.openxmlformats.org/drawingml/2006/table">
            <a:tbl>
              <a:tblPr/>
              <a:tblGrid>
                <a:gridCol w="3048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pSp>
        <p:nvGrpSpPr>
          <p:cNvPr id="32090" name="Group 346"/>
          <p:cNvGrpSpPr>
            <a:grpSpLocks/>
          </p:cNvGrpSpPr>
          <p:nvPr/>
        </p:nvGrpSpPr>
        <p:grpSpPr bwMode="auto">
          <a:xfrm>
            <a:off x="3657600" y="1827213"/>
            <a:ext cx="2408238" cy="2667000"/>
            <a:chOff x="2112" y="1584"/>
            <a:chExt cx="1517" cy="1680"/>
          </a:xfrm>
        </p:grpSpPr>
        <p:sp>
          <p:nvSpPr>
            <p:cNvPr id="31746" name="Text Box 2"/>
            <p:cNvSpPr txBox="1">
              <a:spLocks noChangeArrowheads="1"/>
            </p:cNvSpPr>
            <p:nvPr/>
          </p:nvSpPr>
          <p:spPr bwMode="auto">
            <a:xfrm>
              <a:off x="2208" y="3072"/>
              <a:ext cx="91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1400" b="1">
                  <a:latin typeface="Arial" charset="0"/>
                </a:rPr>
                <a:t>Start Position</a:t>
              </a:r>
            </a:p>
          </p:txBody>
        </p:sp>
        <p:sp>
          <p:nvSpPr>
            <p:cNvPr id="31765" name="Oval 21"/>
            <p:cNvSpPr>
              <a:spLocks noChangeAspect="1" noChangeArrowheads="1"/>
            </p:cNvSpPr>
            <p:nvPr/>
          </p:nvSpPr>
          <p:spPr bwMode="auto">
            <a:xfrm>
              <a:off x="2688" y="158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766" name="Oval 22"/>
            <p:cNvSpPr>
              <a:spLocks noChangeAspect="1" noChangeArrowheads="1"/>
            </p:cNvSpPr>
            <p:nvPr/>
          </p:nvSpPr>
          <p:spPr bwMode="auto">
            <a:xfrm>
              <a:off x="2880" y="158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767" name="Oval 23"/>
            <p:cNvSpPr>
              <a:spLocks noChangeAspect="1" noChangeArrowheads="1"/>
            </p:cNvSpPr>
            <p:nvPr/>
          </p:nvSpPr>
          <p:spPr bwMode="auto">
            <a:xfrm>
              <a:off x="3072" y="158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768" name="Oval 24"/>
            <p:cNvSpPr>
              <a:spLocks noChangeAspect="1" noChangeArrowheads="1"/>
            </p:cNvSpPr>
            <p:nvPr/>
          </p:nvSpPr>
          <p:spPr bwMode="auto">
            <a:xfrm>
              <a:off x="3264" y="158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769" name="Oval 25"/>
            <p:cNvSpPr>
              <a:spLocks noChangeAspect="1" noChangeArrowheads="1"/>
            </p:cNvSpPr>
            <p:nvPr/>
          </p:nvSpPr>
          <p:spPr bwMode="auto">
            <a:xfrm>
              <a:off x="3456" y="158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770" name="Oval 26"/>
            <p:cNvSpPr>
              <a:spLocks noChangeAspect="1" noChangeArrowheads="1"/>
            </p:cNvSpPr>
            <p:nvPr/>
          </p:nvSpPr>
          <p:spPr bwMode="auto">
            <a:xfrm>
              <a:off x="2688" y="177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771" name="Oval 27"/>
            <p:cNvSpPr>
              <a:spLocks noChangeAspect="1" noChangeArrowheads="1"/>
            </p:cNvSpPr>
            <p:nvPr/>
          </p:nvSpPr>
          <p:spPr bwMode="auto">
            <a:xfrm>
              <a:off x="2880" y="1776"/>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772" name="Oval 28"/>
            <p:cNvSpPr>
              <a:spLocks noChangeAspect="1" noChangeArrowheads="1"/>
            </p:cNvSpPr>
            <p:nvPr/>
          </p:nvSpPr>
          <p:spPr bwMode="auto">
            <a:xfrm>
              <a:off x="3072" y="1776"/>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773" name="Oval 29"/>
            <p:cNvSpPr>
              <a:spLocks noChangeAspect="1" noChangeArrowheads="1"/>
            </p:cNvSpPr>
            <p:nvPr/>
          </p:nvSpPr>
          <p:spPr bwMode="auto">
            <a:xfrm>
              <a:off x="3264" y="1776"/>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774" name="Oval 30"/>
            <p:cNvSpPr>
              <a:spLocks noChangeAspect="1" noChangeArrowheads="1"/>
            </p:cNvSpPr>
            <p:nvPr/>
          </p:nvSpPr>
          <p:spPr bwMode="auto">
            <a:xfrm>
              <a:off x="3456" y="177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775" name="Oval 31"/>
            <p:cNvSpPr>
              <a:spLocks noChangeAspect="1" noChangeArrowheads="1"/>
            </p:cNvSpPr>
            <p:nvPr/>
          </p:nvSpPr>
          <p:spPr bwMode="auto">
            <a:xfrm>
              <a:off x="2688" y="1968"/>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776" name="Oval 32"/>
            <p:cNvSpPr>
              <a:spLocks noChangeAspect="1" noChangeArrowheads="1"/>
            </p:cNvSpPr>
            <p:nvPr/>
          </p:nvSpPr>
          <p:spPr bwMode="auto">
            <a:xfrm>
              <a:off x="2880" y="1968"/>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777" name="Oval 33"/>
            <p:cNvSpPr>
              <a:spLocks noChangeAspect="1" noChangeArrowheads="1"/>
            </p:cNvSpPr>
            <p:nvPr/>
          </p:nvSpPr>
          <p:spPr bwMode="auto">
            <a:xfrm>
              <a:off x="3072" y="1968"/>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778" name="Oval 34"/>
            <p:cNvSpPr>
              <a:spLocks noChangeAspect="1" noChangeArrowheads="1"/>
            </p:cNvSpPr>
            <p:nvPr/>
          </p:nvSpPr>
          <p:spPr bwMode="auto">
            <a:xfrm>
              <a:off x="3264" y="1968"/>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779" name="Oval 35"/>
            <p:cNvSpPr>
              <a:spLocks noChangeAspect="1" noChangeArrowheads="1"/>
            </p:cNvSpPr>
            <p:nvPr/>
          </p:nvSpPr>
          <p:spPr bwMode="auto">
            <a:xfrm>
              <a:off x="3456" y="1968"/>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780" name="Oval 36"/>
            <p:cNvSpPr>
              <a:spLocks noChangeAspect="1" noChangeArrowheads="1"/>
            </p:cNvSpPr>
            <p:nvPr/>
          </p:nvSpPr>
          <p:spPr bwMode="auto">
            <a:xfrm>
              <a:off x="2112" y="216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781" name="Oval 37"/>
            <p:cNvSpPr>
              <a:spLocks noChangeAspect="1" noChangeArrowheads="1"/>
            </p:cNvSpPr>
            <p:nvPr/>
          </p:nvSpPr>
          <p:spPr bwMode="auto">
            <a:xfrm>
              <a:off x="2304" y="216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782" name="Oval 38"/>
            <p:cNvSpPr>
              <a:spLocks noChangeAspect="1" noChangeArrowheads="1"/>
            </p:cNvSpPr>
            <p:nvPr/>
          </p:nvSpPr>
          <p:spPr bwMode="auto">
            <a:xfrm>
              <a:off x="2496" y="216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783" name="Oval 39"/>
            <p:cNvSpPr>
              <a:spLocks noChangeAspect="1" noChangeArrowheads="1"/>
            </p:cNvSpPr>
            <p:nvPr/>
          </p:nvSpPr>
          <p:spPr bwMode="auto">
            <a:xfrm>
              <a:off x="2688" y="216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784" name="Oval 40"/>
            <p:cNvSpPr>
              <a:spLocks noChangeAspect="1" noChangeArrowheads="1"/>
            </p:cNvSpPr>
            <p:nvPr/>
          </p:nvSpPr>
          <p:spPr bwMode="auto">
            <a:xfrm>
              <a:off x="2880" y="2160"/>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785" name="Oval 41"/>
            <p:cNvSpPr>
              <a:spLocks noChangeAspect="1" noChangeArrowheads="1"/>
            </p:cNvSpPr>
            <p:nvPr/>
          </p:nvSpPr>
          <p:spPr bwMode="auto">
            <a:xfrm>
              <a:off x="3072" y="216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786" name="Oval 42"/>
            <p:cNvSpPr>
              <a:spLocks noChangeAspect="1" noChangeArrowheads="1"/>
            </p:cNvSpPr>
            <p:nvPr/>
          </p:nvSpPr>
          <p:spPr bwMode="auto">
            <a:xfrm>
              <a:off x="3264" y="216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787" name="Oval 43"/>
            <p:cNvSpPr>
              <a:spLocks noChangeAspect="1" noChangeArrowheads="1"/>
            </p:cNvSpPr>
            <p:nvPr/>
          </p:nvSpPr>
          <p:spPr bwMode="auto">
            <a:xfrm>
              <a:off x="3456" y="216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788" name="Oval 44"/>
            <p:cNvSpPr>
              <a:spLocks noChangeAspect="1" noChangeArrowheads="1"/>
            </p:cNvSpPr>
            <p:nvPr/>
          </p:nvSpPr>
          <p:spPr bwMode="auto">
            <a:xfrm>
              <a:off x="2112" y="2352"/>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789" name="Oval 45"/>
            <p:cNvSpPr>
              <a:spLocks noChangeAspect="1" noChangeArrowheads="1"/>
            </p:cNvSpPr>
            <p:nvPr/>
          </p:nvSpPr>
          <p:spPr bwMode="auto">
            <a:xfrm>
              <a:off x="2304" y="2352"/>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1790" name="Oval 46"/>
            <p:cNvSpPr>
              <a:spLocks noChangeAspect="1" noChangeArrowheads="1"/>
            </p:cNvSpPr>
            <p:nvPr/>
          </p:nvSpPr>
          <p:spPr bwMode="auto">
            <a:xfrm>
              <a:off x="2496" y="2352"/>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1791" name="Oval 47"/>
            <p:cNvSpPr>
              <a:spLocks noChangeAspect="1" noChangeArrowheads="1"/>
            </p:cNvSpPr>
            <p:nvPr/>
          </p:nvSpPr>
          <p:spPr bwMode="auto">
            <a:xfrm>
              <a:off x="2688" y="2352"/>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1792" name="Oval 48"/>
            <p:cNvSpPr>
              <a:spLocks noChangeAspect="1" noChangeArrowheads="1"/>
            </p:cNvSpPr>
            <p:nvPr/>
          </p:nvSpPr>
          <p:spPr bwMode="auto">
            <a:xfrm>
              <a:off x="2880" y="2352"/>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793" name="Oval 49"/>
            <p:cNvSpPr>
              <a:spLocks noChangeAspect="1" noChangeArrowheads="1"/>
            </p:cNvSpPr>
            <p:nvPr/>
          </p:nvSpPr>
          <p:spPr bwMode="auto">
            <a:xfrm>
              <a:off x="3072" y="2352"/>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794" name="Oval 50"/>
            <p:cNvSpPr>
              <a:spLocks noChangeAspect="1" noChangeArrowheads="1"/>
            </p:cNvSpPr>
            <p:nvPr/>
          </p:nvSpPr>
          <p:spPr bwMode="auto">
            <a:xfrm>
              <a:off x="2112" y="254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795" name="Oval 51"/>
            <p:cNvSpPr>
              <a:spLocks noChangeAspect="1" noChangeArrowheads="1"/>
            </p:cNvSpPr>
            <p:nvPr/>
          </p:nvSpPr>
          <p:spPr bwMode="auto">
            <a:xfrm>
              <a:off x="2304" y="2544"/>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1796" name="Oval 52"/>
            <p:cNvSpPr>
              <a:spLocks noChangeAspect="1" noChangeArrowheads="1"/>
            </p:cNvSpPr>
            <p:nvPr/>
          </p:nvSpPr>
          <p:spPr bwMode="auto">
            <a:xfrm>
              <a:off x="2496" y="2544"/>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1797" name="Oval 53"/>
            <p:cNvSpPr>
              <a:spLocks noChangeAspect="1" noChangeArrowheads="1"/>
            </p:cNvSpPr>
            <p:nvPr/>
          </p:nvSpPr>
          <p:spPr bwMode="auto">
            <a:xfrm>
              <a:off x="2688" y="2544"/>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1798" name="Oval 54"/>
            <p:cNvSpPr>
              <a:spLocks noChangeAspect="1" noChangeArrowheads="1"/>
            </p:cNvSpPr>
            <p:nvPr/>
          </p:nvSpPr>
          <p:spPr bwMode="auto">
            <a:xfrm>
              <a:off x="2880" y="254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799" name="Oval 55"/>
            <p:cNvSpPr>
              <a:spLocks noChangeAspect="1" noChangeArrowheads="1"/>
            </p:cNvSpPr>
            <p:nvPr/>
          </p:nvSpPr>
          <p:spPr bwMode="auto">
            <a:xfrm>
              <a:off x="2112" y="273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800" name="Oval 56"/>
            <p:cNvSpPr>
              <a:spLocks noChangeAspect="1" noChangeArrowheads="1"/>
            </p:cNvSpPr>
            <p:nvPr/>
          </p:nvSpPr>
          <p:spPr bwMode="auto">
            <a:xfrm>
              <a:off x="2304" y="273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801" name="Oval 57"/>
            <p:cNvSpPr>
              <a:spLocks noChangeAspect="1" noChangeArrowheads="1"/>
            </p:cNvSpPr>
            <p:nvPr/>
          </p:nvSpPr>
          <p:spPr bwMode="auto">
            <a:xfrm>
              <a:off x="2496" y="273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802" name="Oval 58"/>
            <p:cNvSpPr>
              <a:spLocks noChangeAspect="1" noChangeArrowheads="1"/>
            </p:cNvSpPr>
            <p:nvPr/>
          </p:nvSpPr>
          <p:spPr bwMode="auto">
            <a:xfrm>
              <a:off x="2688" y="273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803" name="Oval 59"/>
            <p:cNvSpPr>
              <a:spLocks noChangeAspect="1" noChangeArrowheads="1"/>
            </p:cNvSpPr>
            <p:nvPr/>
          </p:nvSpPr>
          <p:spPr bwMode="auto">
            <a:xfrm>
              <a:off x="2880" y="273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804" name="Line 60"/>
            <p:cNvSpPr>
              <a:spLocks noChangeShapeType="1"/>
            </p:cNvSpPr>
            <p:nvPr/>
          </p:nvSpPr>
          <p:spPr bwMode="auto">
            <a:xfrm flipV="1">
              <a:off x="2592" y="2592"/>
              <a:ext cx="0" cy="48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
        <p:nvSpPr>
          <p:cNvPr id="32093" name="Text Box 349"/>
          <p:cNvSpPr txBox="1">
            <a:spLocks noChangeArrowheads="1"/>
          </p:cNvSpPr>
          <p:nvPr/>
        </p:nvSpPr>
        <p:spPr bwMode="auto">
          <a:xfrm>
            <a:off x="342900" y="228600"/>
            <a:ext cx="8458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3200" b="1">
                <a:solidFill>
                  <a:schemeClr val="accent2"/>
                </a:solidFill>
                <a:latin typeface="Arial" charset="0"/>
              </a:rPr>
              <a:t>Boundary Fill Algorithm</a:t>
            </a:r>
          </a:p>
          <a:p>
            <a:pPr eaLnBrk="0" hangingPunct="0"/>
            <a:r>
              <a:rPr lang="en-US" altLang="en-US" sz="2800" b="1">
                <a:solidFill>
                  <a:srgbClr val="FF0000"/>
                </a:solidFill>
                <a:latin typeface="Arial" charset="0"/>
              </a:rPr>
              <a:t>4-connected </a:t>
            </a:r>
            <a:r>
              <a:rPr lang="en-US" altLang="en-US" sz="2800" b="1">
                <a:solidFill>
                  <a:srgbClr val="FF0000"/>
                </a:solidFill>
                <a:latin typeface="Arial" charset="0"/>
                <a:cs typeface="Arial" charset="0"/>
              </a:rPr>
              <a:t>(Example)</a:t>
            </a:r>
            <a:r>
              <a:rPr lang="en-US" altLang="en-US" sz="3200" b="1">
                <a:solidFill>
                  <a:schemeClr val="accent2"/>
                </a:solidFill>
                <a:latin typeface="Arial" charset="0"/>
                <a:cs typeface="Arial" charset="0"/>
              </a:rPr>
              <a:t> </a:t>
            </a:r>
            <a:r>
              <a:rPr lang="en-US" altLang="en-US" sz="2800">
                <a:latin typeface="Arial" charset="0"/>
                <a:cs typeface="Arial" charset="0"/>
              </a:rPr>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Slide Number Placeholder 3"/>
          <p:cNvSpPr>
            <a:spLocks noGrp="1"/>
          </p:cNvSpPr>
          <p:nvPr>
            <p:ph type="sldNum" sz="quarter" idx="12"/>
          </p:nvPr>
        </p:nvSpPr>
        <p:spPr/>
        <p:txBody>
          <a:bodyPr/>
          <a:lstStyle/>
          <a:p>
            <a:fld id="{E2AC5988-B6BE-4DC4-AD63-410C9E8437E5}" type="slidenum">
              <a:rPr lang="en-US" altLang="en-US"/>
              <a:pPr/>
              <a:t>26</a:t>
            </a:fld>
            <a:endParaRPr lang="en-US" altLang="en-US"/>
          </a:p>
        </p:txBody>
      </p:sp>
      <p:graphicFrame>
        <p:nvGraphicFramePr>
          <p:cNvPr id="34877" name="Group 61"/>
          <p:cNvGraphicFramePr>
            <a:graphicFrameLocks noGrp="1"/>
          </p:cNvGraphicFramePr>
          <p:nvPr/>
        </p:nvGraphicFramePr>
        <p:xfrm>
          <a:off x="6400800" y="1609725"/>
          <a:ext cx="304800" cy="1828800"/>
        </p:xfrm>
        <a:graphic>
          <a:graphicData uri="http://schemas.openxmlformats.org/drawingml/2006/table">
            <a:tbl>
              <a:tblPr/>
              <a:tblGrid>
                <a:gridCol w="3048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pSp>
        <p:nvGrpSpPr>
          <p:cNvPr id="35162" name="Group 346"/>
          <p:cNvGrpSpPr>
            <a:grpSpLocks/>
          </p:cNvGrpSpPr>
          <p:nvPr/>
        </p:nvGrpSpPr>
        <p:grpSpPr bwMode="auto">
          <a:xfrm>
            <a:off x="3656013" y="1827213"/>
            <a:ext cx="2408237" cy="2103437"/>
            <a:chOff x="2112" y="1584"/>
            <a:chExt cx="1517" cy="1325"/>
          </a:xfrm>
        </p:grpSpPr>
        <p:sp>
          <p:nvSpPr>
            <p:cNvPr id="34895" name="Oval 79"/>
            <p:cNvSpPr>
              <a:spLocks noChangeAspect="1" noChangeArrowheads="1"/>
            </p:cNvSpPr>
            <p:nvPr/>
          </p:nvSpPr>
          <p:spPr bwMode="auto">
            <a:xfrm>
              <a:off x="2688" y="158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896" name="Oval 80"/>
            <p:cNvSpPr>
              <a:spLocks noChangeAspect="1" noChangeArrowheads="1"/>
            </p:cNvSpPr>
            <p:nvPr/>
          </p:nvSpPr>
          <p:spPr bwMode="auto">
            <a:xfrm>
              <a:off x="2880" y="158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897" name="Oval 81"/>
            <p:cNvSpPr>
              <a:spLocks noChangeAspect="1" noChangeArrowheads="1"/>
            </p:cNvSpPr>
            <p:nvPr/>
          </p:nvSpPr>
          <p:spPr bwMode="auto">
            <a:xfrm>
              <a:off x="3072" y="158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898" name="Oval 82"/>
            <p:cNvSpPr>
              <a:spLocks noChangeAspect="1" noChangeArrowheads="1"/>
            </p:cNvSpPr>
            <p:nvPr/>
          </p:nvSpPr>
          <p:spPr bwMode="auto">
            <a:xfrm>
              <a:off x="3264" y="158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899" name="Oval 83"/>
            <p:cNvSpPr>
              <a:spLocks noChangeAspect="1" noChangeArrowheads="1"/>
            </p:cNvSpPr>
            <p:nvPr/>
          </p:nvSpPr>
          <p:spPr bwMode="auto">
            <a:xfrm>
              <a:off x="3456" y="158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900" name="Oval 84"/>
            <p:cNvSpPr>
              <a:spLocks noChangeAspect="1" noChangeArrowheads="1"/>
            </p:cNvSpPr>
            <p:nvPr/>
          </p:nvSpPr>
          <p:spPr bwMode="auto">
            <a:xfrm>
              <a:off x="2688" y="177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901" name="Oval 85"/>
            <p:cNvSpPr>
              <a:spLocks noChangeAspect="1" noChangeArrowheads="1"/>
            </p:cNvSpPr>
            <p:nvPr/>
          </p:nvSpPr>
          <p:spPr bwMode="auto">
            <a:xfrm>
              <a:off x="2880" y="1776"/>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902" name="Oval 86"/>
            <p:cNvSpPr>
              <a:spLocks noChangeAspect="1" noChangeArrowheads="1"/>
            </p:cNvSpPr>
            <p:nvPr/>
          </p:nvSpPr>
          <p:spPr bwMode="auto">
            <a:xfrm>
              <a:off x="3072" y="1776"/>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903" name="Oval 87"/>
            <p:cNvSpPr>
              <a:spLocks noChangeAspect="1" noChangeArrowheads="1"/>
            </p:cNvSpPr>
            <p:nvPr/>
          </p:nvSpPr>
          <p:spPr bwMode="auto">
            <a:xfrm>
              <a:off x="3264" y="1776"/>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904" name="Oval 88"/>
            <p:cNvSpPr>
              <a:spLocks noChangeAspect="1" noChangeArrowheads="1"/>
            </p:cNvSpPr>
            <p:nvPr/>
          </p:nvSpPr>
          <p:spPr bwMode="auto">
            <a:xfrm>
              <a:off x="3456" y="177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905" name="Oval 89"/>
            <p:cNvSpPr>
              <a:spLocks noChangeAspect="1" noChangeArrowheads="1"/>
            </p:cNvSpPr>
            <p:nvPr/>
          </p:nvSpPr>
          <p:spPr bwMode="auto">
            <a:xfrm>
              <a:off x="2688" y="1968"/>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906" name="Oval 90"/>
            <p:cNvSpPr>
              <a:spLocks noChangeAspect="1" noChangeArrowheads="1"/>
            </p:cNvSpPr>
            <p:nvPr/>
          </p:nvSpPr>
          <p:spPr bwMode="auto">
            <a:xfrm>
              <a:off x="2880" y="1968"/>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907" name="Oval 91"/>
            <p:cNvSpPr>
              <a:spLocks noChangeAspect="1" noChangeArrowheads="1"/>
            </p:cNvSpPr>
            <p:nvPr/>
          </p:nvSpPr>
          <p:spPr bwMode="auto">
            <a:xfrm>
              <a:off x="3072" y="1968"/>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908" name="Oval 92"/>
            <p:cNvSpPr>
              <a:spLocks noChangeAspect="1" noChangeArrowheads="1"/>
            </p:cNvSpPr>
            <p:nvPr/>
          </p:nvSpPr>
          <p:spPr bwMode="auto">
            <a:xfrm>
              <a:off x="3264" y="1968"/>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909" name="Oval 93"/>
            <p:cNvSpPr>
              <a:spLocks noChangeAspect="1" noChangeArrowheads="1"/>
            </p:cNvSpPr>
            <p:nvPr/>
          </p:nvSpPr>
          <p:spPr bwMode="auto">
            <a:xfrm>
              <a:off x="3456" y="1968"/>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910" name="Oval 94"/>
            <p:cNvSpPr>
              <a:spLocks noChangeAspect="1" noChangeArrowheads="1"/>
            </p:cNvSpPr>
            <p:nvPr/>
          </p:nvSpPr>
          <p:spPr bwMode="auto">
            <a:xfrm>
              <a:off x="2112" y="216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911" name="Oval 95"/>
            <p:cNvSpPr>
              <a:spLocks noChangeAspect="1" noChangeArrowheads="1"/>
            </p:cNvSpPr>
            <p:nvPr/>
          </p:nvSpPr>
          <p:spPr bwMode="auto">
            <a:xfrm>
              <a:off x="2304" y="216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912" name="Oval 96"/>
            <p:cNvSpPr>
              <a:spLocks noChangeAspect="1" noChangeArrowheads="1"/>
            </p:cNvSpPr>
            <p:nvPr/>
          </p:nvSpPr>
          <p:spPr bwMode="auto">
            <a:xfrm>
              <a:off x="2496" y="216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913" name="Oval 97"/>
            <p:cNvSpPr>
              <a:spLocks noChangeAspect="1" noChangeArrowheads="1"/>
            </p:cNvSpPr>
            <p:nvPr/>
          </p:nvSpPr>
          <p:spPr bwMode="auto">
            <a:xfrm>
              <a:off x="2688" y="216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914" name="Oval 98"/>
            <p:cNvSpPr>
              <a:spLocks noChangeAspect="1" noChangeArrowheads="1"/>
            </p:cNvSpPr>
            <p:nvPr/>
          </p:nvSpPr>
          <p:spPr bwMode="auto">
            <a:xfrm>
              <a:off x="2880" y="2160"/>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915" name="Oval 99"/>
            <p:cNvSpPr>
              <a:spLocks noChangeAspect="1" noChangeArrowheads="1"/>
            </p:cNvSpPr>
            <p:nvPr/>
          </p:nvSpPr>
          <p:spPr bwMode="auto">
            <a:xfrm>
              <a:off x="3072" y="216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916" name="Oval 100"/>
            <p:cNvSpPr>
              <a:spLocks noChangeAspect="1" noChangeArrowheads="1"/>
            </p:cNvSpPr>
            <p:nvPr/>
          </p:nvSpPr>
          <p:spPr bwMode="auto">
            <a:xfrm>
              <a:off x="3264" y="216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917" name="Oval 101"/>
            <p:cNvSpPr>
              <a:spLocks noChangeAspect="1" noChangeArrowheads="1"/>
            </p:cNvSpPr>
            <p:nvPr/>
          </p:nvSpPr>
          <p:spPr bwMode="auto">
            <a:xfrm>
              <a:off x="3456" y="216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918" name="Oval 102"/>
            <p:cNvSpPr>
              <a:spLocks noChangeAspect="1" noChangeArrowheads="1"/>
            </p:cNvSpPr>
            <p:nvPr/>
          </p:nvSpPr>
          <p:spPr bwMode="auto">
            <a:xfrm>
              <a:off x="2112" y="2352"/>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919" name="Oval 103"/>
            <p:cNvSpPr>
              <a:spLocks noChangeAspect="1" noChangeArrowheads="1"/>
            </p:cNvSpPr>
            <p:nvPr/>
          </p:nvSpPr>
          <p:spPr bwMode="auto">
            <a:xfrm>
              <a:off x="2304" y="2352"/>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4920" name="Oval 104"/>
            <p:cNvSpPr>
              <a:spLocks noChangeAspect="1" noChangeArrowheads="1"/>
            </p:cNvSpPr>
            <p:nvPr/>
          </p:nvSpPr>
          <p:spPr bwMode="auto">
            <a:xfrm>
              <a:off x="2496" y="2352"/>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34921" name="Oval 105"/>
            <p:cNvSpPr>
              <a:spLocks noChangeAspect="1" noChangeArrowheads="1"/>
            </p:cNvSpPr>
            <p:nvPr/>
          </p:nvSpPr>
          <p:spPr bwMode="auto">
            <a:xfrm>
              <a:off x="2688" y="2352"/>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4922" name="Oval 106"/>
            <p:cNvSpPr>
              <a:spLocks noChangeAspect="1" noChangeArrowheads="1"/>
            </p:cNvSpPr>
            <p:nvPr/>
          </p:nvSpPr>
          <p:spPr bwMode="auto">
            <a:xfrm>
              <a:off x="2880" y="2352"/>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923" name="Oval 107"/>
            <p:cNvSpPr>
              <a:spLocks noChangeAspect="1" noChangeArrowheads="1"/>
            </p:cNvSpPr>
            <p:nvPr/>
          </p:nvSpPr>
          <p:spPr bwMode="auto">
            <a:xfrm>
              <a:off x="3072" y="2352"/>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924" name="Oval 108"/>
            <p:cNvSpPr>
              <a:spLocks noChangeAspect="1" noChangeArrowheads="1"/>
            </p:cNvSpPr>
            <p:nvPr/>
          </p:nvSpPr>
          <p:spPr bwMode="auto">
            <a:xfrm>
              <a:off x="2112" y="254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925" name="Oval 109"/>
            <p:cNvSpPr>
              <a:spLocks noChangeAspect="1" noChangeArrowheads="1"/>
            </p:cNvSpPr>
            <p:nvPr/>
          </p:nvSpPr>
          <p:spPr bwMode="auto">
            <a:xfrm>
              <a:off x="2304" y="2544"/>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34926" name="Oval 110"/>
            <p:cNvSpPr>
              <a:spLocks noChangeAspect="1" noChangeArrowheads="1"/>
            </p:cNvSpPr>
            <p:nvPr/>
          </p:nvSpPr>
          <p:spPr bwMode="auto">
            <a:xfrm>
              <a:off x="2496" y="2544"/>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4927" name="Oval 111"/>
            <p:cNvSpPr>
              <a:spLocks noChangeAspect="1" noChangeArrowheads="1"/>
            </p:cNvSpPr>
            <p:nvPr/>
          </p:nvSpPr>
          <p:spPr bwMode="auto">
            <a:xfrm>
              <a:off x="2688" y="2544"/>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34928" name="Oval 112"/>
            <p:cNvSpPr>
              <a:spLocks noChangeAspect="1" noChangeArrowheads="1"/>
            </p:cNvSpPr>
            <p:nvPr/>
          </p:nvSpPr>
          <p:spPr bwMode="auto">
            <a:xfrm>
              <a:off x="2880" y="254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929" name="Oval 113"/>
            <p:cNvSpPr>
              <a:spLocks noChangeAspect="1" noChangeArrowheads="1"/>
            </p:cNvSpPr>
            <p:nvPr/>
          </p:nvSpPr>
          <p:spPr bwMode="auto">
            <a:xfrm>
              <a:off x="2112" y="273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930" name="Oval 114"/>
            <p:cNvSpPr>
              <a:spLocks noChangeAspect="1" noChangeArrowheads="1"/>
            </p:cNvSpPr>
            <p:nvPr/>
          </p:nvSpPr>
          <p:spPr bwMode="auto">
            <a:xfrm>
              <a:off x="2304" y="273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931" name="Oval 115"/>
            <p:cNvSpPr>
              <a:spLocks noChangeAspect="1" noChangeArrowheads="1"/>
            </p:cNvSpPr>
            <p:nvPr/>
          </p:nvSpPr>
          <p:spPr bwMode="auto">
            <a:xfrm>
              <a:off x="2496" y="273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932" name="Oval 116"/>
            <p:cNvSpPr>
              <a:spLocks noChangeAspect="1" noChangeArrowheads="1"/>
            </p:cNvSpPr>
            <p:nvPr/>
          </p:nvSpPr>
          <p:spPr bwMode="auto">
            <a:xfrm>
              <a:off x="2688" y="273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933" name="Oval 117"/>
            <p:cNvSpPr>
              <a:spLocks noChangeAspect="1" noChangeArrowheads="1"/>
            </p:cNvSpPr>
            <p:nvPr/>
          </p:nvSpPr>
          <p:spPr bwMode="auto">
            <a:xfrm>
              <a:off x="2880" y="273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35163" name="Text Box 347"/>
          <p:cNvSpPr txBox="1">
            <a:spLocks noChangeArrowheads="1"/>
          </p:cNvSpPr>
          <p:nvPr/>
        </p:nvSpPr>
        <p:spPr bwMode="auto">
          <a:xfrm>
            <a:off x="342900" y="228600"/>
            <a:ext cx="8458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3200" b="1">
                <a:solidFill>
                  <a:schemeClr val="accent2"/>
                </a:solidFill>
                <a:latin typeface="Arial" charset="0"/>
              </a:rPr>
              <a:t>Boundary Fill Algorithm</a:t>
            </a:r>
          </a:p>
          <a:p>
            <a:pPr eaLnBrk="0" hangingPunct="0"/>
            <a:r>
              <a:rPr lang="en-US" altLang="en-US" sz="2800" b="1">
                <a:solidFill>
                  <a:srgbClr val="FF0000"/>
                </a:solidFill>
                <a:latin typeface="Arial" charset="0"/>
              </a:rPr>
              <a:t>4-connected </a:t>
            </a:r>
            <a:r>
              <a:rPr lang="en-US" altLang="en-US" sz="2800" b="1">
                <a:solidFill>
                  <a:srgbClr val="FF0000"/>
                </a:solidFill>
                <a:latin typeface="Arial" charset="0"/>
                <a:cs typeface="Arial" charset="0"/>
              </a:rPr>
              <a:t>(Example)</a:t>
            </a:r>
            <a:r>
              <a:rPr lang="en-US" altLang="en-US" sz="3200" b="1">
                <a:solidFill>
                  <a:schemeClr val="accent2"/>
                </a:solidFill>
                <a:latin typeface="Arial" charset="0"/>
                <a:cs typeface="Arial" charset="0"/>
              </a:rPr>
              <a:t> </a:t>
            </a:r>
            <a:r>
              <a:rPr lang="en-US" altLang="en-US" sz="2800">
                <a:latin typeface="Arial" charset="0"/>
                <a:cs typeface="Arial" charset="0"/>
              </a:rPr>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Slide Number Placeholder 3"/>
          <p:cNvSpPr>
            <a:spLocks noGrp="1"/>
          </p:cNvSpPr>
          <p:nvPr>
            <p:ph type="sldNum" sz="quarter" idx="12"/>
          </p:nvPr>
        </p:nvSpPr>
        <p:spPr/>
        <p:txBody>
          <a:bodyPr/>
          <a:lstStyle/>
          <a:p>
            <a:fld id="{F84408D8-7A6B-4D13-9C32-6559E993688F}" type="slidenum">
              <a:rPr lang="en-US" altLang="en-US"/>
              <a:pPr/>
              <a:t>27</a:t>
            </a:fld>
            <a:endParaRPr lang="en-US" altLang="en-US"/>
          </a:p>
        </p:txBody>
      </p:sp>
      <p:grpSp>
        <p:nvGrpSpPr>
          <p:cNvPr id="34138" name="Group 346"/>
          <p:cNvGrpSpPr>
            <a:grpSpLocks/>
          </p:cNvGrpSpPr>
          <p:nvPr/>
        </p:nvGrpSpPr>
        <p:grpSpPr bwMode="auto">
          <a:xfrm>
            <a:off x="3656013" y="1827213"/>
            <a:ext cx="2408237" cy="2103437"/>
            <a:chOff x="2131" y="1584"/>
            <a:chExt cx="1517" cy="1325"/>
          </a:xfrm>
        </p:grpSpPr>
        <p:sp>
          <p:nvSpPr>
            <p:cNvPr id="33928" name="Oval 136"/>
            <p:cNvSpPr>
              <a:spLocks noChangeAspect="1" noChangeArrowheads="1"/>
            </p:cNvSpPr>
            <p:nvPr/>
          </p:nvSpPr>
          <p:spPr bwMode="auto">
            <a:xfrm>
              <a:off x="2707" y="158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929" name="Oval 137"/>
            <p:cNvSpPr>
              <a:spLocks noChangeAspect="1" noChangeArrowheads="1"/>
            </p:cNvSpPr>
            <p:nvPr/>
          </p:nvSpPr>
          <p:spPr bwMode="auto">
            <a:xfrm>
              <a:off x="2899" y="158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930" name="Oval 138"/>
            <p:cNvSpPr>
              <a:spLocks noChangeAspect="1" noChangeArrowheads="1"/>
            </p:cNvSpPr>
            <p:nvPr/>
          </p:nvSpPr>
          <p:spPr bwMode="auto">
            <a:xfrm>
              <a:off x="3091" y="158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931" name="Oval 139"/>
            <p:cNvSpPr>
              <a:spLocks noChangeAspect="1" noChangeArrowheads="1"/>
            </p:cNvSpPr>
            <p:nvPr/>
          </p:nvSpPr>
          <p:spPr bwMode="auto">
            <a:xfrm>
              <a:off x="3283" y="158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932" name="Oval 140"/>
            <p:cNvSpPr>
              <a:spLocks noChangeAspect="1" noChangeArrowheads="1"/>
            </p:cNvSpPr>
            <p:nvPr/>
          </p:nvSpPr>
          <p:spPr bwMode="auto">
            <a:xfrm>
              <a:off x="3475" y="158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933" name="Oval 141"/>
            <p:cNvSpPr>
              <a:spLocks noChangeAspect="1" noChangeArrowheads="1"/>
            </p:cNvSpPr>
            <p:nvPr/>
          </p:nvSpPr>
          <p:spPr bwMode="auto">
            <a:xfrm>
              <a:off x="2707" y="177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934" name="Oval 142"/>
            <p:cNvSpPr>
              <a:spLocks noChangeAspect="1" noChangeArrowheads="1"/>
            </p:cNvSpPr>
            <p:nvPr/>
          </p:nvSpPr>
          <p:spPr bwMode="auto">
            <a:xfrm>
              <a:off x="2899" y="1776"/>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935" name="Oval 143"/>
            <p:cNvSpPr>
              <a:spLocks noChangeAspect="1" noChangeArrowheads="1"/>
            </p:cNvSpPr>
            <p:nvPr/>
          </p:nvSpPr>
          <p:spPr bwMode="auto">
            <a:xfrm>
              <a:off x="3091" y="1776"/>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936" name="Oval 144"/>
            <p:cNvSpPr>
              <a:spLocks noChangeAspect="1" noChangeArrowheads="1"/>
            </p:cNvSpPr>
            <p:nvPr/>
          </p:nvSpPr>
          <p:spPr bwMode="auto">
            <a:xfrm>
              <a:off x="3283" y="1776"/>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937" name="Oval 145"/>
            <p:cNvSpPr>
              <a:spLocks noChangeAspect="1" noChangeArrowheads="1"/>
            </p:cNvSpPr>
            <p:nvPr/>
          </p:nvSpPr>
          <p:spPr bwMode="auto">
            <a:xfrm>
              <a:off x="3475" y="177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938" name="Oval 146"/>
            <p:cNvSpPr>
              <a:spLocks noChangeAspect="1" noChangeArrowheads="1"/>
            </p:cNvSpPr>
            <p:nvPr/>
          </p:nvSpPr>
          <p:spPr bwMode="auto">
            <a:xfrm>
              <a:off x="2707" y="1968"/>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939" name="Oval 147"/>
            <p:cNvSpPr>
              <a:spLocks noChangeAspect="1" noChangeArrowheads="1"/>
            </p:cNvSpPr>
            <p:nvPr/>
          </p:nvSpPr>
          <p:spPr bwMode="auto">
            <a:xfrm>
              <a:off x="2899" y="1968"/>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940" name="Oval 148"/>
            <p:cNvSpPr>
              <a:spLocks noChangeAspect="1" noChangeArrowheads="1"/>
            </p:cNvSpPr>
            <p:nvPr/>
          </p:nvSpPr>
          <p:spPr bwMode="auto">
            <a:xfrm>
              <a:off x="3091" y="1968"/>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941" name="Oval 149"/>
            <p:cNvSpPr>
              <a:spLocks noChangeAspect="1" noChangeArrowheads="1"/>
            </p:cNvSpPr>
            <p:nvPr/>
          </p:nvSpPr>
          <p:spPr bwMode="auto">
            <a:xfrm>
              <a:off x="3283" y="1968"/>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942" name="Oval 150"/>
            <p:cNvSpPr>
              <a:spLocks noChangeAspect="1" noChangeArrowheads="1"/>
            </p:cNvSpPr>
            <p:nvPr/>
          </p:nvSpPr>
          <p:spPr bwMode="auto">
            <a:xfrm>
              <a:off x="3475" y="1968"/>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943" name="Oval 151"/>
            <p:cNvSpPr>
              <a:spLocks noChangeAspect="1" noChangeArrowheads="1"/>
            </p:cNvSpPr>
            <p:nvPr/>
          </p:nvSpPr>
          <p:spPr bwMode="auto">
            <a:xfrm>
              <a:off x="2131" y="216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944" name="Oval 152"/>
            <p:cNvSpPr>
              <a:spLocks noChangeAspect="1" noChangeArrowheads="1"/>
            </p:cNvSpPr>
            <p:nvPr/>
          </p:nvSpPr>
          <p:spPr bwMode="auto">
            <a:xfrm>
              <a:off x="2323" y="216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945" name="Oval 153"/>
            <p:cNvSpPr>
              <a:spLocks noChangeAspect="1" noChangeArrowheads="1"/>
            </p:cNvSpPr>
            <p:nvPr/>
          </p:nvSpPr>
          <p:spPr bwMode="auto">
            <a:xfrm>
              <a:off x="2515" y="216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946" name="Oval 154"/>
            <p:cNvSpPr>
              <a:spLocks noChangeAspect="1" noChangeArrowheads="1"/>
            </p:cNvSpPr>
            <p:nvPr/>
          </p:nvSpPr>
          <p:spPr bwMode="auto">
            <a:xfrm>
              <a:off x="2707" y="216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947" name="Oval 155"/>
            <p:cNvSpPr>
              <a:spLocks noChangeAspect="1" noChangeArrowheads="1"/>
            </p:cNvSpPr>
            <p:nvPr/>
          </p:nvSpPr>
          <p:spPr bwMode="auto">
            <a:xfrm>
              <a:off x="2899" y="2160"/>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948" name="Oval 156"/>
            <p:cNvSpPr>
              <a:spLocks noChangeAspect="1" noChangeArrowheads="1"/>
            </p:cNvSpPr>
            <p:nvPr/>
          </p:nvSpPr>
          <p:spPr bwMode="auto">
            <a:xfrm>
              <a:off x="3091" y="216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949" name="Oval 157"/>
            <p:cNvSpPr>
              <a:spLocks noChangeAspect="1" noChangeArrowheads="1"/>
            </p:cNvSpPr>
            <p:nvPr/>
          </p:nvSpPr>
          <p:spPr bwMode="auto">
            <a:xfrm>
              <a:off x="3283" y="216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950" name="Oval 158"/>
            <p:cNvSpPr>
              <a:spLocks noChangeAspect="1" noChangeArrowheads="1"/>
            </p:cNvSpPr>
            <p:nvPr/>
          </p:nvSpPr>
          <p:spPr bwMode="auto">
            <a:xfrm>
              <a:off x="3475" y="216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951" name="Oval 159"/>
            <p:cNvSpPr>
              <a:spLocks noChangeAspect="1" noChangeArrowheads="1"/>
            </p:cNvSpPr>
            <p:nvPr/>
          </p:nvSpPr>
          <p:spPr bwMode="auto">
            <a:xfrm>
              <a:off x="2131" y="2352"/>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952" name="Oval 160"/>
            <p:cNvSpPr>
              <a:spLocks noChangeAspect="1" noChangeArrowheads="1"/>
            </p:cNvSpPr>
            <p:nvPr/>
          </p:nvSpPr>
          <p:spPr bwMode="auto">
            <a:xfrm>
              <a:off x="2323" y="2352"/>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3953" name="Oval 161"/>
            <p:cNvSpPr>
              <a:spLocks noChangeAspect="1" noChangeArrowheads="1"/>
            </p:cNvSpPr>
            <p:nvPr/>
          </p:nvSpPr>
          <p:spPr bwMode="auto">
            <a:xfrm>
              <a:off x="2515" y="2352"/>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33954" name="Oval 162"/>
            <p:cNvSpPr>
              <a:spLocks noChangeAspect="1" noChangeArrowheads="1"/>
            </p:cNvSpPr>
            <p:nvPr/>
          </p:nvSpPr>
          <p:spPr bwMode="auto">
            <a:xfrm>
              <a:off x="2707" y="2352"/>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33955" name="Oval 163"/>
            <p:cNvSpPr>
              <a:spLocks noChangeAspect="1" noChangeArrowheads="1"/>
            </p:cNvSpPr>
            <p:nvPr/>
          </p:nvSpPr>
          <p:spPr bwMode="auto">
            <a:xfrm>
              <a:off x="2899" y="2352"/>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956" name="Oval 164"/>
            <p:cNvSpPr>
              <a:spLocks noChangeAspect="1" noChangeArrowheads="1"/>
            </p:cNvSpPr>
            <p:nvPr/>
          </p:nvSpPr>
          <p:spPr bwMode="auto">
            <a:xfrm>
              <a:off x="3091" y="2352"/>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957" name="Oval 165"/>
            <p:cNvSpPr>
              <a:spLocks noChangeAspect="1" noChangeArrowheads="1"/>
            </p:cNvSpPr>
            <p:nvPr/>
          </p:nvSpPr>
          <p:spPr bwMode="auto">
            <a:xfrm>
              <a:off x="2131" y="254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958" name="Oval 166"/>
            <p:cNvSpPr>
              <a:spLocks noChangeAspect="1" noChangeArrowheads="1"/>
            </p:cNvSpPr>
            <p:nvPr/>
          </p:nvSpPr>
          <p:spPr bwMode="auto">
            <a:xfrm>
              <a:off x="2323" y="2544"/>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33959" name="Oval 167"/>
            <p:cNvSpPr>
              <a:spLocks noChangeAspect="1" noChangeArrowheads="1"/>
            </p:cNvSpPr>
            <p:nvPr/>
          </p:nvSpPr>
          <p:spPr bwMode="auto">
            <a:xfrm>
              <a:off x="2515" y="2544"/>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3960" name="Oval 168"/>
            <p:cNvSpPr>
              <a:spLocks noChangeAspect="1" noChangeArrowheads="1"/>
            </p:cNvSpPr>
            <p:nvPr/>
          </p:nvSpPr>
          <p:spPr bwMode="auto">
            <a:xfrm>
              <a:off x="2707" y="2544"/>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3961" name="Oval 169"/>
            <p:cNvSpPr>
              <a:spLocks noChangeAspect="1" noChangeArrowheads="1"/>
            </p:cNvSpPr>
            <p:nvPr/>
          </p:nvSpPr>
          <p:spPr bwMode="auto">
            <a:xfrm>
              <a:off x="2899" y="254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962" name="Oval 170"/>
            <p:cNvSpPr>
              <a:spLocks noChangeAspect="1" noChangeArrowheads="1"/>
            </p:cNvSpPr>
            <p:nvPr/>
          </p:nvSpPr>
          <p:spPr bwMode="auto">
            <a:xfrm>
              <a:off x="2131" y="273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963" name="Oval 171"/>
            <p:cNvSpPr>
              <a:spLocks noChangeAspect="1" noChangeArrowheads="1"/>
            </p:cNvSpPr>
            <p:nvPr/>
          </p:nvSpPr>
          <p:spPr bwMode="auto">
            <a:xfrm>
              <a:off x="2323" y="273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964" name="Oval 172"/>
            <p:cNvSpPr>
              <a:spLocks noChangeAspect="1" noChangeArrowheads="1"/>
            </p:cNvSpPr>
            <p:nvPr/>
          </p:nvSpPr>
          <p:spPr bwMode="auto">
            <a:xfrm>
              <a:off x="2515" y="273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965" name="Oval 173"/>
            <p:cNvSpPr>
              <a:spLocks noChangeAspect="1" noChangeArrowheads="1"/>
            </p:cNvSpPr>
            <p:nvPr/>
          </p:nvSpPr>
          <p:spPr bwMode="auto">
            <a:xfrm>
              <a:off x="2707" y="273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966" name="Oval 174"/>
            <p:cNvSpPr>
              <a:spLocks noChangeAspect="1" noChangeArrowheads="1"/>
            </p:cNvSpPr>
            <p:nvPr/>
          </p:nvSpPr>
          <p:spPr bwMode="auto">
            <a:xfrm>
              <a:off x="2899" y="273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aphicFrame>
        <p:nvGraphicFramePr>
          <p:cNvPr id="34139" name="Group 347"/>
          <p:cNvGraphicFramePr>
            <a:graphicFrameLocks noGrp="1"/>
          </p:cNvGraphicFramePr>
          <p:nvPr/>
        </p:nvGraphicFramePr>
        <p:xfrm>
          <a:off x="6400800" y="1609725"/>
          <a:ext cx="304800" cy="1828800"/>
        </p:xfrm>
        <a:graphic>
          <a:graphicData uri="http://schemas.openxmlformats.org/drawingml/2006/table">
            <a:tbl>
              <a:tblPr/>
              <a:tblGrid>
                <a:gridCol w="3048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34157" name="Text Box 365"/>
          <p:cNvSpPr txBox="1">
            <a:spLocks noChangeArrowheads="1"/>
          </p:cNvSpPr>
          <p:nvPr/>
        </p:nvSpPr>
        <p:spPr bwMode="auto">
          <a:xfrm>
            <a:off x="342900" y="228600"/>
            <a:ext cx="8458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3200" b="1">
                <a:solidFill>
                  <a:schemeClr val="accent2"/>
                </a:solidFill>
                <a:latin typeface="Arial" charset="0"/>
              </a:rPr>
              <a:t>Boundary Fill Algorithm</a:t>
            </a:r>
          </a:p>
          <a:p>
            <a:pPr eaLnBrk="0" hangingPunct="0"/>
            <a:r>
              <a:rPr lang="en-US" altLang="en-US" sz="2800" b="1">
                <a:solidFill>
                  <a:srgbClr val="FF0000"/>
                </a:solidFill>
                <a:latin typeface="Arial" charset="0"/>
              </a:rPr>
              <a:t>4-connected </a:t>
            </a:r>
            <a:r>
              <a:rPr lang="en-US" altLang="en-US" sz="2800" b="1">
                <a:solidFill>
                  <a:srgbClr val="FF0000"/>
                </a:solidFill>
                <a:latin typeface="Arial" charset="0"/>
                <a:cs typeface="Arial" charset="0"/>
              </a:rPr>
              <a:t>(Example)</a:t>
            </a:r>
            <a:r>
              <a:rPr lang="en-US" altLang="en-US" sz="3200" b="1">
                <a:solidFill>
                  <a:schemeClr val="accent2"/>
                </a:solidFill>
                <a:latin typeface="Arial" charset="0"/>
                <a:cs typeface="Arial" charset="0"/>
              </a:rPr>
              <a:t> </a:t>
            </a:r>
            <a:r>
              <a:rPr lang="en-US" altLang="en-US" sz="2800">
                <a:latin typeface="Arial" charset="0"/>
                <a:cs typeface="Arial" charset="0"/>
              </a:rPr>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Slide Number Placeholder 3"/>
          <p:cNvSpPr>
            <a:spLocks noGrp="1"/>
          </p:cNvSpPr>
          <p:nvPr>
            <p:ph type="sldNum" sz="quarter" idx="12"/>
          </p:nvPr>
        </p:nvSpPr>
        <p:spPr/>
        <p:txBody>
          <a:bodyPr/>
          <a:lstStyle/>
          <a:p>
            <a:fld id="{DF45303B-35BD-42B2-BCA5-8A41F8F508C0}" type="slidenum">
              <a:rPr lang="en-US" altLang="en-US"/>
              <a:pPr/>
              <a:t>28</a:t>
            </a:fld>
            <a:endParaRPr lang="en-US" altLang="en-US"/>
          </a:p>
        </p:txBody>
      </p:sp>
      <p:grpSp>
        <p:nvGrpSpPr>
          <p:cNvPr id="33114" name="Group 1370"/>
          <p:cNvGrpSpPr>
            <a:grpSpLocks/>
          </p:cNvGrpSpPr>
          <p:nvPr/>
        </p:nvGrpSpPr>
        <p:grpSpPr bwMode="auto">
          <a:xfrm>
            <a:off x="3656013" y="1827213"/>
            <a:ext cx="2408237" cy="2103437"/>
            <a:chOff x="2025" y="1392"/>
            <a:chExt cx="1517" cy="1325"/>
          </a:xfrm>
        </p:grpSpPr>
        <p:sp>
          <p:nvSpPr>
            <p:cNvPr id="32961" name="Oval 1217"/>
            <p:cNvSpPr>
              <a:spLocks noChangeAspect="1" noChangeArrowheads="1"/>
            </p:cNvSpPr>
            <p:nvPr/>
          </p:nvSpPr>
          <p:spPr bwMode="auto">
            <a:xfrm>
              <a:off x="2601" y="1392"/>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962" name="Oval 1218"/>
            <p:cNvSpPr>
              <a:spLocks noChangeAspect="1" noChangeArrowheads="1"/>
            </p:cNvSpPr>
            <p:nvPr/>
          </p:nvSpPr>
          <p:spPr bwMode="auto">
            <a:xfrm>
              <a:off x="2793" y="1392"/>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963" name="Oval 1219"/>
            <p:cNvSpPr>
              <a:spLocks noChangeAspect="1" noChangeArrowheads="1"/>
            </p:cNvSpPr>
            <p:nvPr/>
          </p:nvSpPr>
          <p:spPr bwMode="auto">
            <a:xfrm>
              <a:off x="2985" y="1392"/>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964" name="Oval 1220"/>
            <p:cNvSpPr>
              <a:spLocks noChangeAspect="1" noChangeArrowheads="1"/>
            </p:cNvSpPr>
            <p:nvPr/>
          </p:nvSpPr>
          <p:spPr bwMode="auto">
            <a:xfrm>
              <a:off x="3177" y="1392"/>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965" name="Oval 1221"/>
            <p:cNvSpPr>
              <a:spLocks noChangeAspect="1" noChangeArrowheads="1"/>
            </p:cNvSpPr>
            <p:nvPr/>
          </p:nvSpPr>
          <p:spPr bwMode="auto">
            <a:xfrm>
              <a:off x="3369" y="1392"/>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966" name="Oval 1222"/>
            <p:cNvSpPr>
              <a:spLocks noChangeAspect="1" noChangeArrowheads="1"/>
            </p:cNvSpPr>
            <p:nvPr/>
          </p:nvSpPr>
          <p:spPr bwMode="auto">
            <a:xfrm>
              <a:off x="2601" y="158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967" name="Oval 1223"/>
            <p:cNvSpPr>
              <a:spLocks noChangeAspect="1" noChangeArrowheads="1"/>
            </p:cNvSpPr>
            <p:nvPr/>
          </p:nvSpPr>
          <p:spPr bwMode="auto">
            <a:xfrm>
              <a:off x="2793" y="1584"/>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968" name="Oval 1224"/>
            <p:cNvSpPr>
              <a:spLocks noChangeAspect="1" noChangeArrowheads="1"/>
            </p:cNvSpPr>
            <p:nvPr/>
          </p:nvSpPr>
          <p:spPr bwMode="auto">
            <a:xfrm>
              <a:off x="2985" y="1584"/>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969" name="Oval 1225"/>
            <p:cNvSpPr>
              <a:spLocks noChangeAspect="1" noChangeArrowheads="1"/>
            </p:cNvSpPr>
            <p:nvPr/>
          </p:nvSpPr>
          <p:spPr bwMode="auto">
            <a:xfrm>
              <a:off x="3177" y="1584"/>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970" name="Oval 1226"/>
            <p:cNvSpPr>
              <a:spLocks noChangeAspect="1" noChangeArrowheads="1"/>
            </p:cNvSpPr>
            <p:nvPr/>
          </p:nvSpPr>
          <p:spPr bwMode="auto">
            <a:xfrm>
              <a:off x="3369" y="158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971" name="Oval 1227"/>
            <p:cNvSpPr>
              <a:spLocks noChangeAspect="1" noChangeArrowheads="1"/>
            </p:cNvSpPr>
            <p:nvPr/>
          </p:nvSpPr>
          <p:spPr bwMode="auto">
            <a:xfrm>
              <a:off x="2601" y="177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972" name="Oval 1228"/>
            <p:cNvSpPr>
              <a:spLocks noChangeAspect="1" noChangeArrowheads="1"/>
            </p:cNvSpPr>
            <p:nvPr/>
          </p:nvSpPr>
          <p:spPr bwMode="auto">
            <a:xfrm>
              <a:off x="2793" y="1776"/>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973" name="Oval 1229"/>
            <p:cNvSpPr>
              <a:spLocks noChangeAspect="1" noChangeArrowheads="1"/>
            </p:cNvSpPr>
            <p:nvPr/>
          </p:nvSpPr>
          <p:spPr bwMode="auto">
            <a:xfrm>
              <a:off x="2985" y="1776"/>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974" name="Oval 1230"/>
            <p:cNvSpPr>
              <a:spLocks noChangeAspect="1" noChangeArrowheads="1"/>
            </p:cNvSpPr>
            <p:nvPr/>
          </p:nvSpPr>
          <p:spPr bwMode="auto">
            <a:xfrm>
              <a:off x="3177" y="1776"/>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975" name="Oval 1231"/>
            <p:cNvSpPr>
              <a:spLocks noChangeAspect="1" noChangeArrowheads="1"/>
            </p:cNvSpPr>
            <p:nvPr/>
          </p:nvSpPr>
          <p:spPr bwMode="auto">
            <a:xfrm>
              <a:off x="3369" y="177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976" name="Oval 1232"/>
            <p:cNvSpPr>
              <a:spLocks noChangeAspect="1" noChangeArrowheads="1"/>
            </p:cNvSpPr>
            <p:nvPr/>
          </p:nvSpPr>
          <p:spPr bwMode="auto">
            <a:xfrm>
              <a:off x="2025" y="1968"/>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977" name="Oval 1233"/>
            <p:cNvSpPr>
              <a:spLocks noChangeAspect="1" noChangeArrowheads="1"/>
            </p:cNvSpPr>
            <p:nvPr/>
          </p:nvSpPr>
          <p:spPr bwMode="auto">
            <a:xfrm>
              <a:off x="2217" y="1968"/>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978" name="Oval 1234"/>
            <p:cNvSpPr>
              <a:spLocks noChangeAspect="1" noChangeArrowheads="1"/>
            </p:cNvSpPr>
            <p:nvPr/>
          </p:nvSpPr>
          <p:spPr bwMode="auto">
            <a:xfrm>
              <a:off x="2409" y="1968"/>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979" name="Oval 1235"/>
            <p:cNvSpPr>
              <a:spLocks noChangeAspect="1" noChangeArrowheads="1"/>
            </p:cNvSpPr>
            <p:nvPr/>
          </p:nvSpPr>
          <p:spPr bwMode="auto">
            <a:xfrm>
              <a:off x="2601" y="1968"/>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980" name="Oval 1236"/>
            <p:cNvSpPr>
              <a:spLocks noChangeAspect="1" noChangeArrowheads="1"/>
            </p:cNvSpPr>
            <p:nvPr/>
          </p:nvSpPr>
          <p:spPr bwMode="auto">
            <a:xfrm>
              <a:off x="2793" y="1968"/>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981" name="Oval 1237"/>
            <p:cNvSpPr>
              <a:spLocks noChangeAspect="1" noChangeArrowheads="1"/>
            </p:cNvSpPr>
            <p:nvPr/>
          </p:nvSpPr>
          <p:spPr bwMode="auto">
            <a:xfrm>
              <a:off x="2985" y="1968"/>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982" name="Oval 1238"/>
            <p:cNvSpPr>
              <a:spLocks noChangeAspect="1" noChangeArrowheads="1"/>
            </p:cNvSpPr>
            <p:nvPr/>
          </p:nvSpPr>
          <p:spPr bwMode="auto">
            <a:xfrm>
              <a:off x="3177" y="1968"/>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983" name="Oval 1239"/>
            <p:cNvSpPr>
              <a:spLocks noChangeAspect="1" noChangeArrowheads="1"/>
            </p:cNvSpPr>
            <p:nvPr/>
          </p:nvSpPr>
          <p:spPr bwMode="auto">
            <a:xfrm>
              <a:off x="3369" y="1968"/>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984" name="Oval 1240"/>
            <p:cNvSpPr>
              <a:spLocks noChangeAspect="1" noChangeArrowheads="1"/>
            </p:cNvSpPr>
            <p:nvPr/>
          </p:nvSpPr>
          <p:spPr bwMode="auto">
            <a:xfrm>
              <a:off x="2025" y="216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985" name="Oval 1241"/>
            <p:cNvSpPr>
              <a:spLocks noChangeAspect="1" noChangeArrowheads="1"/>
            </p:cNvSpPr>
            <p:nvPr/>
          </p:nvSpPr>
          <p:spPr bwMode="auto">
            <a:xfrm>
              <a:off x="2217" y="2160"/>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2986" name="Oval 1242"/>
            <p:cNvSpPr>
              <a:spLocks noChangeAspect="1" noChangeArrowheads="1"/>
            </p:cNvSpPr>
            <p:nvPr/>
          </p:nvSpPr>
          <p:spPr bwMode="auto">
            <a:xfrm>
              <a:off x="2409" y="2160"/>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32987" name="Oval 1243"/>
            <p:cNvSpPr>
              <a:spLocks noChangeAspect="1" noChangeArrowheads="1"/>
            </p:cNvSpPr>
            <p:nvPr/>
          </p:nvSpPr>
          <p:spPr bwMode="auto">
            <a:xfrm>
              <a:off x="2601" y="2160"/>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2988" name="Oval 1244"/>
            <p:cNvSpPr>
              <a:spLocks noChangeAspect="1" noChangeArrowheads="1"/>
            </p:cNvSpPr>
            <p:nvPr/>
          </p:nvSpPr>
          <p:spPr bwMode="auto">
            <a:xfrm>
              <a:off x="2793" y="216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989" name="Oval 1245"/>
            <p:cNvSpPr>
              <a:spLocks noChangeAspect="1" noChangeArrowheads="1"/>
            </p:cNvSpPr>
            <p:nvPr/>
          </p:nvSpPr>
          <p:spPr bwMode="auto">
            <a:xfrm>
              <a:off x="2985" y="216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990" name="Oval 1246"/>
            <p:cNvSpPr>
              <a:spLocks noChangeAspect="1" noChangeArrowheads="1"/>
            </p:cNvSpPr>
            <p:nvPr/>
          </p:nvSpPr>
          <p:spPr bwMode="auto">
            <a:xfrm>
              <a:off x="2025" y="2352"/>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991" name="Oval 1247"/>
            <p:cNvSpPr>
              <a:spLocks noChangeAspect="1" noChangeArrowheads="1"/>
            </p:cNvSpPr>
            <p:nvPr/>
          </p:nvSpPr>
          <p:spPr bwMode="auto">
            <a:xfrm>
              <a:off x="2217" y="2352"/>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32992" name="Oval 1248"/>
            <p:cNvSpPr>
              <a:spLocks noChangeAspect="1" noChangeArrowheads="1"/>
            </p:cNvSpPr>
            <p:nvPr/>
          </p:nvSpPr>
          <p:spPr bwMode="auto">
            <a:xfrm>
              <a:off x="2409" y="2352"/>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2993" name="Oval 1249"/>
            <p:cNvSpPr>
              <a:spLocks noChangeAspect="1" noChangeArrowheads="1"/>
            </p:cNvSpPr>
            <p:nvPr/>
          </p:nvSpPr>
          <p:spPr bwMode="auto">
            <a:xfrm>
              <a:off x="2601" y="2352"/>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2994" name="Oval 1250"/>
            <p:cNvSpPr>
              <a:spLocks noChangeAspect="1" noChangeArrowheads="1"/>
            </p:cNvSpPr>
            <p:nvPr/>
          </p:nvSpPr>
          <p:spPr bwMode="auto">
            <a:xfrm>
              <a:off x="2793" y="2352"/>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995" name="Oval 1251"/>
            <p:cNvSpPr>
              <a:spLocks noChangeAspect="1" noChangeArrowheads="1"/>
            </p:cNvSpPr>
            <p:nvPr/>
          </p:nvSpPr>
          <p:spPr bwMode="auto">
            <a:xfrm>
              <a:off x="2025" y="254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996" name="Oval 1252"/>
            <p:cNvSpPr>
              <a:spLocks noChangeAspect="1" noChangeArrowheads="1"/>
            </p:cNvSpPr>
            <p:nvPr/>
          </p:nvSpPr>
          <p:spPr bwMode="auto">
            <a:xfrm>
              <a:off x="2217" y="254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997" name="Oval 1253"/>
            <p:cNvSpPr>
              <a:spLocks noChangeAspect="1" noChangeArrowheads="1"/>
            </p:cNvSpPr>
            <p:nvPr/>
          </p:nvSpPr>
          <p:spPr bwMode="auto">
            <a:xfrm>
              <a:off x="2409" y="254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998" name="Oval 1254"/>
            <p:cNvSpPr>
              <a:spLocks noChangeAspect="1" noChangeArrowheads="1"/>
            </p:cNvSpPr>
            <p:nvPr/>
          </p:nvSpPr>
          <p:spPr bwMode="auto">
            <a:xfrm>
              <a:off x="2601" y="254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999" name="Oval 1255"/>
            <p:cNvSpPr>
              <a:spLocks noChangeAspect="1" noChangeArrowheads="1"/>
            </p:cNvSpPr>
            <p:nvPr/>
          </p:nvSpPr>
          <p:spPr bwMode="auto">
            <a:xfrm>
              <a:off x="2793" y="254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aphicFrame>
        <p:nvGraphicFramePr>
          <p:cNvPr id="33115" name="Group 1371"/>
          <p:cNvGraphicFramePr>
            <a:graphicFrameLocks noGrp="1"/>
          </p:cNvGraphicFramePr>
          <p:nvPr/>
        </p:nvGraphicFramePr>
        <p:xfrm>
          <a:off x="6400800" y="1609725"/>
          <a:ext cx="304800" cy="1828800"/>
        </p:xfrm>
        <a:graphic>
          <a:graphicData uri="http://schemas.openxmlformats.org/drawingml/2006/table">
            <a:tbl>
              <a:tblPr/>
              <a:tblGrid>
                <a:gridCol w="3048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33133" name="Text Box 1389"/>
          <p:cNvSpPr txBox="1">
            <a:spLocks noChangeArrowheads="1"/>
          </p:cNvSpPr>
          <p:nvPr/>
        </p:nvSpPr>
        <p:spPr bwMode="auto">
          <a:xfrm>
            <a:off x="342900" y="228600"/>
            <a:ext cx="8458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3200" b="1">
                <a:solidFill>
                  <a:schemeClr val="accent2"/>
                </a:solidFill>
                <a:latin typeface="Arial" charset="0"/>
              </a:rPr>
              <a:t>Boundary Fill Algorithm</a:t>
            </a:r>
          </a:p>
          <a:p>
            <a:pPr eaLnBrk="0" hangingPunct="0"/>
            <a:r>
              <a:rPr lang="en-US" altLang="en-US" sz="2800" b="1">
                <a:solidFill>
                  <a:srgbClr val="FF0000"/>
                </a:solidFill>
                <a:latin typeface="Arial" charset="0"/>
              </a:rPr>
              <a:t>4-connected </a:t>
            </a:r>
            <a:r>
              <a:rPr lang="en-US" altLang="en-US" sz="2800" b="1">
                <a:solidFill>
                  <a:srgbClr val="FF0000"/>
                </a:solidFill>
                <a:latin typeface="Arial" charset="0"/>
                <a:cs typeface="Arial" charset="0"/>
              </a:rPr>
              <a:t>(Example)</a:t>
            </a:r>
            <a:r>
              <a:rPr lang="en-US" altLang="en-US" sz="3200" b="1">
                <a:solidFill>
                  <a:schemeClr val="accent2"/>
                </a:solidFill>
                <a:latin typeface="Arial" charset="0"/>
                <a:cs typeface="Arial" charset="0"/>
              </a:rPr>
              <a:t> </a:t>
            </a:r>
            <a:r>
              <a:rPr lang="en-US" altLang="en-US" sz="2800">
                <a:latin typeface="Arial" charset="0"/>
                <a:cs typeface="Arial" charset="0"/>
              </a:rPr>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Slide Number Placeholder 3"/>
          <p:cNvSpPr>
            <a:spLocks noGrp="1"/>
          </p:cNvSpPr>
          <p:nvPr>
            <p:ph type="sldNum" sz="quarter" idx="12"/>
          </p:nvPr>
        </p:nvSpPr>
        <p:spPr/>
        <p:txBody>
          <a:bodyPr/>
          <a:lstStyle/>
          <a:p>
            <a:fld id="{BBFA70DD-628F-4A98-B728-9677B2BAA005}" type="slidenum">
              <a:rPr lang="en-US" altLang="en-US"/>
              <a:pPr/>
              <a:t>29</a:t>
            </a:fld>
            <a:endParaRPr lang="en-US" altLang="en-US"/>
          </a:p>
        </p:txBody>
      </p:sp>
      <p:grpSp>
        <p:nvGrpSpPr>
          <p:cNvPr id="24922" name="Group 346"/>
          <p:cNvGrpSpPr>
            <a:grpSpLocks/>
          </p:cNvGrpSpPr>
          <p:nvPr/>
        </p:nvGrpSpPr>
        <p:grpSpPr bwMode="auto">
          <a:xfrm>
            <a:off x="3656013" y="1827213"/>
            <a:ext cx="2408237" cy="2103437"/>
            <a:chOff x="1939" y="1497"/>
            <a:chExt cx="1517" cy="1325"/>
          </a:xfrm>
        </p:grpSpPr>
        <p:sp>
          <p:nvSpPr>
            <p:cNvPr id="24826" name="Oval 250"/>
            <p:cNvSpPr>
              <a:spLocks noChangeAspect="1" noChangeArrowheads="1"/>
            </p:cNvSpPr>
            <p:nvPr/>
          </p:nvSpPr>
          <p:spPr bwMode="auto">
            <a:xfrm>
              <a:off x="2515" y="149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827" name="Oval 251"/>
            <p:cNvSpPr>
              <a:spLocks noChangeAspect="1" noChangeArrowheads="1"/>
            </p:cNvSpPr>
            <p:nvPr/>
          </p:nvSpPr>
          <p:spPr bwMode="auto">
            <a:xfrm>
              <a:off x="2707" y="149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828" name="Oval 252"/>
            <p:cNvSpPr>
              <a:spLocks noChangeAspect="1" noChangeArrowheads="1"/>
            </p:cNvSpPr>
            <p:nvPr/>
          </p:nvSpPr>
          <p:spPr bwMode="auto">
            <a:xfrm>
              <a:off x="2899" y="149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829" name="Oval 253"/>
            <p:cNvSpPr>
              <a:spLocks noChangeAspect="1" noChangeArrowheads="1"/>
            </p:cNvSpPr>
            <p:nvPr/>
          </p:nvSpPr>
          <p:spPr bwMode="auto">
            <a:xfrm>
              <a:off x="3091" y="149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830" name="Oval 254"/>
            <p:cNvSpPr>
              <a:spLocks noChangeAspect="1" noChangeArrowheads="1"/>
            </p:cNvSpPr>
            <p:nvPr/>
          </p:nvSpPr>
          <p:spPr bwMode="auto">
            <a:xfrm>
              <a:off x="3283" y="149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831" name="Oval 255"/>
            <p:cNvSpPr>
              <a:spLocks noChangeAspect="1" noChangeArrowheads="1"/>
            </p:cNvSpPr>
            <p:nvPr/>
          </p:nvSpPr>
          <p:spPr bwMode="auto">
            <a:xfrm>
              <a:off x="2515" y="168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832" name="Oval 256"/>
            <p:cNvSpPr>
              <a:spLocks noChangeAspect="1" noChangeArrowheads="1"/>
            </p:cNvSpPr>
            <p:nvPr/>
          </p:nvSpPr>
          <p:spPr bwMode="auto">
            <a:xfrm>
              <a:off x="2707" y="1689"/>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833" name="Oval 257"/>
            <p:cNvSpPr>
              <a:spLocks noChangeAspect="1" noChangeArrowheads="1"/>
            </p:cNvSpPr>
            <p:nvPr/>
          </p:nvSpPr>
          <p:spPr bwMode="auto">
            <a:xfrm>
              <a:off x="2899" y="1689"/>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834" name="Oval 258"/>
            <p:cNvSpPr>
              <a:spLocks noChangeAspect="1" noChangeArrowheads="1"/>
            </p:cNvSpPr>
            <p:nvPr/>
          </p:nvSpPr>
          <p:spPr bwMode="auto">
            <a:xfrm>
              <a:off x="3091" y="1689"/>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835" name="Oval 259"/>
            <p:cNvSpPr>
              <a:spLocks noChangeAspect="1" noChangeArrowheads="1"/>
            </p:cNvSpPr>
            <p:nvPr/>
          </p:nvSpPr>
          <p:spPr bwMode="auto">
            <a:xfrm>
              <a:off x="3283" y="168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836" name="Oval 260"/>
            <p:cNvSpPr>
              <a:spLocks noChangeAspect="1" noChangeArrowheads="1"/>
            </p:cNvSpPr>
            <p:nvPr/>
          </p:nvSpPr>
          <p:spPr bwMode="auto">
            <a:xfrm>
              <a:off x="2515" y="188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837" name="Oval 261"/>
            <p:cNvSpPr>
              <a:spLocks noChangeAspect="1" noChangeArrowheads="1"/>
            </p:cNvSpPr>
            <p:nvPr/>
          </p:nvSpPr>
          <p:spPr bwMode="auto">
            <a:xfrm>
              <a:off x="2707" y="1881"/>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838" name="Oval 262"/>
            <p:cNvSpPr>
              <a:spLocks noChangeAspect="1" noChangeArrowheads="1"/>
            </p:cNvSpPr>
            <p:nvPr/>
          </p:nvSpPr>
          <p:spPr bwMode="auto">
            <a:xfrm>
              <a:off x="2899" y="1881"/>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839" name="Oval 263"/>
            <p:cNvSpPr>
              <a:spLocks noChangeAspect="1" noChangeArrowheads="1"/>
            </p:cNvSpPr>
            <p:nvPr/>
          </p:nvSpPr>
          <p:spPr bwMode="auto">
            <a:xfrm>
              <a:off x="3091" y="1881"/>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840" name="Oval 264"/>
            <p:cNvSpPr>
              <a:spLocks noChangeAspect="1" noChangeArrowheads="1"/>
            </p:cNvSpPr>
            <p:nvPr/>
          </p:nvSpPr>
          <p:spPr bwMode="auto">
            <a:xfrm>
              <a:off x="3283" y="188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841" name="Oval 265"/>
            <p:cNvSpPr>
              <a:spLocks noChangeAspect="1" noChangeArrowheads="1"/>
            </p:cNvSpPr>
            <p:nvPr/>
          </p:nvSpPr>
          <p:spPr bwMode="auto">
            <a:xfrm>
              <a:off x="1939" y="207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842" name="Oval 266"/>
            <p:cNvSpPr>
              <a:spLocks noChangeAspect="1" noChangeArrowheads="1"/>
            </p:cNvSpPr>
            <p:nvPr/>
          </p:nvSpPr>
          <p:spPr bwMode="auto">
            <a:xfrm>
              <a:off x="2131" y="207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843" name="Oval 267"/>
            <p:cNvSpPr>
              <a:spLocks noChangeAspect="1" noChangeArrowheads="1"/>
            </p:cNvSpPr>
            <p:nvPr/>
          </p:nvSpPr>
          <p:spPr bwMode="auto">
            <a:xfrm>
              <a:off x="2323" y="207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844" name="Oval 268"/>
            <p:cNvSpPr>
              <a:spLocks noChangeAspect="1" noChangeArrowheads="1"/>
            </p:cNvSpPr>
            <p:nvPr/>
          </p:nvSpPr>
          <p:spPr bwMode="auto">
            <a:xfrm>
              <a:off x="2515" y="207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845" name="Oval 269"/>
            <p:cNvSpPr>
              <a:spLocks noChangeAspect="1" noChangeArrowheads="1"/>
            </p:cNvSpPr>
            <p:nvPr/>
          </p:nvSpPr>
          <p:spPr bwMode="auto">
            <a:xfrm>
              <a:off x="2707" y="2073"/>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846" name="Oval 270"/>
            <p:cNvSpPr>
              <a:spLocks noChangeAspect="1" noChangeArrowheads="1"/>
            </p:cNvSpPr>
            <p:nvPr/>
          </p:nvSpPr>
          <p:spPr bwMode="auto">
            <a:xfrm>
              <a:off x="2899" y="207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847" name="Oval 271"/>
            <p:cNvSpPr>
              <a:spLocks noChangeAspect="1" noChangeArrowheads="1"/>
            </p:cNvSpPr>
            <p:nvPr/>
          </p:nvSpPr>
          <p:spPr bwMode="auto">
            <a:xfrm>
              <a:off x="3091" y="207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848" name="Oval 272"/>
            <p:cNvSpPr>
              <a:spLocks noChangeAspect="1" noChangeArrowheads="1"/>
            </p:cNvSpPr>
            <p:nvPr/>
          </p:nvSpPr>
          <p:spPr bwMode="auto">
            <a:xfrm>
              <a:off x="3283" y="207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849" name="Oval 273"/>
            <p:cNvSpPr>
              <a:spLocks noChangeAspect="1" noChangeArrowheads="1"/>
            </p:cNvSpPr>
            <p:nvPr/>
          </p:nvSpPr>
          <p:spPr bwMode="auto">
            <a:xfrm>
              <a:off x="1939" y="2265"/>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850" name="Oval 274"/>
            <p:cNvSpPr>
              <a:spLocks noChangeAspect="1" noChangeArrowheads="1"/>
            </p:cNvSpPr>
            <p:nvPr/>
          </p:nvSpPr>
          <p:spPr bwMode="auto">
            <a:xfrm>
              <a:off x="2131" y="2265"/>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24851" name="Oval 275"/>
            <p:cNvSpPr>
              <a:spLocks noChangeAspect="1" noChangeArrowheads="1"/>
            </p:cNvSpPr>
            <p:nvPr/>
          </p:nvSpPr>
          <p:spPr bwMode="auto">
            <a:xfrm>
              <a:off x="2323" y="2265"/>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24852" name="Oval 276"/>
            <p:cNvSpPr>
              <a:spLocks noChangeAspect="1" noChangeArrowheads="1"/>
            </p:cNvSpPr>
            <p:nvPr/>
          </p:nvSpPr>
          <p:spPr bwMode="auto">
            <a:xfrm>
              <a:off x="2515" y="2265"/>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24853" name="Oval 277"/>
            <p:cNvSpPr>
              <a:spLocks noChangeAspect="1" noChangeArrowheads="1"/>
            </p:cNvSpPr>
            <p:nvPr/>
          </p:nvSpPr>
          <p:spPr bwMode="auto">
            <a:xfrm>
              <a:off x="2707" y="2265"/>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854" name="Oval 278"/>
            <p:cNvSpPr>
              <a:spLocks noChangeAspect="1" noChangeArrowheads="1"/>
            </p:cNvSpPr>
            <p:nvPr/>
          </p:nvSpPr>
          <p:spPr bwMode="auto">
            <a:xfrm>
              <a:off x="2899" y="2265"/>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855" name="Oval 279"/>
            <p:cNvSpPr>
              <a:spLocks noChangeAspect="1" noChangeArrowheads="1"/>
            </p:cNvSpPr>
            <p:nvPr/>
          </p:nvSpPr>
          <p:spPr bwMode="auto">
            <a:xfrm>
              <a:off x="1939" y="245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856" name="Oval 280"/>
            <p:cNvSpPr>
              <a:spLocks noChangeAspect="1" noChangeArrowheads="1"/>
            </p:cNvSpPr>
            <p:nvPr/>
          </p:nvSpPr>
          <p:spPr bwMode="auto">
            <a:xfrm>
              <a:off x="2131" y="2457"/>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24857" name="Oval 281"/>
            <p:cNvSpPr>
              <a:spLocks noChangeAspect="1" noChangeArrowheads="1"/>
            </p:cNvSpPr>
            <p:nvPr/>
          </p:nvSpPr>
          <p:spPr bwMode="auto">
            <a:xfrm>
              <a:off x="2323" y="2457"/>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24858" name="Oval 282"/>
            <p:cNvSpPr>
              <a:spLocks noChangeAspect="1" noChangeArrowheads="1"/>
            </p:cNvSpPr>
            <p:nvPr/>
          </p:nvSpPr>
          <p:spPr bwMode="auto">
            <a:xfrm>
              <a:off x="2515" y="2457"/>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24859" name="Oval 283"/>
            <p:cNvSpPr>
              <a:spLocks noChangeAspect="1" noChangeArrowheads="1"/>
            </p:cNvSpPr>
            <p:nvPr/>
          </p:nvSpPr>
          <p:spPr bwMode="auto">
            <a:xfrm>
              <a:off x="2707" y="245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860" name="Oval 284"/>
            <p:cNvSpPr>
              <a:spLocks noChangeAspect="1" noChangeArrowheads="1"/>
            </p:cNvSpPr>
            <p:nvPr/>
          </p:nvSpPr>
          <p:spPr bwMode="auto">
            <a:xfrm>
              <a:off x="1939" y="264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861" name="Oval 285"/>
            <p:cNvSpPr>
              <a:spLocks noChangeAspect="1" noChangeArrowheads="1"/>
            </p:cNvSpPr>
            <p:nvPr/>
          </p:nvSpPr>
          <p:spPr bwMode="auto">
            <a:xfrm>
              <a:off x="2131" y="264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862" name="Oval 286"/>
            <p:cNvSpPr>
              <a:spLocks noChangeAspect="1" noChangeArrowheads="1"/>
            </p:cNvSpPr>
            <p:nvPr/>
          </p:nvSpPr>
          <p:spPr bwMode="auto">
            <a:xfrm>
              <a:off x="2323" y="264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863" name="Oval 287"/>
            <p:cNvSpPr>
              <a:spLocks noChangeAspect="1" noChangeArrowheads="1"/>
            </p:cNvSpPr>
            <p:nvPr/>
          </p:nvSpPr>
          <p:spPr bwMode="auto">
            <a:xfrm>
              <a:off x="2515" y="264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864" name="Oval 288"/>
            <p:cNvSpPr>
              <a:spLocks noChangeAspect="1" noChangeArrowheads="1"/>
            </p:cNvSpPr>
            <p:nvPr/>
          </p:nvSpPr>
          <p:spPr bwMode="auto">
            <a:xfrm>
              <a:off x="2707" y="264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aphicFrame>
        <p:nvGraphicFramePr>
          <p:cNvPr id="24923" name="Group 347"/>
          <p:cNvGraphicFramePr>
            <a:graphicFrameLocks noGrp="1"/>
          </p:cNvGraphicFramePr>
          <p:nvPr/>
        </p:nvGraphicFramePr>
        <p:xfrm>
          <a:off x="6400800" y="1609725"/>
          <a:ext cx="304800" cy="1828800"/>
        </p:xfrm>
        <a:graphic>
          <a:graphicData uri="http://schemas.openxmlformats.org/drawingml/2006/table">
            <a:tbl>
              <a:tblPr/>
              <a:tblGrid>
                <a:gridCol w="3048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4941" name="Text Box 365"/>
          <p:cNvSpPr txBox="1">
            <a:spLocks noChangeArrowheads="1"/>
          </p:cNvSpPr>
          <p:nvPr/>
        </p:nvSpPr>
        <p:spPr bwMode="auto">
          <a:xfrm>
            <a:off x="342900" y="228600"/>
            <a:ext cx="8458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3200" b="1">
                <a:solidFill>
                  <a:schemeClr val="accent2"/>
                </a:solidFill>
                <a:latin typeface="Arial" charset="0"/>
              </a:rPr>
              <a:t>Boundary Fill Algorithm</a:t>
            </a:r>
          </a:p>
          <a:p>
            <a:pPr eaLnBrk="0" hangingPunct="0"/>
            <a:r>
              <a:rPr lang="en-US" altLang="en-US" sz="2800" b="1">
                <a:solidFill>
                  <a:srgbClr val="FF0000"/>
                </a:solidFill>
                <a:latin typeface="Arial" charset="0"/>
              </a:rPr>
              <a:t>4-connected </a:t>
            </a:r>
            <a:r>
              <a:rPr lang="en-US" altLang="en-US" sz="2800" b="1">
                <a:solidFill>
                  <a:srgbClr val="FF0000"/>
                </a:solidFill>
                <a:latin typeface="Arial" charset="0"/>
                <a:cs typeface="Arial" charset="0"/>
              </a:rPr>
              <a:t>(Example)</a:t>
            </a:r>
            <a:r>
              <a:rPr lang="en-US" altLang="en-US" sz="3200" b="1">
                <a:solidFill>
                  <a:schemeClr val="accent2"/>
                </a:solidFill>
                <a:latin typeface="Arial" charset="0"/>
                <a:cs typeface="Arial" charset="0"/>
              </a:rPr>
              <a:t> </a:t>
            </a:r>
            <a:r>
              <a:rPr lang="en-US" altLang="en-US" sz="2800">
                <a:latin typeface="Arial" charset="0"/>
                <a:cs typeface="Arial" charset="0"/>
              </a:rPr>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Slide Number Placeholder 3"/>
          <p:cNvSpPr>
            <a:spLocks noGrp="1"/>
          </p:cNvSpPr>
          <p:nvPr>
            <p:ph type="sldNum" sz="quarter" idx="12"/>
          </p:nvPr>
        </p:nvSpPr>
        <p:spPr/>
        <p:txBody>
          <a:bodyPr/>
          <a:lstStyle/>
          <a:p>
            <a:fld id="{1DA054C0-FDD2-433A-9953-69B43BABEA5E}" type="slidenum">
              <a:rPr lang="en-US" altLang="en-US"/>
              <a:pPr/>
              <a:t>30</a:t>
            </a:fld>
            <a:endParaRPr lang="en-US" altLang="en-US"/>
          </a:p>
        </p:txBody>
      </p:sp>
      <p:grpSp>
        <p:nvGrpSpPr>
          <p:cNvPr id="36187" name="Group 347"/>
          <p:cNvGrpSpPr>
            <a:grpSpLocks/>
          </p:cNvGrpSpPr>
          <p:nvPr/>
        </p:nvGrpSpPr>
        <p:grpSpPr bwMode="auto">
          <a:xfrm>
            <a:off x="3656013" y="1827213"/>
            <a:ext cx="2408237" cy="2103437"/>
            <a:chOff x="2016" y="1440"/>
            <a:chExt cx="1517" cy="1325"/>
          </a:xfrm>
        </p:grpSpPr>
        <p:sp>
          <p:nvSpPr>
            <p:cNvPr id="36147" name="Oval 307"/>
            <p:cNvSpPr>
              <a:spLocks noChangeAspect="1" noChangeArrowheads="1"/>
            </p:cNvSpPr>
            <p:nvPr/>
          </p:nvSpPr>
          <p:spPr bwMode="auto">
            <a:xfrm>
              <a:off x="2592" y="144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148" name="Oval 308"/>
            <p:cNvSpPr>
              <a:spLocks noChangeAspect="1" noChangeArrowheads="1"/>
            </p:cNvSpPr>
            <p:nvPr/>
          </p:nvSpPr>
          <p:spPr bwMode="auto">
            <a:xfrm>
              <a:off x="2784" y="144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149" name="Oval 309"/>
            <p:cNvSpPr>
              <a:spLocks noChangeAspect="1" noChangeArrowheads="1"/>
            </p:cNvSpPr>
            <p:nvPr/>
          </p:nvSpPr>
          <p:spPr bwMode="auto">
            <a:xfrm>
              <a:off x="2976" y="144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150" name="Oval 310"/>
            <p:cNvSpPr>
              <a:spLocks noChangeAspect="1" noChangeArrowheads="1"/>
            </p:cNvSpPr>
            <p:nvPr/>
          </p:nvSpPr>
          <p:spPr bwMode="auto">
            <a:xfrm>
              <a:off x="3168" y="144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151" name="Oval 311"/>
            <p:cNvSpPr>
              <a:spLocks noChangeAspect="1" noChangeArrowheads="1"/>
            </p:cNvSpPr>
            <p:nvPr/>
          </p:nvSpPr>
          <p:spPr bwMode="auto">
            <a:xfrm>
              <a:off x="3360" y="144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152" name="Oval 312"/>
            <p:cNvSpPr>
              <a:spLocks noChangeAspect="1" noChangeArrowheads="1"/>
            </p:cNvSpPr>
            <p:nvPr/>
          </p:nvSpPr>
          <p:spPr bwMode="auto">
            <a:xfrm>
              <a:off x="2592" y="1632"/>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153" name="Oval 313"/>
            <p:cNvSpPr>
              <a:spLocks noChangeAspect="1" noChangeArrowheads="1"/>
            </p:cNvSpPr>
            <p:nvPr/>
          </p:nvSpPr>
          <p:spPr bwMode="auto">
            <a:xfrm>
              <a:off x="2784" y="1632"/>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154" name="Oval 314"/>
            <p:cNvSpPr>
              <a:spLocks noChangeAspect="1" noChangeArrowheads="1"/>
            </p:cNvSpPr>
            <p:nvPr/>
          </p:nvSpPr>
          <p:spPr bwMode="auto">
            <a:xfrm>
              <a:off x="2976" y="1632"/>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155" name="Oval 315"/>
            <p:cNvSpPr>
              <a:spLocks noChangeAspect="1" noChangeArrowheads="1"/>
            </p:cNvSpPr>
            <p:nvPr/>
          </p:nvSpPr>
          <p:spPr bwMode="auto">
            <a:xfrm>
              <a:off x="3168" y="1632"/>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156" name="Oval 316"/>
            <p:cNvSpPr>
              <a:spLocks noChangeAspect="1" noChangeArrowheads="1"/>
            </p:cNvSpPr>
            <p:nvPr/>
          </p:nvSpPr>
          <p:spPr bwMode="auto">
            <a:xfrm>
              <a:off x="3360" y="1632"/>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157" name="Oval 317"/>
            <p:cNvSpPr>
              <a:spLocks noChangeAspect="1" noChangeArrowheads="1"/>
            </p:cNvSpPr>
            <p:nvPr/>
          </p:nvSpPr>
          <p:spPr bwMode="auto">
            <a:xfrm>
              <a:off x="2592" y="182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158" name="Oval 318"/>
            <p:cNvSpPr>
              <a:spLocks noChangeAspect="1" noChangeArrowheads="1"/>
            </p:cNvSpPr>
            <p:nvPr/>
          </p:nvSpPr>
          <p:spPr bwMode="auto">
            <a:xfrm>
              <a:off x="2784" y="1824"/>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159" name="Oval 319"/>
            <p:cNvSpPr>
              <a:spLocks noChangeAspect="1" noChangeArrowheads="1"/>
            </p:cNvSpPr>
            <p:nvPr/>
          </p:nvSpPr>
          <p:spPr bwMode="auto">
            <a:xfrm>
              <a:off x="2976" y="1824"/>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160" name="Oval 320"/>
            <p:cNvSpPr>
              <a:spLocks noChangeAspect="1" noChangeArrowheads="1"/>
            </p:cNvSpPr>
            <p:nvPr/>
          </p:nvSpPr>
          <p:spPr bwMode="auto">
            <a:xfrm>
              <a:off x="3168" y="1824"/>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161" name="Oval 321"/>
            <p:cNvSpPr>
              <a:spLocks noChangeAspect="1" noChangeArrowheads="1"/>
            </p:cNvSpPr>
            <p:nvPr/>
          </p:nvSpPr>
          <p:spPr bwMode="auto">
            <a:xfrm>
              <a:off x="3360" y="182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162" name="Oval 322"/>
            <p:cNvSpPr>
              <a:spLocks noChangeAspect="1" noChangeArrowheads="1"/>
            </p:cNvSpPr>
            <p:nvPr/>
          </p:nvSpPr>
          <p:spPr bwMode="auto">
            <a:xfrm>
              <a:off x="2016" y="201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163" name="Oval 323"/>
            <p:cNvSpPr>
              <a:spLocks noChangeAspect="1" noChangeArrowheads="1"/>
            </p:cNvSpPr>
            <p:nvPr/>
          </p:nvSpPr>
          <p:spPr bwMode="auto">
            <a:xfrm>
              <a:off x="2208" y="201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164" name="Oval 324"/>
            <p:cNvSpPr>
              <a:spLocks noChangeAspect="1" noChangeArrowheads="1"/>
            </p:cNvSpPr>
            <p:nvPr/>
          </p:nvSpPr>
          <p:spPr bwMode="auto">
            <a:xfrm>
              <a:off x="2400" y="201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165" name="Oval 325"/>
            <p:cNvSpPr>
              <a:spLocks noChangeAspect="1" noChangeArrowheads="1"/>
            </p:cNvSpPr>
            <p:nvPr/>
          </p:nvSpPr>
          <p:spPr bwMode="auto">
            <a:xfrm>
              <a:off x="2592" y="201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166" name="Oval 326"/>
            <p:cNvSpPr>
              <a:spLocks noChangeAspect="1" noChangeArrowheads="1"/>
            </p:cNvSpPr>
            <p:nvPr/>
          </p:nvSpPr>
          <p:spPr bwMode="auto">
            <a:xfrm>
              <a:off x="2784" y="2016"/>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167" name="Oval 327"/>
            <p:cNvSpPr>
              <a:spLocks noChangeAspect="1" noChangeArrowheads="1"/>
            </p:cNvSpPr>
            <p:nvPr/>
          </p:nvSpPr>
          <p:spPr bwMode="auto">
            <a:xfrm>
              <a:off x="2976" y="201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168" name="Oval 328"/>
            <p:cNvSpPr>
              <a:spLocks noChangeAspect="1" noChangeArrowheads="1"/>
            </p:cNvSpPr>
            <p:nvPr/>
          </p:nvSpPr>
          <p:spPr bwMode="auto">
            <a:xfrm>
              <a:off x="3168" y="201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169" name="Oval 329"/>
            <p:cNvSpPr>
              <a:spLocks noChangeAspect="1" noChangeArrowheads="1"/>
            </p:cNvSpPr>
            <p:nvPr/>
          </p:nvSpPr>
          <p:spPr bwMode="auto">
            <a:xfrm>
              <a:off x="3360" y="201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170" name="Oval 330"/>
            <p:cNvSpPr>
              <a:spLocks noChangeAspect="1" noChangeArrowheads="1"/>
            </p:cNvSpPr>
            <p:nvPr/>
          </p:nvSpPr>
          <p:spPr bwMode="auto">
            <a:xfrm>
              <a:off x="2016" y="2208"/>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171" name="Oval 331"/>
            <p:cNvSpPr>
              <a:spLocks noChangeAspect="1" noChangeArrowheads="1"/>
            </p:cNvSpPr>
            <p:nvPr/>
          </p:nvSpPr>
          <p:spPr bwMode="auto">
            <a:xfrm>
              <a:off x="2208" y="2208"/>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6172" name="Oval 332"/>
            <p:cNvSpPr>
              <a:spLocks noChangeAspect="1" noChangeArrowheads="1"/>
            </p:cNvSpPr>
            <p:nvPr/>
          </p:nvSpPr>
          <p:spPr bwMode="auto">
            <a:xfrm>
              <a:off x="2400" y="2208"/>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36173" name="Oval 333"/>
            <p:cNvSpPr>
              <a:spLocks noChangeAspect="1" noChangeArrowheads="1"/>
            </p:cNvSpPr>
            <p:nvPr/>
          </p:nvSpPr>
          <p:spPr bwMode="auto">
            <a:xfrm>
              <a:off x="2592" y="2208"/>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6174" name="Oval 334"/>
            <p:cNvSpPr>
              <a:spLocks noChangeAspect="1" noChangeArrowheads="1"/>
            </p:cNvSpPr>
            <p:nvPr/>
          </p:nvSpPr>
          <p:spPr bwMode="auto">
            <a:xfrm>
              <a:off x="2784" y="2208"/>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175" name="Oval 335"/>
            <p:cNvSpPr>
              <a:spLocks noChangeAspect="1" noChangeArrowheads="1"/>
            </p:cNvSpPr>
            <p:nvPr/>
          </p:nvSpPr>
          <p:spPr bwMode="auto">
            <a:xfrm>
              <a:off x="2976" y="2208"/>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176" name="Oval 336"/>
            <p:cNvSpPr>
              <a:spLocks noChangeAspect="1" noChangeArrowheads="1"/>
            </p:cNvSpPr>
            <p:nvPr/>
          </p:nvSpPr>
          <p:spPr bwMode="auto">
            <a:xfrm>
              <a:off x="2016" y="240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177" name="Oval 337"/>
            <p:cNvSpPr>
              <a:spLocks noChangeAspect="1" noChangeArrowheads="1"/>
            </p:cNvSpPr>
            <p:nvPr/>
          </p:nvSpPr>
          <p:spPr bwMode="auto">
            <a:xfrm>
              <a:off x="2208" y="2400"/>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6178" name="Oval 338"/>
            <p:cNvSpPr>
              <a:spLocks noChangeAspect="1" noChangeArrowheads="1"/>
            </p:cNvSpPr>
            <p:nvPr/>
          </p:nvSpPr>
          <p:spPr bwMode="auto">
            <a:xfrm>
              <a:off x="2400" y="2400"/>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6179" name="Oval 339"/>
            <p:cNvSpPr>
              <a:spLocks noChangeAspect="1" noChangeArrowheads="1"/>
            </p:cNvSpPr>
            <p:nvPr/>
          </p:nvSpPr>
          <p:spPr bwMode="auto">
            <a:xfrm>
              <a:off x="2592" y="2400"/>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6180" name="Oval 340"/>
            <p:cNvSpPr>
              <a:spLocks noChangeAspect="1" noChangeArrowheads="1"/>
            </p:cNvSpPr>
            <p:nvPr/>
          </p:nvSpPr>
          <p:spPr bwMode="auto">
            <a:xfrm>
              <a:off x="2784" y="240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181" name="Oval 341"/>
            <p:cNvSpPr>
              <a:spLocks noChangeAspect="1" noChangeArrowheads="1"/>
            </p:cNvSpPr>
            <p:nvPr/>
          </p:nvSpPr>
          <p:spPr bwMode="auto">
            <a:xfrm>
              <a:off x="2016" y="2592"/>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182" name="Oval 342"/>
            <p:cNvSpPr>
              <a:spLocks noChangeAspect="1" noChangeArrowheads="1"/>
            </p:cNvSpPr>
            <p:nvPr/>
          </p:nvSpPr>
          <p:spPr bwMode="auto">
            <a:xfrm>
              <a:off x="2208" y="2592"/>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183" name="Oval 343"/>
            <p:cNvSpPr>
              <a:spLocks noChangeAspect="1" noChangeArrowheads="1"/>
            </p:cNvSpPr>
            <p:nvPr/>
          </p:nvSpPr>
          <p:spPr bwMode="auto">
            <a:xfrm>
              <a:off x="2400" y="2592"/>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184" name="Oval 344"/>
            <p:cNvSpPr>
              <a:spLocks noChangeAspect="1" noChangeArrowheads="1"/>
            </p:cNvSpPr>
            <p:nvPr/>
          </p:nvSpPr>
          <p:spPr bwMode="auto">
            <a:xfrm>
              <a:off x="2592" y="2592"/>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185" name="Oval 345"/>
            <p:cNvSpPr>
              <a:spLocks noChangeAspect="1" noChangeArrowheads="1"/>
            </p:cNvSpPr>
            <p:nvPr/>
          </p:nvSpPr>
          <p:spPr bwMode="auto">
            <a:xfrm>
              <a:off x="2784" y="2592"/>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aphicFrame>
        <p:nvGraphicFramePr>
          <p:cNvPr id="36188" name="Group 348"/>
          <p:cNvGraphicFramePr>
            <a:graphicFrameLocks noGrp="1"/>
          </p:cNvGraphicFramePr>
          <p:nvPr/>
        </p:nvGraphicFramePr>
        <p:xfrm>
          <a:off x="6400800" y="1609725"/>
          <a:ext cx="304800" cy="1828800"/>
        </p:xfrm>
        <a:graphic>
          <a:graphicData uri="http://schemas.openxmlformats.org/drawingml/2006/table">
            <a:tbl>
              <a:tblPr/>
              <a:tblGrid>
                <a:gridCol w="3048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36206" name="Text Box 366"/>
          <p:cNvSpPr txBox="1">
            <a:spLocks noChangeArrowheads="1"/>
          </p:cNvSpPr>
          <p:nvPr/>
        </p:nvSpPr>
        <p:spPr bwMode="auto">
          <a:xfrm>
            <a:off x="342900" y="228600"/>
            <a:ext cx="8458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3200" b="1">
                <a:solidFill>
                  <a:schemeClr val="accent2"/>
                </a:solidFill>
                <a:latin typeface="Arial" charset="0"/>
              </a:rPr>
              <a:t>Boundary Fill Algorithm</a:t>
            </a:r>
          </a:p>
          <a:p>
            <a:pPr eaLnBrk="0" hangingPunct="0"/>
            <a:r>
              <a:rPr lang="en-US" altLang="en-US" sz="2800" b="1">
                <a:solidFill>
                  <a:srgbClr val="FF0000"/>
                </a:solidFill>
                <a:latin typeface="Arial" charset="0"/>
              </a:rPr>
              <a:t>4-connected </a:t>
            </a:r>
            <a:r>
              <a:rPr lang="en-US" altLang="en-US" sz="2800" b="1">
                <a:solidFill>
                  <a:srgbClr val="FF0000"/>
                </a:solidFill>
                <a:latin typeface="Arial" charset="0"/>
                <a:cs typeface="Arial" charset="0"/>
              </a:rPr>
              <a:t>(Example)</a:t>
            </a:r>
            <a:r>
              <a:rPr lang="en-US" altLang="en-US" sz="3200" b="1">
                <a:solidFill>
                  <a:schemeClr val="accent2"/>
                </a:solidFill>
                <a:latin typeface="Arial" charset="0"/>
                <a:cs typeface="Arial" charset="0"/>
              </a:rPr>
              <a:t> </a:t>
            </a:r>
            <a:r>
              <a:rPr lang="en-US" altLang="en-US" sz="2800">
                <a:latin typeface="Arial" charset="0"/>
                <a:cs typeface="Arial" charset="0"/>
              </a:rPr>
              <a:t>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Slide Number Placeholder 3"/>
          <p:cNvSpPr>
            <a:spLocks noGrp="1"/>
          </p:cNvSpPr>
          <p:nvPr>
            <p:ph type="sldNum" sz="quarter" idx="12"/>
          </p:nvPr>
        </p:nvSpPr>
        <p:spPr/>
        <p:txBody>
          <a:bodyPr/>
          <a:lstStyle/>
          <a:p>
            <a:fld id="{FB96DF77-6820-480D-9348-335DCC298DF1}" type="slidenum">
              <a:rPr lang="en-US" altLang="en-US"/>
              <a:pPr/>
              <a:t>31</a:t>
            </a:fld>
            <a:endParaRPr lang="en-US" altLang="en-US"/>
          </a:p>
        </p:txBody>
      </p:sp>
      <p:grpSp>
        <p:nvGrpSpPr>
          <p:cNvPr id="36923" name="Group 59"/>
          <p:cNvGrpSpPr>
            <a:grpSpLocks/>
          </p:cNvGrpSpPr>
          <p:nvPr/>
        </p:nvGrpSpPr>
        <p:grpSpPr bwMode="auto">
          <a:xfrm>
            <a:off x="3656013" y="1827213"/>
            <a:ext cx="2408237" cy="2103437"/>
            <a:chOff x="1920" y="1440"/>
            <a:chExt cx="1517" cy="1325"/>
          </a:xfrm>
        </p:grpSpPr>
        <p:sp>
          <p:nvSpPr>
            <p:cNvPr id="36884" name="Oval 20"/>
            <p:cNvSpPr>
              <a:spLocks noChangeAspect="1" noChangeArrowheads="1"/>
            </p:cNvSpPr>
            <p:nvPr/>
          </p:nvSpPr>
          <p:spPr bwMode="auto">
            <a:xfrm>
              <a:off x="2496" y="144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885" name="Oval 21"/>
            <p:cNvSpPr>
              <a:spLocks noChangeAspect="1" noChangeArrowheads="1"/>
            </p:cNvSpPr>
            <p:nvPr/>
          </p:nvSpPr>
          <p:spPr bwMode="auto">
            <a:xfrm>
              <a:off x="2688" y="144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886" name="Oval 22"/>
            <p:cNvSpPr>
              <a:spLocks noChangeAspect="1" noChangeArrowheads="1"/>
            </p:cNvSpPr>
            <p:nvPr/>
          </p:nvSpPr>
          <p:spPr bwMode="auto">
            <a:xfrm>
              <a:off x="2880" y="144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887" name="Oval 23"/>
            <p:cNvSpPr>
              <a:spLocks noChangeAspect="1" noChangeArrowheads="1"/>
            </p:cNvSpPr>
            <p:nvPr/>
          </p:nvSpPr>
          <p:spPr bwMode="auto">
            <a:xfrm>
              <a:off x="3072" y="144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888" name="Oval 24"/>
            <p:cNvSpPr>
              <a:spLocks noChangeAspect="1" noChangeArrowheads="1"/>
            </p:cNvSpPr>
            <p:nvPr/>
          </p:nvSpPr>
          <p:spPr bwMode="auto">
            <a:xfrm>
              <a:off x="3264" y="144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889" name="Oval 25"/>
            <p:cNvSpPr>
              <a:spLocks noChangeAspect="1" noChangeArrowheads="1"/>
            </p:cNvSpPr>
            <p:nvPr/>
          </p:nvSpPr>
          <p:spPr bwMode="auto">
            <a:xfrm>
              <a:off x="2496" y="1632"/>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890" name="Oval 26"/>
            <p:cNvSpPr>
              <a:spLocks noChangeAspect="1" noChangeArrowheads="1"/>
            </p:cNvSpPr>
            <p:nvPr/>
          </p:nvSpPr>
          <p:spPr bwMode="auto">
            <a:xfrm>
              <a:off x="2688" y="1632"/>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891" name="Oval 27"/>
            <p:cNvSpPr>
              <a:spLocks noChangeAspect="1" noChangeArrowheads="1"/>
            </p:cNvSpPr>
            <p:nvPr/>
          </p:nvSpPr>
          <p:spPr bwMode="auto">
            <a:xfrm>
              <a:off x="2880" y="1632"/>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892" name="Oval 28"/>
            <p:cNvSpPr>
              <a:spLocks noChangeAspect="1" noChangeArrowheads="1"/>
            </p:cNvSpPr>
            <p:nvPr/>
          </p:nvSpPr>
          <p:spPr bwMode="auto">
            <a:xfrm>
              <a:off x="3072" y="1632"/>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893" name="Oval 29"/>
            <p:cNvSpPr>
              <a:spLocks noChangeAspect="1" noChangeArrowheads="1"/>
            </p:cNvSpPr>
            <p:nvPr/>
          </p:nvSpPr>
          <p:spPr bwMode="auto">
            <a:xfrm>
              <a:off x="3264" y="1632"/>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894" name="Oval 30"/>
            <p:cNvSpPr>
              <a:spLocks noChangeAspect="1" noChangeArrowheads="1"/>
            </p:cNvSpPr>
            <p:nvPr/>
          </p:nvSpPr>
          <p:spPr bwMode="auto">
            <a:xfrm>
              <a:off x="2496" y="182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895" name="Oval 31"/>
            <p:cNvSpPr>
              <a:spLocks noChangeAspect="1" noChangeArrowheads="1"/>
            </p:cNvSpPr>
            <p:nvPr/>
          </p:nvSpPr>
          <p:spPr bwMode="auto">
            <a:xfrm>
              <a:off x="2688" y="1824"/>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896" name="Oval 32"/>
            <p:cNvSpPr>
              <a:spLocks noChangeAspect="1" noChangeArrowheads="1"/>
            </p:cNvSpPr>
            <p:nvPr/>
          </p:nvSpPr>
          <p:spPr bwMode="auto">
            <a:xfrm>
              <a:off x="2880" y="1824"/>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897" name="Oval 33"/>
            <p:cNvSpPr>
              <a:spLocks noChangeAspect="1" noChangeArrowheads="1"/>
            </p:cNvSpPr>
            <p:nvPr/>
          </p:nvSpPr>
          <p:spPr bwMode="auto">
            <a:xfrm>
              <a:off x="3072" y="1824"/>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898" name="Oval 34"/>
            <p:cNvSpPr>
              <a:spLocks noChangeAspect="1" noChangeArrowheads="1"/>
            </p:cNvSpPr>
            <p:nvPr/>
          </p:nvSpPr>
          <p:spPr bwMode="auto">
            <a:xfrm>
              <a:off x="3264" y="182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899" name="Oval 35"/>
            <p:cNvSpPr>
              <a:spLocks noChangeAspect="1" noChangeArrowheads="1"/>
            </p:cNvSpPr>
            <p:nvPr/>
          </p:nvSpPr>
          <p:spPr bwMode="auto">
            <a:xfrm>
              <a:off x="1920" y="201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900" name="Oval 36"/>
            <p:cNvSpPr>
              <a:spLocks noChangeAspect="1" noChangeArrowheads="1"/>
            </p:cNvSpPr>
            <p:nvPr/>
          </p:nvSpPr>
          <p:spPr bwMode="auto">
            <a:xfrm>
              <a:off x="2112" y="201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901" name="Oval 37"/>
            <p:cNvSpPr>
              <a:spLocks noChangeAspect="1" noChangeArrowheads="1"/>
            </p:cNvSpPr>
            <p:nvPr/>
          </p:nvSpPr>
          <p:spPr bwMode="auto">
            <a:xfrm>
              <a:off x="2304" y="201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902" name="Oval 38"/>
            <p:cNvSpPr>
              <a:spLocks noChangeAspect="1" noChangeArrowheads="1"/>
            </p:cNvSpPr>
            <p:nvPr/>
          </p:nvSpPr>
          <p:spPr bwMode="auto">
            <a:xfrm>
              <a:off x="2496" y="201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903" name="Oval 39"/>
            <p:cNvSpPr>
              <a:spLocks noChangeAspect="1" noChangeArrowheads="1"/>
            </p:cNvSpPr>
            <p:nvPr/>
          </p:nvSpPr>
          <p:spPr bwMode="auto">
            <a:xfrm>
              <a:off x="2688" y="2016"/>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904" name="Oval 40"/>
            <p:cNvSpPr>
              <a:spLocks noChangeAspect="1" noChangeArrowheads="1"/>
            </p:cNvSpPr>
            <p:nvPr/>
          </p:nvSpPr>
          <p:spPr bwMode="auto">
            <a:xfrm>
              <a:off x="2880" y="201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905" name="Oval 41"/>
            <p:cNvSpPr>
              <a:spLocks noChangeAspect="1" noChangeArrowheads="1"/>
            </p:cNvSpPr>
            <p:nvPr/>
          </p:nvSpPr>
          <p:spPr bwMode="auto">
            <a:xfrm>
              <a:off x="3072" y="201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906" name="Oval 42"/>
            <p:cNvSpPr>
              <a:spLocks noChangeAspect="1" noChangeArrowheads="1"/>
            </p:cNvSpPr>
            <p:nvPr/>
          </p:nvSpPr>
          <p:spPr bwMode="auto">
            <a:xfrm>
              <a:off x="3264" y="201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907" name="Oval 43"/>
            <p:cNvSpPr>
              <a:spLocks noChangeAspect="1" noChangeArrowheads="1"/>
            </p:cNvSpPr>
            <p:nvPr/>
          </p:nvSpPr>
          <p:spPr bwMode="auto">
            <a:xfrm>
              <a:off x="1920" y="2208"/>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908" name="Oval 44"/>
            <p:cNvSpPr>
              <a:spLocks noChangeAspect="1" noChangeArrowheads="1"/>
            </p:cNvSpPr>
            <p:nvPr/>
          </p:nvSpPr>
          <p:spPr bwMode="auto">
            <a:xfrm>
              <a:off x="2112" y="2208"/>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6909" name="Oval 45"/>
            <p:cNvSpPr>
              <a:spLocks noChangeAspect="1" noChangeArrowheads="1"/>
            </p:cNvSpPr>
            <p:nvPr/>
          </p:nvSpPr>
          <p:spPr bwMode="auto">
            <a:xfrm>
              <a:off x="2304" y="2208"/>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6910" name="Oval 46"/>
            <p:cNvSpPr>
              <a:spLocks noChangeAspect="1" noChangeArrowheads="1"/>
            </p:cNvSpPr>
            <p:nvPr/>
          </p:nvSpPr>
          <p:spPr bwMode="auto">
            <a:xfrm>
              <a:off x="2496" y="2208"/>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6911" name="Oval 47"/>
            <p:cNvSpPr>
              <a:spLocks noChangeAspect="1" noChangeArrowheads="1"/>
            </p:cNvSpPr>
            <p:nvPr/>
          </p:nvSpPr>
          <p:spPr bwMode="auto">
            <a:xfrm>
              <a:off x="2688" y="2208"/>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912" name="Oval 48"/>
            <p:cNvSpPr>
              <a:spLocks noChangeAspect="1" noChangeArrowheads="1"/>
            </p:cNvSpPr>
            <p:nvPr/>
          </p:nvSpPr>
          <p:spPr bwMode="auto">
            <a:xfrm>
              <a:off x="2880" y="2208"/>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913" name="Oval 49"/>
            <p:cNvSpPr>
              <a:spLocks noChangeAspect="1" noChangeArrowheads="1"/>
            </p:cNvSpPr>
            <p:nvPr/>
          </p:nvSpPr>
          <p:spPr bwMode="auto">
            <a:xfrm>
              <a:off x="1920" y="240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914" name="Oval 50"/>
            <p:cNvSpPr>
              <a:spLocks noChangeAspect="1" noChangeArrowheads="1"/>
            </p:cNvSpPr>
            <p:nvPr/>
          </p:nvSpPr>
          <p:spPr bwMode="auto">
            <a:xfrm>
              <a:off x="2112" y="2400"/>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6915" name="Oval 51"/>
            <p:cNvSpPr>
              <a:spLocks noChangeAspect="1" noChangeArrowheads="1"/>
            </p:cNvSpPr>
            <p:nvPr/>
          </p:nvSpPr>
          <p:spPr bwMode="auto">
            <a:xfrm>
              <a:off x="2304" y="2400"/>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6916" name="Oval 52"/>
            <p:cNvSpPr>
              <a:spLocks noChangeAspect="1" noChangeArrowheads="1"/>
            </p:cNvSpPr>
            <p:nvPr/>
          </p:nvSpPr>
          <p:spPr bwMode="auto">
            <a:xfrm>
              <a:off x="2496" y="2400"/>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6917" name="Oval 53"/>
            <p:cNvSpPr>
              <a:spLocks noChangeAspect="1" noChangeArrowheads="1"/>
            </p:cNvSpPr>
            <p:nvPr/>
          </p:nvSpPr>
          <p:spPr bwMode="auto">
            <a:xfrm>
              <a:off x="2688" y="240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918" name="Oval 54"/>
            <p:cNvSpPr>
              <a:spLocks noChangeAspect="1" noChangeArrowheads="1"/>
            </p:cNvSpPr>
            <p:nvPr/>
          </p:nvSpPr>
          <p:spPr bwMode="auto">
            <a:xfrm>
              <a:off x="1920" y="2592"/>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919" name="Oval 55"/>
            <p:cNvSpPr>
              <a:spLocks noChangeAspect="1" noChangeArrowheads="1"/>
            </p:cNvSpPr>
            <p:nvPr/>
          </p:nvSpPr>
          <p:spPr bwMode="auto">
            <a:xfrm>
              <a:off x="2112" y="2592"/>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920" name="Oval 56"/>
            <p:cNvSpPr>
              <a:spLocks noChangeAspect="1" noChangeArrowheads="1"/>
            </p:cNvSpPr>
            <p:nvPr/>
          </p:nvSpPr>
          <p:spPr bwMode="auto">
            <a:xfrm>
              <a:off x="2304" y="2592"/>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921" name="Oval 57"/>
            <p:cNvSpPr>
              <a:spLocks noChangeAspect="1" noChangeArrowheads="1"/>
            </p:cNvSpPr>
            <p:nvPr/>
          </p:nvSpPr>
          <p:spPr bwMode="auto">
            <a:xfrm>
              <a:off x="2496" y="2592"/>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922" name="Oval 58"/>
            <p:cNvSpPr>
              <a:spLocks noChangeAspect="1" noChangeArrowheads="1"/>
            </p:cNvSpPr>
            <p:nvPr/>
          </p:nvSpPr>
          <p:spPr bwMode="auto">
            <a:xfrm>
              <a:off x="2688" y="2592"/>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aphicFrame>
        <p:nvGraphicFramePr>
          <p:cNvPr id="36924" name="Group 60"/>
          <p:cNvGraphicFramePr>
            <a:graphicFrameLocks noGrp="1"/>
          </p:cNvGraphicFramePr>
          <p:nvPr/>
        </p:nvGraphicFramePr>
        <p:xfrm>
          <a:off x="6400800" y="1609725"/>
          <a:ext cx="304800" cy="1828800"/>
        </p:xfrm>
        <a:graphic>
          <a:graphicData uri="http://schemas.openxmlformats.org/drawingml/2006/table">
            <a:tbl>
              <a:tblPr/>
              <a:tblGrid>
                <a:gridCol w="3048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36942" name="Text Box 78"/>
          <p:cNvSpPr txBox="1">
            <a:spLocks noChangeArrowheads="1"/>
          </p:cNvSpPr>
          <p:nvPr/>
        </p:nvSpPr>
        <p:spPr bwMode="auto">
          <a:xfrm>
            <a:off x="342900" y="228600"/>
            <a:ext cx="8458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3200" b="1">
                <a:solidFill>
                  <a:schemeClr val="accent2"/>
                </a:solidFill>
                <a:latin typeface="Arial" charset="0"/>
              </a:rPr>
              <a:t>Boundary Fill Algorithm</a:t>
            </a:r>
          </a:p>
          <a:p>
            <a:pPr eaLnBrk="0" hangingPunct="0"/>
            <a:r>
              <a:rPr lang="en-US" altLang="en-US" sz="2800" b="1">
                <a:solidFill>
                  <a:srgbClr val="FF0000"/>
                </a:solidFill>
                <a:latin typeface="Arial" charset="0"/>
              </a:rPr>
              <a:t>4-connected </a:t>
            </a:r>
            <a:r>
              <a:rPr lang="en-US" altLang="en-US" sz="2800" b="1">
                <a:solidFill>
                  <a:srgbClr val="FF0000"/>
                </a:solidFill>
                <a:latin typeface="Arial" charset="0"/>
                <a:cs typeface="Arial" charset="0"/>
              </a:rPr>
              <a:t>(Example)</a:t>
            </a:r>
            <a:r>
              <a:rPr lang="en-US" altLang="en-US" sz="3200" b="1">
                <a:solidFill>
                  <a:schemeClr val="accent2"/>
                </a:solidFill>
                <a:latin typeface="Arial" charset="0"/>
                <a:cs typeface="Arial" charset="0"/>
              </a:rPr>
              <a:t> </a:t>
            </a:r>
            <a:r>
              <a:rPr lang="en-US" altLang="en-US" sz="2800">
                <a:latin typeface="Arial" charset="0"/>
                <a:cs typeface="Arial" charset="0"/>
              </a:rPr>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Slide Number Placeholder 3"/>
          <p:cNvSpPr>
            <a:spLocks noGrp="1"/>
          </p:cNvSpPr>
          <p:nvPr>
            <p:ph type="sldNum" sz="quarter" idx="12"/>
          </p:nvPr>
        </p:nvSpPr>
        <p:spPr/>
        <p:txBody>
          <a:bodyPr/>
          <a:lstStyle/>
          <a:p>
            <a:fld id="{3820F0F4-5689-485A-AFD7-1AE4DA3C8479}" type="slidenum">
              <a:rPr lang="en-US" altLang="en-US"/>
              <a:pPr/>
              <a:t>32</a:t>
            </a:fld>
            <a:endParaRPr lang="en-US" altLang="en-US"/>
          </a:p>
        </p:txBody>
      </p:sp>
      <p:graphicFrame>
        <p:nvGraphicFramePr>
          <p:cNvPr id="52291" name="Group 1091"/>
          <p:cNvGraphicFramePr>
            <a:graphicFrameLocks noGrp="1"/>
          </p:cNvGraphicFramePr>
          <p:nvPr/>
        </p:nvGraphicFramePr>
        <p:xfrm>
          <a:off x="6477000" y="1609725"/>
          <a:ext cx="304800" cy="2438400"/>
        </p:xfrm>
        <a:graphic>
          <a:graphicData uri="http://schemas.openxmlformats.org/drawingml/2006/table">
            <a:tbl>
              <a:tblPr/>
              <a:tblGrid>
                <a:gridCol w="3048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pSp>
        <p:nvGrpSpPr>
          <p:cNvPr id="52244" name="Group 1044"/>
          <p:cNvGrpSpPr>
            <a:grpSpLocks/>
          </p:cNvGrpSpPr>
          <p:nvPr/>
        </p:nvGrpSpPr>
        <p:grpSpPr bwMode="auto">
          <a:xfrm>
            <a:off x="3657600" y="1827213"/>
            <a:ext cx="2408238" cy="2667000"/>
            <a:chOff x="2112" y="1584"/>
            <a:chExt cx="1517" cy="1680"/>
          </a:xfrm>
        </p:grpSpPr>
        <p:sp>
          <p:nvSpPr>
            <p:cNvPr id="52245" name="Text Box 1045"/>
            <p:cNvSpPr txBox="1">
              <a:spLocks noChangeArrowheads="1"/>
            </p:cNvSpPr>
            <p:nvPr/>
          </p:nvSpPr>
          <p:spPr bwMode="auto">
            <a:xfrm>
              <a:off x="2208" y="3072"/>
              <a:ext cx="91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1400" b="1">
                  <a:latin typeface="Arial" charset="0"/>
                </a:rPr>
                <a:t>Start Position</a:t>
              </a:r>
            </a:p>
          </p:txBody>
        </p:sp>
        <p:sp>
          <p:nvSpPr>
            <p:cNvPr id="52246" name="Oval 1046"/>
            <p:cNvSpPr>
              <a:spLocks noChangeAspect="1" noChangeArrowheads="1"/>
            </p:cNvSpPr>
            <p:nvPr/>
          </p:nvSpPr>
          <p:spPr bwMode="auto">
            <a:xfrm>
              <a:off x="2688" y="158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47" name="Oval 1047"/>
            <p:cNvSpPr>
              <a:spLocks noChangeAspect="1" noChangeArrowheads="1"/>
            </p:cNvSpPr>
            <p:nvPr/>
          </p:nvSpPr>
          <p:spPr bwMode="auto">
            <a:xfrm>
              <a:off x="2880" y="158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48" name="Oval 1048"/>
            <p:cNvSpPr>
              <a:spLocks noChangeAspect="1" noChangeArrowheads="1"/>
            </p:cNvSpPr>
            <p:nvPr/>
          </p:nvSpPr>
          <p:spPr bwMode="auto">
            <a:xfrm>
              <a:off x="3072" y="158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49" name="Oval 1049"/>
            <p:cNvSpPr>
              <a:spLocks noChangeAspect="1" noChangeArrowheads="1"/>
            </p:cNvSpPr>
            <p:nvPr/>
          </p:nvSpPr>
          <p:spPr bwMode="auto">
            <a:xfrm>
              <a:off x="3264" y="158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50" name="Oval 1050"/>
            <p:cNvSpPr>
              <a:spLocks noChangeAspect="1" noChangeArrowheads="1"/>
            </p:cNvSpPr>
            <p:nvPr/>
          </p:nvSpPr>
          <p:spPr bwMode="auto">
            <a:xfrm>
              <a:off x="3456" y="158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51" name="Oval 1051"/>
            <p:cNvSpPr>
              <a:spLocks noChangeAspect="1" noChangeArrowheads="1"/>
            </p:cNvSpPr>
            <p:nvPr/>
          </p:nvSpPr>
          <p:spPr bwMode="auto">
            <a:xfrm>
              <a:off x="2688" y="177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52" name="Oval 1052"/>
            <p:cNvSpPr>
              <a:spLocks noChangeAspect="1" noChangeArrowheads="1"/>
            </p:cNvSpPr>
            <p:nvPr/>
          </p:nvSpPr>
          <p:spPr bwMode="auto">
            <a:xfrm>
              <a:off x="2880" y="1776"/>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53" name="Oval 1053"/>
            <p:cNvSpPr>
              <a:spLocks noChangeAspect="1" noChangeArrowheads="1"/>
            </p:cNvSpPr>
            <p:nvPr/>
          </p:nvSpPr>
          <p:spPr bwMode="auto">
            <a:xfrm>
              <a:off x="3072" y="1776"/>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54" name="Oval 1054"/>
            <p:cNvSpPr>
              <a:spLocks noChangeAspect="1" noChangeArrowheads="1"/>
            </p:cNvSpPr>
            <p:nvPr/>
          </p:nvSpPr>
          <p:spPr bwMode="auto">
            <a:xfrm>
              <a:off x="3264" y="1776"/>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55" name="Oval 1055"/>
            <p:cNvSpPr>
              <a:spLocks noChangeAspect="1" noChangeArrowheads="1"/>
            </p:cNvSpPr>
            <p:nvPr/>
          </p:nvSpPr>
          <p:spPr bwMode="auto">
            <a:xfrm>
              <a:off x="3456" y="177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56" name="Oval 1056"/>
            <p:cNvSpPr>
              <a:spLocks noChangeAspect="1" noChangeArrowheads="1"/>
            </p:cNvSpPr>
            <p:nvPr/>
          </p:nvSpPr>
          <p:spPr bwMode="auto">
            <a:xfrm>
              <a:off x="2688" y="1968"/>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57" name="Oval 1057"/>
            <p:cNvSpPr>
              <a:spLocks noChangeAspect="1" noChangeArrowheads="1"/>
            </p:cNvSpPr>
            <p:nvPr/>
          </p:nvSpPr>
          <p:spPr bwMode="auto">
            <a:xfrm>
              <a:off x="2880" y="1968"/>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58" name="Oval 1058"/>
            <p:cNvSpPr>
              <a:spLocks noChangeAspect="1" noChangeArrowheads="1"/>
            </p:cNvSpPr>
            <p:nvPr/>
          </p:nvSpPr>
          <p:spPr bwMode="auto">
            <a:xfrm>
              <a:off x="3072" y="1968"/>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59" name="Oval 1059"/>
            <p:cNvSpPr>
              <a:spLocks noChangeAspect="1" noChangeArrowheads="1"/>
            </p:cNvSpPr>
            <p:nvPr/>
          </p:nvSpPr>
          <p:spPr bwMode="auto">
            <a:xfrm>
              <a:off x="3264" y="1968"/>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60" name="Oval 1060"/>
            <p:cNvSpPr>
              <a:spLocks noChangeAspect="1" noChangeArrowheads="1"/>
            </p:cNvSpPr>
            <p:nvPr/>
          </p:nvSpPr>
          <p:spPr bwMode="auto">
            <a:xfrm>
              <a:off x="3456" y="1968"/>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61" name="Oval 1061"/>
            <p:cNvSpPr>
              <a:spLocks noChangeAspect="1" noChangeArrowheads="1"/>
            </p:cNvSpPr>
            <p:nvPr/>
          </p:nvSpPr>
          <p:spPr bwMode="auto">
            <a:xfrm>
              <a:off x="2112" y="216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62" name="Oval 1062"/>
            <p:cNvSpPr>
              <a:spLocks noChangeAspect="1" noChangeArrowheads="1"/>
            </p:cNvSpPr>
            <p:nvPr/>
          </p:nvSpPr>
          <p:spPr bwMode="auto">
            <a:xfrm>
              <a:off x="2304" y="216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63" name="Oval 1063"/>
            <p:cNvSpPr>
              <a:spLocks noChangeAspect="1" noChangeArrowheads="1"/>
            </p:cNvSpPr>
            <p:nvPr/>
          </p:nvSpPr>
          <p:spPr bwMode="auto">
            <a:xfrm>
              <a:off x="2496" y="216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64" name="Oval 1064"/>
            <p:cNvSpPr>
              <a:spLocks noChangeAspect="1" noChangeArrowheads="1"/>
            </p:cNvSpPr>
            <p:nvPr/>
          </p:nvSpPr>
          <p:spPr bwMode="auto">
            <a:xfrm>
              <a:off x="2688" y="216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65" name="Oval 1065"/>
            <p:cNvSpPr>
              <a:spLocks noChangeAspect="1" noChangeArrowheads="1"/>
            </p:cNvSpPr>
            <p:nvPr/>
          </p:nvSpPr>
          <p:spPr bwMode="auto">
            <a:xfrm>
              <a:off x="2880" y="2160"/>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66" name="Oval 1066"/>
            <p:cNvSpPr>
              <a:spLocks noChangeAspect="1" noChangeArrowheads="1"/>
            </p:cNvSpPr>
            <p:nvPr/>
          </p:nvSpPr>
          <p:spPr bwMode="auto">
            <a:xfrm>
              <a:off x="3072" y="216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67" name="Oval 1067"/>
            <p:cNvSpPr>
              <a:spLocks noChangeAspect="1" noChangeArrowheads="1"/>
            </p:cNvSpPr>
            <p:nvPr/>
          </p:nvSpPr>
          <p:spPr bwMode="auto">
            <a:xfrm>
              <a:off x="3264" y="216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68" name="Oval 1068"/>
            <p:cNvSpPr>
              <a:spLocks noChangeAspect="1" noChangeArrowheads="1"/>
            </p:cNvSpPr>
            <p:nvPr/>
          </p:nvSpPr>
          <p:spPr bwMode="auto">
            <a:xfrm>
              <a:off x="3456" y="2160"/>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69" name="Oval 1069"/>
            <p:cNvSpPr>
              <a:spLocks noChangeAspect="1" noChangeArrowheads="1"/>
            </p:cNvSpPr>
            <p:nvPr/>
          </p:nvSpPr>
          <p:spPr bwMode="auto">
            <a:xfrm>
              <a:off x="2112" y="2352"/>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70" name="Oval 1070"/>
            <p:cNvSpPr>
              <a:spLocks noChangeAspect="1" noChangeArrowheads="1"/>
            </p:cNvSpPr>
            <p:nvPr/>
          </p:nvSpPr>
          <p:spPr bwMode="auto">
            <a:xfrm>
              <a:off x="2304" y="2352"/>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2271" name="Oval 1071"/>
            <p:cNvSpPr>
              <a:spLocks noChangeAspect="1" noChangeArrowheads="1"/>
            </p:cNvSpPr>
            <p:nvPr/>
          </p:nvSpPr>
          <p:spPr bwMode="auto">
            <a:xfrm>
              <a:off x="2496" y="2352"/>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2272" name="Oval 1072"/>
            <p:cNvSpPr>
              <a:spLocks noChangeAspect="1" noChangeArrowheads="1"/>
            </p:cNvSpPr>
            <p:nvPr/>
          </p:nvSpPr>
          <p:spPr bwMode="auto">
            <a:xfrm>
              <a:off x="2688" y="2352"/>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2273" name="Oval 1073"/>
            <p:cNvSpPr>
              <a:spLocks noChangeAspect="1" noChangeArrowheads="1"/>
            </p:cNvSpPr>
            <p:nvPr/>
          </p:nvSpPr>
          <p:spPr bwMode="auto">
            <a:xfrm>
              <a:off x="2880" y="2352"/>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74" name="Oval 1074"/>
            <p:cNvSpPr>
              <a:spLocks noChangeAspect="1" noChangeArrowheads="1"/>
            </p:cNvSpPr>
            <p:nvPr/>
          </p:nvSpPr>
          <p:spPr bwMode="auto">
            <a:xfrm>
              <a:off x="3072" y="2352"/>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75" name="Oval 1075"/>
            <p:cNvSpPr>
              <a:spLocks noChangeAspect="1" noChangeArrowheads="1"/>
            </p:cNvSpPr>
            <p:nvPr/>
          </p:nvSpPr>
          <p:spPr bwMode="auto">
            <a:xfrm>
              <a:off x="2112" y="254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76" name="Oval 1076"/>
            <p:cNvSpPr>
              <a:spLocks noChangeAspect="1" noChangeArrowheads="1"/>
            </p:cNvSpPr>
            <p:nvPr/>
          </p:nvSpPr>
          <p:spPr bwMode="auto">
            <a:xfrm>
              <a:off x="2304" y="2544"/>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2277" name="Oval 1077"/>
            <p:cNvSpPr>
              <a:spLocks noChangeAspect="1" noChangeArrowheads="1"/>
            </p:cNvSpPr>
            <p:nvPr/>
          </p:nvSpPr>
          <p:spPr bwMode="auto">
            <a:xfrm>
              <a:off x="2496" y="2544"/>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2278" name="Oval 1078"/>
            <p:cNvSpPr>
              <a:spLocks noChangeAspect="1" noChangeArrowheads="1"/>
            </p:cNvSpPr>
            <p:nvPr/>
          </p:nvSpPr>
          <p:spPr bwMode="auto">
            <a:xfrm>
              <a:off x="2688" y="2544"/>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2279" name="Oval 1079"/>
            <p:cNvSpPr>
              <a:spLocks noChangeAspect="1" noChangeArrowheads="1"/>
            </p:cNvSpPr>
            <p:nvPr/>
          </p:nvSpPr>
          <p:spPr bwMode="auto">
            <a:xfrm>
              <a:off x="2880" y="2544"/>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80" name="Oval 1080"/>
            <p:cNvSpPr>
              <a:spLocks noChangeAspect="1" noChangeArrowheads="1"/>
            </p:cNvSpPr>
            <p:nvPr/>
          </p:nvSpPr>
          <p:spPr bwMode="auto">
            <a:xfrm>
              <a:off x="2112" y="273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81" name="Oval 1081"/>
            <p:cNvSpPr>
              <a:spLocks noChangeAspect="1" noChangeArrowheads="1"/>
            </p:cNvSpPr>
            <p:nvPr/>
          </p:nvSpPr>
          <p:spPr bwMode="auto">
            <a:xfrm>
              <a:off x="2304" y="273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82" name="Oval 1082"/>
            <p:cNvSpPr>
              <a:spLocks noChangeAspect="1" noChangeArrowheads="1"/>
            </p:cNvSpPr>
            <p:nvPr/>
          </p:nvSpPr>
          <p:spPr bwMode="auto">
            <a:xfrm>
              <a:off x="2496" y="273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83" name="Oval 1083"/>
            <p:cNvSpPr>
              <a:spLocks noChangeAspect="1" noChangeArrowheads="1"/>
            </p:cNvSpPr>
            <p:nvPr/>
          </p:nvSpPr>
          <p:spPr bwMode="auto">
            <a:xfrm>
              <a:off x="2688" y="273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84" name="Oval 1084"/>
            <p:cNvSpPr>
              <a:spLocks noChangeAspect="1" noChangeArrowheads="1"/>
            </p:cNvSpPr>
            <p:nvPr/>
          </p:nvSpPr>
          <p:spPr bwMode="auto">
            <a:xfrm>
              <a:off x="2880" y="2736"/>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85" name="Line 1085"/>
            <p:cNvSpPr>
              <a:spLocks noChangeShapeType="1"/>
            </p:cNvSpPr>
            <p:nvPr/>
          </p:nvSpPr>
          <p:spPr bwMode="auto">
            <a:xfrm flipV="1">
              <a:off x="2592" y="2592"/>
              <a:ext cx="0" cy="48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
        <p:nvSpPr>
          <p:cNvPr id="52292" name="Text Box 1092"/>
          <p:cNvSpPr txBox="1">
            <a:spLocks noChangeArrowheads="1"/>
          </p:cNvSpPr>
          <p:nvPr/>
        </p:nvSpPr>
        <p:spPr bwMode="auto">
          <a:xfrm>
            <a:off x="342900" y="228600"/>
            <a:ext cx="8458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3200" b="1">
                <a:solidFill>
                  <a:schemeClr val="accent2"/>
                </a:solidFill>
                <a:latin typeface="Arial" charset="0"/>
              </a:rPr>
              <a:t>Boundary Fill Algorithm</a:t>
            </a:r>
          </a:p>
          <a:p>
            <a:pPr eaLnBrk="0" hangingPunct="0"/>
            <a:r>
              <a:rPr lang="en-US" altLang="en-US" sz="2800" b="1">
                <a:solidFill>
                  <a:srgbClr val="FF0000"/>
                </a:solidFill>
                <a:latin typeface="Arial" charset="0"/>
              </a:rPr>
              <a:t>8-connected </a:t>
            </a:r>
            <a:r>
              <a:rPr lang="en-US" altLang="en-US" sz="2800" b="1">
                <a:solidFill>
                  <a:srgbClr val="FF0000"/>
                </a:solidFill>
                <a:latin typeface="Arial" charset="0"/>
                <a:cs typeface="Arial" charset="0"/>
              </a:rPr>
              <a:t>(Example)</a:t>
            </a:r>
            <a:r>
              <a:rPr lang="en-US" altLang="en-US" sz="3200" b="1">
                <a:solidFill>
                  <a:schemeClr val="accent2"/>
                </a:solidFill>
                <a:latin typeface="Arial" charset="0"/>
                <a:cs typeface="Arial" charset="0"/>
              </a:rPr>
              <a:t> </a:t>
            </a:r>
            <a:r>
              <a:rPr lang="en-US" altLang="en-US" sz="2800">
                <a:latin typeface="Arial" charset="0"/>
                <a:cs typeface="Arial" charset="0"/>
              </a:rPr>
              <a: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Slide Number Placeholder 3"/>
          <p:cNvSpPr>
            <a:spLocks noGrp="1"/>
          </p:cNvSpPr>
          <p:nvPr>
            <p:ph type="sldNum" sz="quarter" idx="12"/>
          </p:nvPr>
        </p:nvSpPr>
        <p:spPr/>
        <p:txBody>
          <a:bodyPr/>
          <a:lstStyle/>
          <a:p>
            <a:fld id="{9E5DA8A8-D1E5-4CB3-99EE-846CDE06F038}" type="slidenum">
              <a:rPr lang="en-US" altLang="en-US"/>
              <a:pPr/>
              <a:t>33</a:t>
            </a:fld>
            <a:endParaRPr lang="en-US" altLang="en-US"/>
          </a:p>
        </p:txBody>
      </p:sp>
      <p:grpSp>
        <p:nvGrpSpPr>
          <p:cNvPr id="53339" name="Group 91"/>
          <p:cNvGrpSpPr>
            <a:grpSpLocks/>
          </p:cNvGrpSpPr>
          <p:nvPr/>
        </p:nvGrpSpPr>
        <p:grpSpPr bwMode="auto">
          <a:xfrm>
            <a:off x="3656013" y="1827213"/>
            <a:ext cx="2408237" cy="2103437"/>
            <a:chOff x="2303" y="1151"/>
            <a:chExt cx="1517" cy="1325"/>
          </a:xfrm>
        </p:grpSpPr>
        <p:sp>
          <p:nvSpPr>
            <p:cNvPr id="53269" name="Oval 21"/>
            <p:cNvSpPr>
              <a:spLocks noChangeAspect="1" noChangeArrowheads="1"/>
            </p:cNvSpPr>
            <p:nvPr/>
          </p:nvSpPr>
          <p:spPr bwMode="auto">
            <a:xfrm>
              <a:off x="2879"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270" name="Oval 22"/>
            <p:cNvSpPr>
              <a:spLocks noChangeAspect="1" noChangeArrowheads="1"/>
            </p:cNvSpPr>
            <p:nvPr/>
          </p:nvSpPr>
          <p:spPr bwMode="auto">
            <a:xfrm>
              <a:off x="3071"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271" name="Oval 23"/>
            <p:cNvSpPr>
              <a:spLocks noChangeAspect="1" noChangeArrowheads="1"/>
            </p:cNvSpPr>
            <p:nvPr/>
          </p:nvSpPr>
          <p:spPr bwMode="auto">
            <a:xfrm>
              <a:off x="3263"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272" name="Oval 24"/>
            <p:cNvSpPr>
              <a:spLocks noChangeAspect="1" noChangeArrowheads="1"/>
            </p:cNvSpPr>
            <p:nvPr/>
          </p:nvSpPr>
          <p:spPr bwMode="auto">
            <a:xfrm>
              <a:off x="3455"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273" name="Oval 25"/>
            <p:cNvSpPr>
              <a:spLocks noChangeAspect="1" noChangeArrowheads="1"/>
            </p:cNvSpPr>
            <p:nvPr/>
          </p:nvSpPr>
          <p:spPr bwMode="auto">
            <a:xfrm>
              <a:off x="3647"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274" name="Oval 26"/>
            <p:cNvSpPr>
              <a:spLocks noChangeAspect="1" noChangeArrowheads="1"/>
            </p:cNvSpPr>
            <p:nvPr/>
          </p:nvSpPr>
          <p:spPr bwMode="auto">
            <a:xfrm>
              <a:off x="2879" y="134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275" name="Oval 27"/>
            <p:cNvSpPr>
              <a:spLocks noChangeAspect="1" noChangeArrowheads="1"/>
            </p:cNvSpPr>
            <p:nvPr/>
          </p:nvSpPr>
          <p:spPr bwMode="auto">
            <a:xfrm>
              <a:off x="3071" y="1343"/>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3276" name="Oval 28"/>
            <p:cNvSpPr>
              <a:spLocks noChangeAspect="1" noChangeArrowheads="1"/>
            </p:cNvSpPr>
            <p:nvPr/>
          </p:nvSpPr>
          <p:spPr bwMode="auto">
            <a:xfrm>
              <a:off x="3263" y="1343"/>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3277" name="Oval 29"/>
            <p:cNvSpPr>
              <a:spLocks noChangeAspect="1" noChangeArrowheads="1"/>
            </p:cNvSpPr>
            <p:nvPr/>
          </p:nvSpPr>
          <p:spPr bwMode="auto">
            <a:xfrm>
              <a:off x="3455" y="1343"/>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3278" name="Oval 30"/>
            <p:cNvSpPr>
              <a:spLocks noChangeAspect="1" noChangeArrowheads="1"/>
            </p:cNvSpPr>
            <p:nvPr/>
          </p:nvSpPr>
          <p:spPr bwMode="auto">
            <a:xfrm>
              <a:off x="3647" y="134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279" name="Oval 31"/>
            <p:cNvSpPr>
              <a:spLocks noChangeAspect="1" noChangeArrowheads="1"/>
            </p:cNvSpPr>
            <p:nvPr/>
          </p:nvSpPr>
          <p:spPr bwMode="auto">
            <a:xfrm>
              <a:off x="2879" y="1535"/>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280" name="Oval 32"/>
            <p:cNvSpPr>
              <a:spLocks noChangeAspect="1" noChangeArrowheads="1"/>
            </p:cNvSpPr>
            <p:nvPr/>
          </p:nvSpPr>
          <p:spPr bwMode="auto">
            <a:xfrm>
              <a:off x="3071" y="1535"/>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3281" name="Oval 33"/>
            <p:cNvSpPr>
              <a:spLocks noChangeAspect="1" noChangeArrowheads="1"/>
            </p:cNvSpPr>
            <p:nvPr/>
          </p:nvSpPr>
          <p:spPr bwMode="auto">
            <a:xfrm>
              <a:off x="3263" y="1535"/>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3282" name="Oval 34"/>
            <p:cNvSpPr>
              <a:spLocks noChangeAspect="1" noChangeArrowheads="1"/>
            </p:cNvSpPr>
            <p:nvPr/>
          </p:nvSpPr>
          <p:spPr bwMode="auto">
            <a:xfrm>
              <a:off x="3455" y="1535"/>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3283" name="Oval 35"/>
            <p:cNvSpPr>
              <a:spLocks noChangeAspect="1" noChangeArrowheads="1"/>
            </p:cNvSpPr>
            <p:nvPr/>
          </p:nvSpPr>
          <p:spPr bwMode="auto">
            <a:xfrm>
              <a:off x="3647" y="1535"/>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284" name="Oval 36"/>
            <p:cNvSpPr>
              <a:spLocks noChangeAspect="1" noChangeArrowheads="1"/>
            </p:cNvSpPr>
            <p:nvPr/>
          </p:nvSpPr>
          <p:spPr bwMode="auto">
            <a:xfrm>
              <a:off x="2303"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285" name="Oval 37"/>
            <p:cNvSpPr>
              <a:spLocks noChangeAspect="1" noChangeArrowheads="1"/>
            </p:cNvSpPr>
            <p:nvPr/>
          </p:nvSpPr>
          <p:spPr bwMode="auto">
            <a:xfrm>
              <a:off x="2495"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286" name="Oval 38"/>
            <p:cNvSpPr>
              <a:spLocks noChangeAspect="1" noChangeArrowheads="1"/>
            </p:cNvSpPr>
            <p:nvPr/>
          </p:nvSpPr>
          <p:spPr bwMode="auto">
            <a:xfrm>
              <a:off x="2687"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287" name="Oval 39"/>
            <p:cNvSpPr>
              <a:spLocks noChangeAspect="1" noChangeArrowheads="1"/>
            </p:cNvSpPr>
            <p:nvPr/>
          </p:nvSpPr>
          <p:spPr bwMode="auto">
            <a:xfrm>
              <a:off x="2879"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288" name="Oval 40"/>
            <p:cNvSpPr>
              <a:spLocks noChangeAspect="1" noChangeArrowheads="1"/>
            </p:cNvSpPr>
            <p:nvPr/>
          </p:nvSpPr>
          <p:spPr bwMode="auto">
            <a:xfrm>
              <a:off x="3071" y="1727"/>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3289" name="Oval 41"/>
            <p:cNvSpPr>
              <a:spLocks noChangeAspect="1" noChangeArrowheads="1"/>
            </p:cNvSpPr>
            <p:nvPr/>
          </p:nvSpPr>
          <p:spPr bwMode="auto">
            <a:xfrm>
              <a:off x="3263"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290" name="Oval 42"/>
            <p:cNvSpPr>
              <a:spLocks noChangeAspect="1" noChangeArrowheads="1"/>
            </p:cNvSpPr>
            <p:nvPr/>
          </p:nvSpPr>
          <p:spPr bwMode="auto">
            <a:xfrm>
              <a:off x="3455"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291" name="Oval 43"/>
            <p:cNvSpPr>
              <a:spLocks noChangeAspect="1" noChangeArrowheads="1"/>
            </p:cNvSpPr>
            <p:nvPr/>
          </p:nvSpPr>
          <p:spPr bwMode="auto">
            <a:xfrm>
              <a:off x="3647"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292" name="Oval 44"/>
            <p:cNvSpPr>
              <a:spLocks noChangeAspect="1" noChangeArrowheads="1"/>
            </p:cNvSpPr>
            <p:nvPr/>
          </p:nvSpPr>
          <p:spPr bwMode="auto">
            <a:xfrm>
              <a:off x="2303"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293" name="Oval 45"/>
            <p:cNvSpPr>
              <a:spLocks noChangeAspect="1" noChangeArrowheads="1"/>
            </p:cNvSpPr>
            <p:nvPr/>
          </p:nvSpPr>
          <p:spPr bwMode="auto">
            <a:xfrm>
              <a:off x="2495" y="1919"/>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53294" name="Oval 46"/>
            <p:cNvSpPr>
              <a:spLocks noChangeAspect="1" noChangeArrowheads="1"/>
            </p:cNvSpPr>
            <p:nvPr/>
          </p:nvSpPr>
          <p:spPr bwMode="auto">
            <a:xfrm>
              <a:off x="2687" y="1919"/>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53295" name="Oval 47"/>
            <p:cNvSpPr>
              <a:spLocks noChangeAspect="1" noChangeArrowheads="1"/>
            </p:cNvSpPr>
            <p:nvPr/>
          </p:nvSpPr>
          <p:spPr bwMode="auto">
            <a:xfrm>
              <a:off x="2879" y="1919"/>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53296" name="Oval 48"/>
            <p:cNvSpPr>
              <a:spLocks noChangeAspect="1" noChangeArrowheads="1"/>
            </p:cNvSpPr>
            <p:nvPr/>
          </p:nvSpPr>
          <p:spPr bwMode="auto">
            <a:xfrm>
              <a:off x="3071"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297" name="Oval 49"/>
            <p:cNvSpPr>
              <a:spLocks noChangeAspect="1" noChangeArrowheads="1"/>
            </p:cNvSpPr>
            <p:nvPr/>
          </p:nvSpPr>
          <p:spPr bwMode="auto">
            <a:xfrm>
              <a:off x="3263"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298" name="Oval 50"/>
            <p:cNvSpPr>
              <a:spLocks noChangeAspect="1" noChangeArrowheads="1"/>
            </p:cNvSpPr>
            <p:nvPr/>
          </p:nvSpPr>
          <p:spPr bwMode="auto">
            <a:xfrm>
              <a:off x="2303" y="211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299" name="Oval 51"/>
            <p:cNvSpPr>
              <a:spLocks noChangeAspect="1" noChangeArrowheads="1"/>
            </p:cNvSpPr>
            <p:nvPr/>
          </p:nvSpPr>
          <p:spPr bwMode="auto">
            <a:xfrm>
              <a:off x="2495" y="2111"/>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53300" name="Oval 52"/>
            <p:cNvSpPr>
              <a:spLocks noChangeAspect="1" noChangeArrowheads="1"/>
            </p:cNvSpPr>
            <p:nvPr/>
          </p:nvSpPr>
          <p:spPr bwMode="auto">
            <a:xfrm>
              <a:off x="2687" y="2111"/>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3301" name="Oval 53"/>
            <p:cNvSpPr>
              <a:spLocks noChangeAspect="1" noChangeArrowheads="1"/>
            </p:cNvSpPr>
            <p:nvPr/>
          </p:nvSpPr>
          <p:spPr bwMode="auto">
            <a:xfrm>
              <a:off x="2879" y="2111"/>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53302" name="Oval 54"/>
            <p:cNvSpPr>
              <a:spLocks noChangeAspect="1" noChangeArrowheads="1"/>
            </p:cNvSpPr>
            <p:nvPr/>
          </p:nvSpPr>
          <p:spPr bwMode="auto">
            <a:xfrm>
              <a:off x="3071" y="211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303" name="Oval 55"/>
            <p:cNvSpPr>
              <a:spLocks noChangeAspect="1" noChangeArrowheads="1"/>
            </p:cNvSpPr>
            <p:nvPr/>
          </p:nvSpPr>
          <p:spPr bwMode="auto">
            <a:xfrm>
              <a:off x="2303"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304" name="Oval 56"/>
            <p:cNvSpPr>
              <a:spLocks noChangeAspect="1" noChangeArrowheads="1"/>
            </p:cNvSpPr>
            <p:nvPr/>
          </p:nvSpPr>
          <p:spPr bwMode="auto">
            <a:xfrm>
              <a:off x="2495"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305" name="Oval 57"/>
            <p:cNvSpPr>
              <a:spLocks noChangeAspect="1" noChangeArrowheads="1"/>
            </p:cNvSpPr>
            <p:nvPr/>
          </p:nvSpPr>
          <p:spPr bwMode="auto">
            <a:xfrm>
              <a:off x="2687"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306" name="Oval 58"/>
            <p:cNvSpPr>
              <a:spLocks noChangeAspect="1" noChangeArrowheads="1"/>
            </p:cNvSpPr>
            <p:nvPr/>
          </p:nvSpPr>
          <p:spPr bwMode="auto">
            <a:xfrm>
              <a:off x="2879"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307" name="Oval 59"/>
            <p:cNvSpPr>
              <a:spLocks noChangeAspect="1" noChangeArrowheads="1"/>
            </p:cNvSpPr>
            <p:nvPr/>
          </p:nvSpPr>
          <p:spPr bwMode="auto">
            <a:xfrm>
              <a:off x="3071"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aphicFrame>
        <p:nvGraphicFramePr>
          <p:cNvPr id="53338" name="Group 90"/>
          <p:cNvGraphicFramePr>
            <a:graphicFrameLocks noGrp="1"/>
          </p:cNvGraphicFramePr>
          <p:nvPr/>
        </p:nvGraphicFramePr>
        <p:xfrm>
          <a:off x="6477000" y="1609725"/>
          <a:ext cx="381000" cy="3048000"/>
        </p:xfrm>
        <a:graphic>
          <a:graphicData uri="http://schemas.openxmlformats.org/drawingml/2006/table">
            <a:tbl>
              <a:tblPr/>
              <a:tblGrid>
                <a:gridCol w="3810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53330" name="Text Box 82"/>
          <p:cNvSpPr txBox="1">
            <a:spLocks noChangeArrowheads="1"/>
          </p:cNvSpPr>
          <p:nvPr/>
        </p:nvSpPr>
        <p:spPr bwMode="auto">
          <a:xfrm>
            <a:off x="342900" y="228600"/>
            <a:ext cx="8458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3200" b="1">
                <a:solidFill>
                  <a:schemeClr val="accent2"/>
                </a:solidFill>
                <a:latin typeface="Arial" charset="0"/>
              </a:rPr>
              <a:t>Boundary Fill Algorithm</a:t>
            </a:r>
          </a:p>
          <a:p>
            <a:pPr eaLnBrk="0" hangingPunct="0"/>
            <a:r>
              <a:rPr lang="en-US" altLang="en-US" sz="2800" b="1">
                <a:solidFill>
                  <a:srgbClr val="FF0000"/>
                </a:solidFill>
                <a:latin typeface="Arial" charset="0"/>
              </a:rPr>
              <a:t>8-connected </a:t>
            </a:r>
            <a:r>
              <a:rPr lang="en-US" altLang="en-US" sz="2800" b="1">
                <a:solidFill>
                  <a:srgbClr val="FF0000"/>
                </a:solidFill>
                <a:latin typeface="Arial" charset="0"/>
                <a:cs typeface="Arial" charset="0"/>
              </a:rPr>
              <a:t>(Example)</a:t>
            </a:r>
            <a:r>
              <a:rPr lang="en-US" altLang="en-US" sz="3200" b="1">
                <a:solidFill>
                  <a:schemeClr val="accent2"/>
                </a:solidFill>
                <a:latin typeface="Arial" charset="0"/>
                <a:cs typeface="Arial" charset="0"/>
              </a:rPr>
              <a:t> </a:t>
            </a:r>
            <a:r>
              <a:rPr lang="en-US" altLang="en-US" sz="2800">
                <a:latin typeface="Arial" charset="0"/>
                <a:cs typeface="Arial" charset="0"/>
              </a:rPr>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Slide Number Placeholder 3"/>
          <p:cNvSpPr>
            <a:spLocks noGrp="1"/>
          </p:cNvSpPr>
          <p:nvPr>
            <p:ph type="sldNum" sz="quarter" idx="12"/>
          </p:nvPr>
        </p:nvSpPr>
        <p:spPr/>
        <p:txBody>
          <a:bodyPr/>
          <a:lstStyle/>
          <a:p>
            <a:fld id="{9DEC02BF-F826-4366-93A6-851DFBE9006C}" type="slidenum">
              <a:rPr lang="en-US" altLang="en-US"/>
              <a:pPr/>
              <a:t>34</a:t>
            </a:fld>
            <a:endParaRPr lang="en-US" altLang="en-US"/>
          </a:p>
        </p:txBody>
      </p:sp>
      <p:sp>
        <p:nvSpPr>
          <p:cNvPr id="54354" name="Text Box 82"/>
          <p:cNvSpPr txBox="1">
            <a:spLocks noChangeArrowheads="1"/>
          </p:cNvSpPr>
          <p:nvPr/>
        </p:nvSpPr>
        <p:spPr bwMode="auto">
          <a:xfrm>
            <a:off x="342900" y="228600"/>
            <a:ext cx="8458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3200" b="1">
                <a:solidFill>
                  <a:schemeClr val="accent2"/>
                </a:solidFill>
                <a:latin typeface="Arial" charset="0"/>
              </a:rPr>
              <a:t>Boundary Fill Algorithm</a:t>
            </a:r>
          </a:p>
          <a:p>
            <a:pPr eaLnBrk="0" hangingPunct="0"/>
            <a:r>
              <a:rPr lang="en-US" altLang="en-US" sz="2800" b="1">
                <a:solidFill>
                  <a:srgbClr val="FF0000"/>
                </a:solidFill>
                <a:latin typeface="Arial" charset="0"/>
              </a:rPr>
              <a:t>8-connected </a:t>
            </a:r>
            <a:r>
              <a:rPr lang="en-US" altLang="en-US" sz="2800" b="1">
                <a:solidFill>
                  <a:srgbClr val="FF0000"/>
                </a:solidFill>
                <a:latin typeface="Arial" charset="0"/>
                <a:cs typeface="Arial" charset="0"/>
              </a:rPr>
              <a:t>(Example)</a:t>
            </a:r>
            <a:r>
              <a:rPr lang="en-US" altLang="en-US" sz="3200" b="1">
                <a:solidFill>
                  <a:schemeClr val="accent2"/>
                </a:solidFill>
                <a:latin typeface="Arial" charset="0"/>
                <a:cs typeface="Arial" charset="0"/>
              </a:rPr>
              <a:t> </a:t>
            </a:r>
            <a:r>
              <a:rPr lang="en-US" altLang="en-US" sz="2800">
                <a:latin typeface="Arial" charset="0"/>
                <a:cs typeface="Arial" charset="0"/>
              </a:rPr>
              <a:t> </a:t>
            </a:r>
          </a:p>
        </p:txBody>
      </p:sp>
      <p:grpSp>
        <p:nvGrpSpPr>
          <p:cNvPr id="54420" name="Group 148"/>
          <p:cNvGrpSpPr>
            <a:grpSpLocks/>
          </p:cNvGrpSpPr>
          <p:nvPr/>
        </p:nvGrpSpPr>
        <p:grpSpPr bwMode="auto">
          <a:xfrm>
            <a:off x="3656013" y="1827213"/>
            <a:ext cx="2408237" cy="2103437"/>
            <a:chOff x="2303" y="1151"/>
            <a:chExt cx="1517" cy="1325"/>
          </a:xfrm>
        </p:grpSpPr>
        <p:sp>
          <p:nvSpPr>
            <p:cNvPr id="54355" name="Oval 83"/>
            <p:cNvSpPr>
              <a:spLocks noChangeAspect="1" noChangeArrowheads="1"/>
            </p:cNvSpPr>
            <p:nvPr/>
          </p:nvSpPr>
          <p:spPr bwMode="auto">
            <a:xfrm>
              <a:off x="2879"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4356" name="Oval 84"/>
            <p:cNvSpPr>
              <a:spLocks noChangeAspect="1" noChangeArrowheads="1"/>
            </p:cNvSpPr>
            <p:nvPr/>
          </p:nvSpPr>
          <p:spPr bwMode="auto">
            <a:xfrm>
              <a:off x="3071"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4357" name="Oval 85"/>
            <p:cNvSpPr>
              <a:spLocks noChangeAspect="1" noChangeArrowheads="1"/>
            </p:cNvSpPr>
            <p:nvPr/>
          </p:nvSpPr>
          <p:spPr bwMode="auto">
            <a:xfrm>
              <a:off x="3263"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4358" name="Oval 86"/>
            <p:cNvSpPr>
              <a:spLocks noChangeAspect="1" noChangeArrowheads="1"/>
            </p:cNvSpPr>
            <p:nvPr/>
          </p:nvSpPr>
          <p:spPr bwMode="auto">
            <a:xfrm>
              <a:off x="3455"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4359" name="Oval 87"/>
            <p:cNvSpPr>
              <a:spLocks noChangeAspect="1" noChangeArrowheads="1"/>
            </p:cNvSpPr>
            <p:nvPr/>
          </p:nvSpPr>
          <p:spPr bwMode="auto">
            <a:xfrm>
              <a:off x="3647"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4360" name="Oval 88"/>
            <p:cNvSpPr>
              <a:spLocks noChangeAspect="1" noChangeArrowheads="1"/>
            </p:cNvSpPr>
            <p:nvPr/>
          </p:nvSpPr>
          <p:spPr bwMode="auto">
            <a:xfrm>
              <a:off x="2879" y="134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4361" name="Oval 89"/>
            <p:cNvSpPr>
              <a:spLocks noChangeAspect="1" noChangeArrowheads="1"/>
            </p:cNvSpPr>
            <p:nvPr/>
          </p:nvSpPr>
          <p:spPr bwMode="auto">
            <a:xfrm>
              <a:off x="3071" y="1343"/>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4362" name="Oval 90"/>
            <p:cNvSpPr>
              <a:spLocks noChangeAspect="1" noChangeArrowheads="1"/>
            </p:cNvSpPr>
            <p:nvPr/>
          </p:nvSpPr>
          <p:spPr bwMode="auto">
            <a:xfrm>
              <a:off x="3263" y="1343"/>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4363" name="Oval 91"/>
            <p:cNvSpPr>
              <a:spLocks noChangeAspect="1" noChangeArrowheads="1"/>
            </p:cNvSpPr>
            <p:nvPr/>
          </p:nvSpPr>
          <p:spPr bwMode="auto">
            <a:xfrm>
              <a:off x="3455" y="1343"/>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4364" name="Oval 92"/>
            <p:cNvSpPr>
              <a:spLocks noChangeAspect="1" noChangeArrowheads="1"/>
            </p:cNvSpPr>
            <p:nvPr/>
          </p:nvSpPr>
          <p:spPr bwMode="auto">
            <a:xfrm>
              <a:off x="3647" y="134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4365" name="Oval 93"/>
            <p:cNvSpPr>
              <a:spLocks noChangeAspect="1" noChangeArrowheads="1"/>
            </p:cNvSpPr>
            <p:nvPr/>
          </p:nvSpPr>
          <p:spPr bwMode="auto">
            <a:xfrm>
              <a:off x="2879" y="1535"/>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4366" name="Oval 94"/>
            <p:cNvSpPr>
              <a:spLocks noChangeAspect="1" noChangeArrowheads="1"/>
            </p:cNvSpPr>
            <p:nvPr/>
          </p:nvSpPr>
          <p:spPr bwMode="auto">
            <a:xfrm>
              <a:off x="3071" y="1535"/>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4367" name="Oval 95"/>
            <p:cNvSpPr>
              <a:spLocks noChangeAspect="1" noChangeArrowheads="1"/>
            </p:cNvSpPr>
            <p:nvPr/>
          </p:nvSpPr>
          <p:spPr bwMode="auto">
            <a:xfrm>
              <a:off x="3263" y="1535"/>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4368" name="Oval 96"/>
            <p:cNvSpPr>
              <a:spLocks noChangeAspect="1" noChangeArrowheads="1"/>
            </p:cNvSpPr>
            <p:nvPr/>
          </p:nvSpPr>
          <p:spPr bwMode="auto">
            <a:xfrm>
              <a:off x="3455" y="1535"/>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4369" name="Oval 97"/>
            <p:cNvSpPr>
              <a:spLocks noChangeAspect="1" noChangeArrowheads="1"/>
            </p:cNvSpPr>
            <p:nvPr/>
          </p:nvSpPr>
          <p:spPr bwMode="auto">
            <a:xfrm>
              <a:off x="3647" y="1535"/>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4370" name="Oval 98"/>
            <p:cNvSpPr>
              <a:spLocks noChangeAspect="1" noChangeArrowheads="1"/>
            </p:cNvSpPr>
            <p:nvPr/>
          </p:nvSpPr>
          <p:spPr bwMode="auto">
            <a:xfrm>
              <a:off x="2303"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4371" name="Oval 99"/>
            <p:cNvSpPr>
              <a:spLocks noChangeAspect="1" noChangeArrowheads="1"/>
            </p:cNvSpPr>
            <p:nvPr/>
          </p:nvSpPr>
          <p:spPr bwMode="auto">
            <a:xfrm>
              <a:off x="2495"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4372" name="Oval 100"/>
            <p:cNvSpPr>
              <a:spLocks noChangeAspect="1" noChangeArrowheads="1"/>
            </p:cNvSpPr>
            <p:nvPr/>
          </p:nvSpPr>
          <p:spPr bwMode="auto">
            <a:xfrm>
              <a:off x="2687"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4373" name="Oval 101"/>
            <p:cNvSpPr>
              <a:spLocks noChangeAspect="1" noChangeArrowheads="1"/>
            </p:cNvSpPr>
            <p:nvPr/>
          </p:nvSpPr>
          <p:spPr bwMode="auto">
            <a:xfrm>
              <a:off x="2879"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4374" name="Oval 102"/>
            <p:cNvSpPr>
              <a:spLocks noChangeAspect="1" noChangeArrowheads="1"/>
            </p:cNvSpPr>
            <p:nvPr/>
          </p:nvSpPr>
          <p:spPr bwMode="auto">
            <a:xfrm>
              <a:off x="3071" y="1727"/>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54375" name="Oval 103"/>
            <p:cNvSpPr>
              <a:spLocks noChangeAspect="1" noChangeArrowheads="1"/>
            </p:cNvSpPr>
            <p:nvPr/>
          </p:nvSpPr>
          <p:spPr bwMode="auto">
            <a:xfrm>
              <a:off x="3263"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4376" name="Oval 104"/>
            <p:cNvSpPr>
              <a:spLocks noChangeAspect="1" noChangeArrowheads="1"/>
            </p:cNvSpPr>
            <p:nvPr/>
          </p:nvSpPr>
          <p:spPr bwMode="auto">
            <a:xfrm>
              <a:off x="3455"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4377" name="Oval 105"/>
            <p:cNvSpPr>
              <a:spLocks noChangeAspect="1" noChangeArrowheads="1"/>
            </p:cNvSpPr>
            <p:nvPr/>
          </p:nvSpPr>
          <p:spPr bwMode="auto">
            <a:xfrm>
              <a:off x="3647"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4378" name="Oval 106"/>
            <p:cNvSpPr>
              <a:spLocks noChangeAspect="1" noChangeArrowheads="1"/>
            </p:cNvSpPr>
            <p:nvPr/>
          </p:nvSpPr>
          <p:spPr bwMode="auto">
            <a:xfrm>
              <a:off x="2303"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4379" name="Oval 107"/>
            <p:cNvSpPr>
              <a:spLocks noChangeAspect="1" noChangeArrowheads="1"/>
            </p:cNvSpPr>
            <p:nvPr/>
          </p:nvSpPr>
          <p:spPr bwMode="auto">
            <a:xfrm>
              <a:off x="2495" y="1919"/>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54380" name="Oval 108"/>
            <p:cNvSpPr>
              <a:spLocks noChangeAspect="1" noChangeArrowheads="1"/>
            </p:cNvSpPr>
            <p:nvPr/>
          </p:nvSpPr>
          <p:spPr bwMode="auto">
            <a:xfrm>
              <a:off x="2687" y="1919"/>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54381" name="Oval 109"/>
            <p:cNvSpPr>
              <a:spLocks noChangeAspect="1" noChangeArrowheads="1"/>
            </p:cNvSpPr>
            <p:nvPr/>
          </p:nvSpPr>
          <p:spPr bwMode="auto">
            <a:xfrm>
              <a:off x="2879" y="1919"/>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4382" name="Oval 110"/>
            <p:cNvSpPr>
              <a:spLocks noChangeAspect="1" noChangeArrowheads="1"/>
            </p:cNvSpPr>
            <p:nvPr/>
          </p:nvSpPr>
          <p:spPr bwMode="auto">
            <a:xfrm>
              <a:off x="3071"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4383" name="Oval 111"/>
            <p:cNvSpPr>
              <a:spLocks noChangeAspect="1" noChangeArrowheads="1"/>
            </p:cNvSpPr>
            <p:nvPr/>
          </p:nvSpPr>
          <p:spPr bwMode="auto">
            <a:xfrm>
              <a:off x="3263"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4384" name="Oval 112"/>
            <p:cNvSpPr>
              <a:spLocks noChangeAspect="1" noChangeArrowheads="1"/>
            </p:cNvSpPr>
            <p:nvPr/>
          </p:nvSpPr>
          <p:spPr bwMode="auto">
            <a:xfrm>
              <a:off x="2303" y="211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4385" name="Oval 113"/>
            <p:cNvSpPr>
              <a:spLocks noChangeAspect="1" noChangeArrowheads="1"/>
            </p:cNvSpPr>
            <p:nvPr/>
          </p:nvSpPr>
          <p:spPr bwMode="auto">
            <a:xfrm>
              <a:off x="2495" y="2111"/>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54386" name="Oval 114"/>
            <p:cNvSpPr>
              <a:spLocks noChangeAspect="1" noChangeArrowheads="1"/>
            </p:cNvSpPr>
            <p:nvPr/>
          </p:nvSpPr>
          <p:spPr bwMode="auto">
            <a:xfrm>
              <a:off x="2687" y="2111"/>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4387" name="Oval 115"/>
            <p:cNvSpPr>
              <a:spLocks noChangeAspect="1" noChangeArrowheads="1"/>
            </p:cNvSpPr>
            <p:nvPr/>
          </p:nvSpPr>
          <p:spPr bwMode="auto">
            <a:xfrm>
              <a:off x="2879" y="2111"/>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54388" name="Oval 116"/>
            <p:cNvSpPr>
              <a:spLocks noChangeAspect="1" noChangeArrowheads="1"/>
            </p:cNvSpPr>
            <p:nvPr/>
          </p:nvSpPr>
          <p:spPr bwMode="auto">
            <a:xfrm>
              <a:off x="3071" y="211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4389" name="Oval 117"/>
            <p:cNvSpPr>
              <a:spLocks noChangeAspect="1" noChangeArrowheads="1"/>
            </p:cNvSpPr>
            <p:nvPr/>
          </p:nvSpPr>
          <p:spPr bwMode="auto">
            <a:xfrm>
              <a:off x="2303"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4390" name="Oval 118"/>
            <p:cNvSpPr>
              <a:spLocks noChangeAspect="1" noChangeArrowheads="1"/>
            </p:cNvSpPr>
            <p:nvPr/>
          </p:nvSpPr>
          <p:spPr bwMode="auto">
            <a:xfrm>
              <a:off x="2495"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4391" name="Oval 119"/>
            <p:cNvSpPr>
              <a:spLocks noChangeAspect="1" noChangeArrowheads="1"/>
            </p:cNvSpPr>
            <p:nvPr/>
          </p:nvSpPr>
          <p:spPr bwMode="auto">
            <a:xfrm>
              <a:off x="2687"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4392" name="Oval 120"/>
            <p:cNvSpPr>
              <a:spLocks noChangeAspect="1" noChangeArrowheads="1"/>
            </p:cNvSpPr>
            <p:nvPr/>
          </p:nvSpPr>
          <p:spPr bwMode="auto">
            <a:xfrm>
              <a:off x="2879"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4393" name="Oval 121"/>
            <p:cNvSpPr>
              <a:spLocks noChangeAspect="1" noChangeArrowheads="1"/>
            </p:cNvSpPr>
            <p:nvPr/>
          </p:nvSpPr>
          <p:spPr bwMode="auto">
            <a:xfrm>
              <a:off x="3071"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aphicFrame>
        <p:nvGraphicFramePr>
          <p:cNvPr id="54394" name="Group 122"/>
          <p:cNvGraphicFramePr>
            <a:graphicFrameLocks noGrp="1"/>
          </p:cNvGraphicFramePr>
          <p:nvPr/>
        </p:nvGraphicFramePr>
        <p:xfrm>
          <a:off x="6477000" y="1609725"/>
          <a:ext cx="381000" cy="3048000"/>
        </p:xfrm>
        <a:graphic>
          <a:graphicData uri="http://schemas.openxmlformats.org/drawingml/2006/table">
            <a:tbl>
              <a:tblPr/>
              <a:tblGrid>
                <a:gridCol w="3810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6</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Slide Number Placeholder 3"/>
          <p:cNvSpPr>
            <a:spLocks noGrp="1"/>
          </p:cNvSpPr>
          <p:nvPr>
            <p:ph type="sldNum" sz="quarter" idx="12"/>
          </p:nvPr>
        </p:nvSpPr>
        <p:spPr/>
        <p:txBody>
          <a:bodyPr/>
          <a:lstStyle/>
          <a:p>
            <a:fld id="{78F5CF3E-33DF-4AA5-8623-B9A840DF5A09}" type="slidenum">
              <a:rPr lang="en-US" altLang="en-US"/>
              <a:pPr/>
              <a:t>35</a:t>
            </a:fld>
            <a:endParaRPr lang="en-US" altLang="en-US"/>
          </a:p>
        </p:txBody>
      </p:sp>
      <p:sp>
        <p:nvSpPr>
          <p:cNvPr id="39169" name="Text Box 257"/>
          <p:cNvSpPr txBox="1">
            <a:spLocks noChangeArrowheads="1"/>
          </p:cNvSpPr>
          <p:nvPr/>
        </p:nvSpPr>
        <p:spPr bwMode="auto">
          <a:xfrm>
            <a:off x="342900" y="228600"/>
            <a:ext cx="8458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3200" b="1">
                <a:solidFill>
                  <a:schemeClr val="accent2"/>
                </a:solidFill>
                <a:latin typeface="Arial" charset="0"/>
              </a:rPr>
              <a:t>Boundary Fill Algorithm</a:t>
            </a:r>
          </a:p>
          <a:p>
            <a:pPr eaLnBrk="0" hangingPunct="0"/>
            <a:r>
              <a:rPr lang="en-US" altLang="en-US" sz="2800" b="1">
                <a:solidFill>
                  <a:srgbClr val="FF0000"/>
                </a:solidFill>
                <a:latin typeface="Arial" charset="0"/>
              </a:rPr>
              <a:t>8-connected </a:t>
            </a:r>
            <a:r>
              <a:rPr lang="en-US" altLang="en-US" sz="2800" b="1">
                <a:solidFill>
                  <a:srgbClr val="FF0000"/>
                </a:solidFill>
                <a:latin typeface="Arial" charset="0"/>
                <a:cs typeface="Arial" charset="0"/>
              </a:rPr>
              <a:t>(Example)</a:t>
            </a:r>
            <a:r>
              <a:rPr lang="en-US" altLang="en-US" sz="3200" b="1">
                <a:solidFill>
                  <a:schemeClr val="accent2"/>
                </a:solidFill>
                <a:latin typeface="Arial" charset="0"/>
                <a:cs typeface="Arial" charset="0"/>
              </a:rPr>
              <a:t> </a:t>
            </a:r>
            <a:r>
              <a:rPr lang="en-US" altLang="en-US" sz="2800">
                <a:latin typeface="Arial" charset="0"/>
                <a:cs typeface="Arial" charset="0"/>
              </a:rPr>
              <a:t> </a:t>
            </a:r>
          </a:p>
        </p:txBody>
      </p:sp>
      <p:grpSp>
        <p:nvGrpSpPr>
          <p:cNvPr id="39235" name="Group 323"/>
          <p:cNvGrpSpPr>
            <a:grpSpLocks/>
          </p:cNvGrpSpPr>
          <p:nvPr/>
        </p:nvGrpSpPr>
        <p:grpSpPr bwMode="auto">
          <a:xfrm>
            <a:off x="3656013" y="1827213"/>
            <a:ext cx="2408237" cy="2103437"/>
            <a:chOff x="2303" y="1151"/>
            <a:chExt cx="1517" cy="1325"/>
          </a:xfrm>
        </p:grpSpPr>
        <p:sp>
          <p:nvSpPr>
            <p:cNvPr id="39170" name="Oval 258"/>
            <p:cNvSpPr>
              <a:spLocks noChangeAspect="1" noChangeArrowheads="1"/>
            </p:cNvSpPr>
            <p:nvPr/>
          </p:nvSpPr>
          <p:spPr bwMode="auto">
            <a:xfrm>
              <a:off x="2879"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171" name="Oval 259"/>
            <p:cNvSpPr>
              <a:spLocks noChangeAspect="1" noChangeArrowheads="1"/>
            </p:cNvSpPr>
            <p:nvPr/>
          </p:nvSpPr>
          <p:spPr bwMode="auto">
            <a:xfrm>
              <a:off x="3071"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172" name="Oval 260"/>
            <p:cNvSpPr>
              <a:spLocks noChangeAspect="1" noChangeArrowheads="1"/>
            </p:cNvSpPr>
            <p:nvPr/>
          </p:nvSpPr>
          <p:spPr bwMode="auto">
            <a:xfrm>
              <a:off x="3263"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173" name="Oval 261"/>
            <p:cNvSpPr>
              <a:spLocks noChangeAspect="1" noChangeArrowheads="1"/>
            </p:cNvSpPr>
            <p:nvPr/>
          </p:nvSpPr>
          <p:spPr bwMode="auto">
            <a:xfrm>
              <a:off x="3455"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174" name="Oval 262"/>
            <p:cNvSpPr>
              <a:spLocks noChangeAspect="1" noChangeArrowheads="1"/>
            </p:cNvSpPr>
            <p:nvPr/>
          </p:nvSpPr>
          <p:spPr bwMode="auto">
            <a:xfrm>
              <a:off x="3647"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175" name="Oval 263"/>
            <p:cNvSpPr>
              <a:spLocks noChangeAspect="1" noChangeArrowheads="1"/>
            </p:cNvSpPr>
            <p:nvPr/>
          </p:nvSpPr>
          <p:spPr bwMode="auto">
            <a:xfrm>
              <a:off x="2879" y="134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176" name="Oval 264"/>
            <p:cNvSpPr>
              <a:spLocks noChangeAspect="1" noChangeArrowheads="1"/>
            </p:cNvSpPr>
            <p:nvPr/>
          </p:nvSpPr>
          <p:spPr bwMode="auto">
            <a:xfrm>
              <a:off x="3071" y="1343"/>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9177" name="Oval 265"/>
            <p:cNvSpPr>
              <a:spLocks noChangeAspect="1" noChangeArrowheads="1"/>
            </p:cNvSpPr>
            <p:nvPr/>
          </p:nvSpPr>
          <p:spPr bwMode="auto">
            <a:xfrm>
              <a:off x="3263" y="1343"/>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9178" name="Oval 266"/>
            <p:cNvSpPr>
              <a:spLocks noChangeAspect="1" noChangeArrowheads="1"/>
            </p:cNvSpPr>
            <p:nvPr/>
          </p:nvSpPr>
          <p:spPr bwMode="auto">
            <a:xfrm>
              <a:off x="3455" y="1343"/>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9179" name="Oval 267"/>
            <p:cNvSpPr>
              <a:spLocks noChangeAspect="1" noChangeArrowheads="1"/>
            </p:cNvSpPr>
            <p:nvPr/>
          </p:nvSpPr>
          <p:spPr bwMode="auto">
            <a:xfrm>
              <a:off x="3647" y="134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180" name="Oval 268"/>
            <p:cNvSpPr>
              <a:spLocks noChangeAspect="1" noChangeArrowheads="1"/>
            </p:cNvSpPr>
            <p:nvPr/>
          </p:nvSpPr>
          <p:spPr bwMode="auto">
            <a:xfrm>
              <a:off x="2879" y="1535"/>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181" name="Oval 269"/>
            <p:cNvSpPr>
              <a:spLocks noChangeAspect="1" noChangeArrowheads="1"/>
            </p:cNvSpPr>
            <p:nvPr/>
          </p:nvSpPr>
          <p:spPr bwMode="auto">
            <a:xfrm>
              <a:off x="3072" y="1536"/>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39182" name="Oval 270"/>
            <p:cNvSpPr>
              <a:spLocks noChangeAspect="1" noChangeArrowheads="1"/>
            </p:cNvSpPr>
            <p:nvPr/>
          </p:nvSpPr>
          <p:spPr bwMode="auto">
            <a:xfrm>
              <a:off x="3263" y="1535"/>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39183" name="Oval 271"/>
            <p:cNvSpPr>
              <a:spLocks noChangeAspect="1" noChangeArrowheads="1"/>
            </p:cNvSpPr>
            <p:nvPr/>
          </p:nvSpPr>
          <p:spPr bwMode="auto">
            <a:xfrm>
              <a:off x="3455" y="1535"/>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9184" name="Oval 272"/>
            <p:cNvSpPr>
              <a:spLocks noChangeAspect="1" noChangeArrowheads="1"/>
            </p:cNvSpPr>
            <p:nvPr/>
          </p:nvSpPr>
          <p:spPr bwMode="auto">
            <a:xfrm>
              <a:off x="3647" y="1535"/>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185" name="Oval 273"/>
            <p:cNvSpPr>
              <a:spLocks noChangeAspect="1" noChangeArrowheads="1"/>
            </p:cNvSpPr>
            <p:nvPr/>
          </p:nvSpPr>
          <p:spPr bwMode="auto">
            <a:xfrm>
              <a:off x="2303"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186" name="Oval 274"/>
            <p:cNvSpPr>
              <a:spLocks noChangeAspect="1" noChangeArrowheads="1"/>
            </p:cNvSpPr>
            <p:nvPr/>
          </p:nvSpPr>
          <p:spPr bwMode="auto">
            <a:xfrm>
              <a:off x="2495"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187" name="Oval 275"/>
            <p:cNvSpPr>
              <a:spLocks noChangeAspect="1" noChangeArrowheads="1"/>
            </p:cNvSpPr>
            <p:nvPr/>
          </p:nvSpPr>
          <p:spPr bwMode="auto">
            <a:xfrm>
              <a:off x="2687"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188" name="Oval 276"/>
            <p:cNvSpPr>
              <a:spLocks noChangeAspect="1" noChangeArrowheads="1"/>
            </p:cNvSpPr>
            <p:nvPr/>
          </p:nvSpPr>
          <p:spPr bwMode="auto">
            <a:xfrm>
              <a:off x="2879"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189" name="Oval 277"/>
            <p:cNvSpPr>
              <a:spLocks noChangeAspect="1" noChangeArrowheads="1"/>
            </p:cNvSpPr>
            <p:nvPr/>
          </p:nvSpPr>
          <p:spPr bwMode="auto">
            <a:xfrm>
              <a:off x="3071" y="1727"/>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9190" name="Oval 278"/>
            <p:cNvSpPr>
              <a:spLocks noChangeAspect="1" noChangeArrowheads="1"/>
            </p:cNvSpPr>
            <p:nvPr/>
          </p:nvSpPr>
          <p:spPr bwMode="auto">
            <a:xfrm>
              <a:off x="3263"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191" name="Oval 279"/>
            <p:cNvSpPr>
              <a:spLocks noChangeAspect="1" noChangeArrowheads="1"/>
            </p:cNvSpPr>
            <p:nvPr/>
          </p:nvSpPr>
          <p:spPr bwMode="auto">
            <a:xfrm>
              <a:off x="3455"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192" name="Oval 280"/>
            <p:cNvSpPr>
              <a:spLocks noChangeAspect="1" noChangeArrowheads="1"/>
            </p:cNvSpPr>
            <p:nvPr/>
          </p:nvSpPr>
          <p:spPr bwMode="auto">
            <a:xfrm>
              <a:off x="3647"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193" name="Oval 281"/>
            <p:cNvSpPr>
              <a:spLocks noChangeAspect="1" noChangeArrowheads="1"/>
            </p:cNvSpPr>
            <p:nvPr/>
          </p:nvSpPr>
          <p:spPr bwMode="auto">
            <a:xfrm>
              <a:off x="2303"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194" name="Oval 282"/>
            <p:cNvSpPr>
              <a:spLocks noChangeAspect="1" noChangeArrowheads="1"/>
            </p:cNvSpPr>
            <p:nvPr/>
          </p:nvSpPr>
          <p:spPr bwMode="auto">
            <a:xfrm>
              <a:off x="2495" y="1919"/>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39195" name="Oval 283"/>
            <p:cNvSpPr>
              <a:spLocks noChangeAspect="1" noChangeArrowheads="1"/>
            </p:cNvSpPr>
            <p:nvPr/>
          </p:nvSpPr>
          <p:spPr bwMode="auto">
            <a:xfrm>
              <a:off x="2687" y="1919"/>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39196" name="Oval 284"/>
            <p:cNvSpPr>
              <a:spLocks noChangeAspect="1" noChangeArrowheads="1"/>
            </p:cNvSpPr>
            <p:nvPr/>
          </p:nvSpPr>
          <p:spPr bwMode="auto">
            <a:xfrm>
              <a:off x="2879" y="1919"/>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9197" name="Oval 285"/>
            <p:cNvSpPr>
              <a:spLocks noChangeAspect="1" noChangeArrowheads="1"/>
            </p:cNvSpPr>
            <p:nvPr/>
          </p:nvSpPr>
          <p:spPr bwMode="auto">
            <a:xfrm>
              <a:off x="3071"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198" name="Oval 286"/>
            <p:cNvSpPr>
              <a:spLocks noChangeAspect="1" noChangeArrowheads="1"/>
            </p:cNvSpPr>
            <p:nvPr/>
          </p:nvSpPr>
          <p:spPr bwMode="auto">
            <a:xfrm>
              <a:off x="3263"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199" name="Oval 287"/>
            <p:cNvSpPr>
              <a:spLocks noChangeAspect="1" noChangeArrowheads="1"/>
            </p:cNvSpPr>
            <p:nvPr/>
          </p:nvSpPr>
          <p:spPr bwMode="auto">
            <a:xfrm>
              <a:off x="2303" y="211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200" name="Oval 288"/>
            <p:cNvSpPr>
              <a:spLocks noChangeAspect="1" noChangeArrowheads="1"/>
            </p:cNvSpPr>
            <p:nvPr/>
          </p:nvSpPr>
          <p:spPr bwMode="auto">
            <a:xfrm>
              <a:off x="2495" y="2111"/>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39201" name="Oval 289"/>
            <p:cNvSpPr>
              <a:spLocks noChangeAspect="1" noChangeArrowheads="1"/>
            </p:cNvSpPr>
            <p:nvPr/>
          </p:nvSpPr>
          <p:spPr bwMode="auto">
            <a:xfrm>
              <a:off x="2687" y="2111"/>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39202" name="Oval 290"/>
            <p:cNvSpPr>
              <a:spLocks noChangeAspect="1" noChangeArrowheads="1"/>
            </p:cNvSpPr>
            <p:nvPr/>
          </p:nvSpPr>
          <p:spPr bwMode="auto">
            <a:xfrm>
              <a:off x="2879" y="2111"/>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39203" name="Oval 291"/>
            <p:cNvSpPr>
              <a:spLocks noChangeAspect="1" noChangeArrowheads="1"/>
            </p:cNvSpPr>
            <p:nvPr/>
          </p:nvSpPr>
          <p:spPr bwMode="auto">
            <a:xfrm>
              <a:off x="3071" y="211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204" name="Oval 292"/>
            <p:cNvSpPr>
              <a:spLocks noChangeAspect="1" noChangeArrowheads="1"/>
            </p:cNvSpPr>
            <p:nvPr/>
          </p:nvSpPr>
          <p:spPr bwMode="auto">
            <a:xfrm>
              <a:off x="2303"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205" name="Oval 293"/>
            <p:cNvSpPr>
              <a:spLocks noChangeAspect="1" noChangeArrowheads="1"/>
            </p:cNvSpPr>
            <p:nvPr/>
          </p:nvSpPr>
          <p:spPr bwMode="auto">
            <a:xfrm>
              <a:off x="2495"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206" name="Oval 294"/>
            <p:cNvSpPr>
              <a:spLocks noChangeAspect="1" noChangeArrowheads="1"/>
            </p:cNvSpPr>
            <p:nvPr/>
          </p:nvSpPr>
          <p:spPr bwMode="auto">
            <a:xfrm>
              <a:off x="2687"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207" name="Oval 295"/>
            <p:cNvSpPr>
              <a:spLocks noChangeAspect="1" noChangeArrowheads="1"/>
            </p:cNvSpPr>
            <p:nvPr/>
          </p:nvSpPr>
          <p:spPr bwMode="auto">
            <a:xfrm>
              <a:off x="2879"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208" name="Oval 296"/>
            <p:cNvSpPr>
              <a:spLocks noChangeAspect="1" noChangeArrowheads="1"/>
            </p:cNvSpPr>
            <p:nvPr/>
          </p:nvSpPr>
          <p:spPr bwMode="auto">
            <a:xfrm>
              <a:off x="3071"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aphicFrame>
        <p:nvGraphicFramePr>
          <p:cNvPr id="39209" name="Group 297"/>
          <p:cNvGraphicFramePr>
            <a:graphicFrameLocks noGrp="1"/>
          </p:cNvGraphicFramePr>
          <p:nvPr/>
        </p:nvGraphicFramePr>
        <p:xfrm>
          <a:off x="6477000" y="1609725"/>
          <a:ext cx="381000" cy="3048000"/>
        </p:xfrm>
        <a:graphic>
          <a:graphicData uri="http://schemas.openxmlformats.org/drawingml/2006/table">
            <a:tbl>
              <a:tblPr/>
              <a:tblGrid>
                <a:gridCol w="3810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8</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Slide Number Placeholder 3"/>
          <p:cNvSpPr>
            <a:spLocks noGrp="1"/>
          </p:cNvSpPr>
          <p:nvPr>
            <p:ph type="sldNum" sz="quarter" idx="12"/>
          </p:nvPr>
        </p:nvSpPr>
        <p:spPr/>
        <p:txBody>
          <a:bodyPr/>
          <a:lstStyle/>
          <a:p>
            <a:fld id="{0087706F-99A1-4DE0-B87C-4DD7CE5E8E83}" type="slidenum">
              <a:rPr lang="en-US" altLang="en-US"/>
              <a:pPr/>
              <a:t>36</a:t>
            </a:fld>
            <a:endParaRPr lang="en-US" altLang="en-US"/>
          </a:p>
        </p:txBody>
      </p:sp>
      <p:sp>
        <p:nvSpPr>
          <p:cNvPr id="44291" name="Text Box 259"/>
          <p:cNvSpPr txBox="1">
            <a:spLocks noChangeArrowheads="1"/>
          </p:cNvSpPr>
          <p:nvPr/>
        </p:nvSpPr>
        <p:spPr bwMode="auto">
          <a:xfrm>
            <a:off x="342900" y="228600"/>
            <a:ext cx="8458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3200" b="1">
                <a:solidFill>
                  <a:schemeClr val="accent2"/>
                </a:solidFill>
                <a:latin typeface="Arial" charset="0"/>
              </a:rPr>
              <a:t>Boundary Fill Algorithm</a:t>
            </a:r>
          </a:p>
          <a:p>
            <a:pPr eaLnBrk="0" hangingPunct="0"/>
            <a:r>
              <a:rPr lang="en-US" altLang="en-US" sz="2800" b="1">
                <a:solidFill>
                  <a:srgbClr val="FF0000"/>
                </a:solidFill>
                <a:latin typeface="Arial" charset="0"/>
              </a:rPr>
              <a:t>8-connected </a:t>
            </a:r>
            <a:r>
              <a:rPr lang="en-US" altLang="en-US" sz="2800" b="1">
                <a:solidFill>
                  <a:srgbClr val="FF0000"/>
                </a:solidFill>
                <a:latin typeface="Arial" charset="0"/>
                <a:cs typeface="Arial" charset="0"/>
              </a:rPr>
              <a:t>(Example)</a:t>
            </a:r>
            <a:r>
              <a:rPr lang="en-US" altLang="en-US" sz="3200" b="1">
                <a:solidFill>
                  <a:schemeClr val="accent2"/>
                </a:solidFill>
                <a:latin typeface="Arial" charset="0"/>
                <a:cs typeface="Arial" charset="0"/>
              </a:rPr>
              <a:t> </a:t>
            </a:r>
            <a:r>
              <a:rPr lang="en-US" altLang="en-US" sz="2800">
                <a:latin typeface="Arial" charset="0"/>
                <a:cs typeface="Arial" charset="0"/>
              </a:rPr>
              <a:t> </a:t>
            </a:r>
          </a:p>
        </p:txBody>
      </p:sp>
      <p:grpSp>
        <p:nvGrpSpPr>
          <p:cNvPr id="44357" name="Group 325"/>
          <p:cNvGrpSpPr>
            <a:grpSpLocks/>
          </p:cNvGrpSpPr>
          <p:nvPr/>
        </p:nvGrpSpPr>
        <p:grpSpPr bwMode="auto">
          <a:xfrm>
            <a:off x="3656013" y="1827213"/>
            <a:ext cx="2408237" cy="2103437"/>
            <a:chOff x="2303" y="1151"/>
            <a:chExt cx="1517" cy="1325"/>
          </a:xfrm>
        </p:grpSpPr>
        <p:sp>
          <p:nvSpPr>
            <p:cNvPr id="44292" name="Oval 260"/>
            <p:cNvSpPr>
              <a:spLocks noChangeAspect="1" noChangeArrowheads="1"/>
            </p:cNvSpPr>
            <p:nvPr/>
          </p:nvSpPr>
          <p:spPr bwMode="auto">
            <a:xfrm>
              <a:off x="2879"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4293" name="Oval 261"/>
            <p:cNvSpPr>
              <a:spLocks noChangeAspect="1" noChangeArrowheads="1"/>
            </p:cNvSpPr>
            <p:nvPr/>
          </p:nvSpPr>
          <p:spPr bwMode="auto">
            <a:xfrm>
              <a:off x="3071"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4294" name="Oval 262"/>
            <p:cNvSpPr>
              <a:spLocks noChangeAspect="1" noChangeArrowheads="1"/>
            </p:cNvSpPr>
            <p:nvPr/>
          </p:nvSpPr>
          <p:spPr bwMode="auto">
            <a:xfrm>
              <a:off x="3263"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4295" name="Oval 263"/>
            <p:cNvSpPr>
              <a:spLocks noChangeAspect="1" noChangeArrowheads="1"/>
            </p:cNvSpPr>
            <p:nvPr/>
          </p:nvSpPr>
          <p:spPr bwMode="auto">
            <a:xfrm>
              <a:off x="3455"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4296" name="Oval 264"/>
            <p:cNvSpPr>
              <a:spLocks noChangeAspect="1" noChangeArrowheads="1"/>
            </p:cNvSpPr>
            <p:nvPr/>
          </p:nvSpPr>
          <p:spPr bwMode="auto">
            <a:xfrm>
              <a:off x="3647"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4297" name="Oval 265"/>
            <p:cNvSpPr>
              <a:spLocks noChangeAspect="1" noChangeArrowheads="1"/>
            </p:cNvSpPr>
            <p:nvPr/>
          </p:nvSpPr>
          <p:spPr bwMode="auto">
            <a:xfrm>
              <a:off x="2879" y="134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4298" name="Oval 266"/>
            <p:cNvSpPr>
              <a:spLocks noChangeAspect="1" noChangeArrowheads="1"/>
            </p:cNvSpPr>
            <p:nvPr/>
          </p:nvSpPr>
          <p:spPr bwMode="auto">
            <a:xfrm>
              <a:off x="3071" y="1343"/>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44299" name="Oval 267"/>
            <p:cNvSpPr>
              <a:spLocks noChangeAspect="1" noChangeArrowheads="1"/>
            </p:cNvSpPr>
            <p:nvPr/>
          </p:nvSpPr>
          <p:spPr bwMode="auto">
            <a:xfrm>
              <a:off x="3263" y="1343"/>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44300" name="Oval 268"/>
            <p:cNvSpPr>
              <a:spLocks noChangeAspect="1" noChangeArrowheads="1"/>
            </p:cNvSpPr>
            <p:nvPr/>
          </p:nvSpPr>
          <p:spPr bwMode="auto">
            <a:xfrm>
              <a:off x="3455" y="1343"/>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12</a:t>
              </a:r>
            </a:p>
          </p:txBody>
        </p:sp>
        <p:sp>
          <p:nvSpPr>
            <p:cNvPr id="44301" name="Oval 269"/>
            <p:cNvSpPr>
              <a:spLocks noChangeAspect="1" noChangeArrowheads="1"/>
            </p:cNvSpPr>
            <p:nvPr/>
          </p:nvSpPr>
          <p:spPr bwMode="auto">
            <a:xfrm>
              <a:off x="3647" y="134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4302" name="Oval 270"/>
            <p:cNvSpPr>
              <a:spLocks noChangeAspect="1" noChangeArrowheads="1"/>
            </p:cNvSpPr>
            <p:nvPr/>
          </p:nvSpPr>
          <p:spPr bwMode="auto">
            <a:xfrm>
              <a:off x="2879" y="1535"/>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4303" name="Oval 271"/>
            <p:cNvSpPr>
              <a:spLocks noChangeAspect="1" noChangeArrowheads="1"/>
            </p:cNvSpPr>
            <p:nvPr/>
          </p:nvSpPr>
          <p:spPr bwMode="auto">
            <a:xfrm>
              <a:off x="3072" y="1536"/>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44304" name="Oval 272"/>
            <p:cNvSpPr>
              <a:spLocks noChangeAspect="1" noChangeArrowheads="1"/>
            </p:cNvSpPr>
            <p:nvPr/>
          </p:nvSpPr>
          <p:spPr bwMode="auto">
            <a:xfrm>
              <a:off x="3263" y="1535"/>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4305" name="Oval 273"/>
            <p:cNvSpPr>
              <a:spLocks noChangeAspect="1" noChangeArrowheads="1"/>
            </p:cNvSpPr>
            <p:nvPr/>
          </p:nvSpPr>
          <p:spPr bwMode="auto">
            <a:xfrm>
              <a:off x="3455" y="1535"/>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44306" name="Oval 274"/>
            <p:cNvSpPr>
              <a:spLocks noChangeAspect="1" noChangeArrowheads="1"/>
            </p:cNvSpPr>
            <p:nvPr/>
          </p:nvSpPr>
          <p:spPr bwMode="auto">
            <a:xfrm>
              <a:off x="3647" y="1535"/>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4307" name="Oval 275"/>
            <p:cNvSpPr>
              <a:spLocks noChangeAspect="1" noChangeArrowheads="1"/>
            </p:cNvSpPr>
            <p:nvPr/>
          </p:nvSpPr>
          <p:spPr bwMode="auto">
            <a:xfrm>
              <a:off x="2303"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4308" name="Oval 276"/>
            <p:cNvSpPr>
              <a:spLocks noChangeAspect="1" noChangeArrowheads="1"/>
            </p:cNvSpPr>
            <p:nvPr/>
          </p:nvSpPr>
          <p:spPr bwMode="auto">
            <a:xfrm>
              <a:off x="2495"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4309" name="Oval 277"/>
            <p:cNvSpPr>
              <a:spLocks noChangeAspect="1" noChangeArrowheads="1"/>
            </p:cNvSpPr>
            <p:nvPr/>
          </p:nvSpPr>
          <p:spPr bwMode="auto">
            <a:xfrm>
              <a:off x="2687"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4310" name="Oval 278"/>
            <p:cNvSpPr>
              <a:spLocks noChangeAspect="1" noChangeArrowheads="1"/>
            </p:cNvSpPr>
            <p:nvPr/>
          </p:nvSpPr>
          <p:spPr bwMode="auto">
            <a:xfrm>
              <a:off x="2879"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4311" name="Oval 279"/>
            <p:cNvSpPr>
              <a:spLocks noChangeAspect="1" noChangeArrowheads="1"/>
            </p:cNvSpPr>
            <p:nvPr/>
          </p:nvSpPr>
          <p:spPr bwMode="auto">
            <a:xfrm>
              <a:off x="3071" y="1727"/>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4312" name="Oval 280"/>
            <p:cNvSpPr>
              <a:spLocks noChangeAspect="1" noChangeArrowheads="1"/>
            </p:cNvSpPr>
            <p:nvPr/>
          </p:nvSpPr>
          <p:spPr bwMode="auto">
            <a:xfrm>
              <a:off x="3263"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4313" name="Oval 281"/>
            <p:cNvSpPr>
              <a:spLocks noChangeAspect="1" noChangeArrowheads="1"/>
            </p:cNvSpPr>
            <p:nvPr/>
          </p:nvSpPr>
          <p:spPr bwMode="auto">
            <a:xfrm>
              <a:off x="3455"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4314" name="Oval 282"/>
            <p:cNvSpPr>
              <a:spLocks noChangeAspect="1" noChangeArrowheads="1"/>
            </p:cNvSpPr>
            <p:nvPr/>
          </p:nvSpPr>
          <p:spPr bwMode="auto">
            <a:xfrm>
              <a:off x="3647"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4315" name="Oval 283"/>
            <p:cNvSpPr>
              <a:spLocks noChangeAspect="1" noChangeArrowheads="1"/>
            </p:cNvSpPr>
            <p:nvPr/>
          </p:nvSpPr>
          <p:spPr bwMode="auto">
            <a:xfrm>
              <a:off x="2303"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4316" name="Oval 284"/>
            <p:cNvSpPr>
              <a:spLocks noChangeAspect="1" noChangeArrowheads="1"/>
            </p:cNvSpPr>
            <p:nvPr/>
          </p:nvSpPr>
          <p:spPr bwMode="auto">
            <a:xfrm>
              <a:off x="2495" y="1919"/>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44317" name="Oval 285"/>
            <p:cNvSpPr>
              <a:spLocks noChangeAspect="1" noChangeArrowheads="1"/>
            </p:cNvSpPr>
            <p:nvPr/>
          </p:nvSpPr>
          <p:spPr bwMode="auto">
            <a:xfrm>
              <a:off x="2687" y="1919"/>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44318" name="Oval 286"/>
            <p:cNvSpPr>
              <a:spLocks noChangeAspect="1" noChangeArrowheads="1"/>
            </p:cNvSpPr>
            <p:nvPr/>
          </p:nvSpPr>
          <p:spPr bwMode="auto">
            <a:xfrm>
              <a:off x="2879" y="1919"/>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4319" name="Oval 287"/>
            <p:cNvSpPr>
              <a:spLocks noChangeAspect="1" noChangeArrowheads="1"/>
            </p:cNvSpPr>
            <p:nvPr/>
          </p:nvSpPr>
          <p:spPr bwMode="auto">
            <a:xfrm>
              <a:off x="3071"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4320" name="Oval 288"/>
            <p:cNvSpPr>
              <a:spLocks noChangeAspect="1" noChangeArrowheads="1"/>
            </p:cNvSpPr>
            <p:nvPr/>
          </p:nvSpPr>
          <p:spPr bwMode="auto">
            <a:xfrm>
              <a:off x="3263"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4321" name="Oval 289"/>
            <p:cNvSpPr>
              <a:spLocks noChangeAspect="1" noChangeArrowheads="1"/>
            </p:cNvSpPr>
            <p:nvPr/>
          </p:nvSpPr>
          <p:spPr bwMode="auto">
            <a:xfrm>
              <a:off x="2303" y="211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4322" name="Oval 290"/>
            <p:cNvSpPr>
              <a:spLocks noChangeAspect="1" noChangeArrowheads="1"/>
            </p:cNvSpPr>
            <p:nvPr/>
          </p:nvSpPr>
          <p:spPr bwMode="auto">
            <a:xfrm>
              <a:off x="2495" y="2111"/>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44323" name="Oval 291"/>
            <p:cNvSpPr>
              <a:spLocks noChangeAspect="1" noChangeArrowheads="1"/>
            </p:cNvSpPr>
            <p:nvPr/>
          </p:nvSpPr>
          <p:spPr bwMode="auto">
            <a:xfrm>
              <a:off x="2687" y="2111"/>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4324" name="Oval 292"/>
            <p:cNvSpPr>
              <a:spLocks noChangeAspect="1" noChangeArrowheads="1"/>
            </p:cNvSpPr>
            <p:nvPr/>
          </p:nvSpPr>
          <p:spPr bwMode="auto">
            <a:xfrm>
              <a:off x="2879" y="2111"/>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44325" name="Oval 293"/>
            <p:cNvSpPr>
              <a:spLocks noChangeAspect="1" noChangeArrowheads="1"/>
            </p:cNvSpPr>
            <p:nvPr/>
          </p:nvSpPr>
          <p:spPr bwMode="auto">
            <a:xfrm>
              <a:off x="3071" y="211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4326" name="Oval 294"/>
            <p:cNvSpPr>
              <a:spLocks noChangeAspect="1" noChangeArrowheads="1"/>
            </p:cNvSpPr>
            <p:nvPr/>
          </p:nvSpPr>
          <p:spPr bwMode="auto">
            <a:xfrm>
              <a:off x="2303"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4327" name="Oval 295"/>
            <p:cNvSpPr>
              <a:spLocks noChangeAspect="1" noChangeArrowheads="1"/>
            </p:cNvSpPr>
            <p:nvPr/>
          </p:nvSpPr>
          <p:spPr bwMode="auto">
            <a:xfrm>
              <a:off x="2495"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4328" name="Oval 296"/>
            <p:cNvSpPr>
              <a:spLocks noChangeAspect="1" noChangeArrowheads="1"/>
            </p:cNvSpPr>
            <p:nvPr/>
          </p:nvSpPr>
          <p:spPr bwMode="auto">
            <a:xfrm>
              <a:off x="2687"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4329" name="Oval 297"/>
            <p:cNvSpPr>
              <a:spLocks noChangeAspect="1" noChangeArrowheads="1"/>
            </p:cNvSpPr>
            <p:nvPr/>
          </p:nvSpPr>
          <p:spPr bwMode="auto">
            <a:xfrm>
              <a:off x="2879"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4330" name="Oval 298"/>
            <p:cNvSpPr>
              <a:spLocks noChangeAspect="1" noChangeArrowheads="1"/>
            </p:cNvSpPr>
            <p:nvPr/>
          </p:nvSpPr>
          <p:spPr bwMode="auto">
            <a:xfrm>
              <a:off x="3071"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aphicFrame>
        <p:nvGraphicFramePr>
          <p:cNvPr id="44331" name="Group 299"/>
          <p:cNvGraphicFramePr>
            <a:graphicFrameLocks noGrp="1"/>
          </p:cNvGraphicFramePr>
          <p:nvPr/>
        </p:nvGraphicFramePr>
        <p:xfrm>
          <a:off x="6477000" y="1609725"/>
          <a:ext cx="381000" cy="3048000"/>
        </p:xfrm>
        <a:graphic>
          <a:graphicData uri="http://schemas.openxmlformats.org/drawingml/2006/table">
            <a:tbl>
              <a:tblPr/>
              <a:tblGrid>
                <a:gridCol w="3810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9</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Slide Number Placeholder 3"/>
          <p:cNvSpPr>
            <a:spLocks noGrp="1"/>
          </p:cNvSpPr>
          <p:nvPr>
            <p:ph type="sldNum" sz="quarter" idx="12"/>
          </p:nvPr>
        </p:nvSpPr>
        <p:spPr/>
        <p:txBody>
          <a:bodyPr/>
          <a:lstStyle/>
          <a:p>
            <a:fld id="{93202417-AA7E-4A9A-A276-AC2604ACAA93}" type="slidenum">
              <a:rPr lang="en-US" altLang="en-US"/>
              <a:pPr/>
              <a:t>37</a:t>
            </a:fld>
            <a:endParaRPr lang="en-US" altLang="en-US"/>
          </a:p>
        </p:txBody>
      </p:sp>
      <p:sp>
        <p:nvSpPr>
          <p:cNvPr id="43272" name="Text Box 264"/>
          <p:cNvSpPr txBox="1">
            <a:spLocks noChangeArrowheads="1"/>
          </p:cNvSpPr>
          <p:nvPr/>
        </p:nvSpPr>
        <p:spPr bwMode="auto">
          <a:xfrm>
            <a:off x="342900" y="228600"/>
            <a:ext cx="8458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3200" b="1">
                <a:solidFill>
                  <a:schemeClr val="accent2"/>
                </a:solidFill>
                <a:latin typeface="Arial" charset="0"/>
              </a:rPr>
              <a:t>Boundary Fill Algorithm</a:t>
            </a:r>
          </a:p>
          <a:p>
            <a:pPr eaLnBrk="0" hangingPunct="0"/>
            <a:r>
              <a:rPr lang="en-US" altLang="en-US" sz="2800" b="1">
                <a:solidFill>
                  <a:srgbClr val="FF0000"/>
                </a:solidFill>
                <a:latin typeface="Arial" charset="0"/>
              </a:rPr>
              <a:t>8-connected </a:t>
            </a:r>
            <a:r>
              <a:rPr lang="en-US" altLang="en-US" sz="2800" b="1">
                <a:solidFill>
                  <a:srgbClr val="FF0000"/>
                </a:solidFill>
                <a:latin typeface="Arial" charset="0"/>
                <a:cs typeface="Arial" charset="0"/>
              </a:rPr>
              <a:t>(Example)</a:t>
            </a:r>
            <a:r>
              <a:rPr lang="en-US" altLang="en-US" sz="3200" b="1">
                <a:solidFill>
                  <a:schemeClr val="accent2"/>
                </a:solidFill>
                <a:latin typeface="Arial" charset="0"/>
                <a:cs typeface="Arial" charset="0"/>
              </a:rPr>
              <a:t> </a:t>
            </a:r>
            <a:r>
              <a:rPr lang="en-US" altLang="en-US" sz="2800">
                <a:latin typeface="Arial" charset="0"/>
                <a:cs typeface="Arial" charset="0"/>
              </a:rPr>
              <a:t> </a:t>
            </a:r>
          </a:p>
        </p:txBody>
      </p:sp>
      <p:grpSp>
        <p:nvGrpSpPr>
          <p:cNvPr id="43338" name="Group 330"/>
          <p:cNvGrpSpPr>
            <a:grpSpLocks/>
          </p:cNvGrpSpPr>
          <p:nvPr/>
        </p:nvGrpSpPr>
        <p:grpSpPr bwMode="auto">
          <a:xfrm>
            <a:off x="3656013" y="1827213"/>
            <a:ext cx="2408237" cy="2103437"/>
            <a:chOff x="2303" y="1151"/>
            <a:chExt cx="1517" cy="1325"/>
          </a:xfrm>
        </p:grpSpPr>
        <p:sp>
          <p:nvSpPr>
            <p:cNvPr id="43273" name="Oval 265"/>
            <p:cNvSpPr>
              <a:spLocks noChangeAspect="1" noChangeArrowheads="1"/>
            </p:cNvSpPr>
            <p:nvPr/>
          </p:nvSpPr>
          <p:spPr bwMode="auto">
            <a:xfrm>
              <a:off x="2879"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3274" name="Oval 266"/>
            <p:cNvSpPr>
              <a:spLocks noChangeAspect="1" noChangeArrowheads="1"/>
            </p:cNvSpPr>
            <p:nvPr/>
          </p:nvSpPr>
          <p:spPr bwMode="auto">
            <a:xfrm>
              <a:off x="3071"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3275" name="Oval 267"/>
            <p:cNvSpPr>
              <a:spLocks noChangeAspect="1" noChangeArrowheads="1"/>
            </p:cNvSpPr>
            <p:nvPr/>
          </p:nvSpPr>
          <p:spPr bwMode="auto">
            <a:xfrm>
              <a:off x="3263"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3276" name="Oval 268"/>
            <p:cNvSpPr>
              <a:spLocks noChangeAspect="1" noChangeArrowheads="1"/>
            </p:cNvSpPr>
            <p:nvPr/>
          </p:nvSpPr>
          <p:spPr bwMode="auto">
            <a:xfrm>
              <a:off x="3455"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3277" name="Oval 269"/>
            <p:cNvSpPr>
              <a:spLocks noChangeAspect="1" noChangeArrowheads="1"/>
            </p:cNvSpPr>
            <p:nvPr/>
          </p:nvSpPr>
          <p:spPr bwMode="auto">
            <a:xfrm>
              <a:off x="3647"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3278" name="Oval 270"/>
            <p:cNvSpPr>
              <a:spLocks noChangeAspect="1" noChangeArrowheads="1"/>
            </p:cNvSpPr>
            <p:nvPr/>
          </p:nvSpPr>
          <p:spPr bwMode="auto">
            <a:xfrm>
              <a:off x="2879" y="134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3279" name="Oval 271"/>
            <p:cNvSpPr>
              <a:spLocks noChangeAspect="1" noChangeArrowheads="1"/>
            </p:cNvSpPr>
            <p:nvPr/>
          </p:nvSpPr>
          <p:spPr bwMode="auto">
            <a:xfrm>
              <a:off x="3071" y="1343"/>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43280" name="Oval 272"/>
            <p:cNvSpPr>
              <a:spLocks noChangeAspect="1" noChangeArrowheads="1"/>
            </p:cNvSpPr>
            <p:nvPr/>
          </p:nvSpPr>
          <p:spPr bwMode="auto">
            <a:xfrm>
              <a:off x="3263" y="1343"/>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43281" name="Oval 273"/>
            <p:cNvSpPr>
              <a:spLocks noChangeAspect="1" noChangeArrowheads="1"/>
            </p:cNvSpPr>
            <p:nvPr/>
          </p:nvSpPr>
          <p:spPr bwMode="auto">
            <a:xfrm>
              <a:off x="3455" y="1343"/>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3282" name="Oval 274"/>
            <p:cNvSpPr>
              <a:spLocks noChangeAspect="1" noChangeArrowheads="1"/>
            </p:cNvSpPr>
            <p:nvPr/>
          </p:nvSpPr>
          <p:spPr bwMode="auto">
            <a:xfrm>
              <a:off x="3647" y="134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3283" name="Oval 275"/>
            <p:cNvSpPr>
              <a:spLocks noChangeAspect="1" noChangeArrowheads="1"/>
            </p:cNvSpPr>
            <p:nvPr/>
          </p:nvSpPr>
          <p:spPr bwMode="auto">
            <a:xfrm>
              <a:off x="2879" y="1535"/>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3284" name="Oval 276"/>
            <p:cNvSpPr>
              <a:spLocks noChangeAspect="1" noChangeArrowheads="1"/>
            </p:cNvSpPr>
            <p:nvPr/>
          </p:nvSpPr>
          <p:spPr bwMode="auto">
            <a:xfrm>
              <a:off x="3072" y="1536"/>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43285" name="Oval 277"/>
            <p:cNvSpPr>
              <a:spLocks noChangeAspect="1" noChangeArrowheads="1"/>
            </p:cNvSpPr>
            <p:nvPr/>
          </p:nvSpPr>
          <p:spPr bwMode="auto">
            <a:xfrm>
              <a:off x="3263" y="1535"/>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3286" name="Oval 278"/>
            <p:cNvSpPr>
              <a:spLocks noChangeAspect="1" noChangeArrowheads="1"/>
            </p:cNvSpPr>
            <p:nvPr/>
          </p:nvSpPr>
          <p:spPr bwMode="auto">
            <a:xfrm>
              <a:off x="3455" y="1535"/>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43287" name="Oval 279"/>
            <p:cNvSpPr>
              <a:spLocks noChangeAspect="1" noChangeArrowheads="1"/>
            </p:cNvSpPr>
            <p:nvPr/>
          </p:nvSpPr>
          <p:spPr bwMode="auto">
            <a:xfrm>
              <a:off x="3647" y="1535"/>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3288" name="Oval 280"/>
            <p:cNvSpPr>
              <a:spLocks noChangeAspect="1" noChangeArrowheads="1"/>
            </p:cNvSpPr>
            <p:nvPr/>
          </p:nvSpPr>
          <p:spPr bwMode="auto">
            <a:xfrm>
              <a:off x="2303"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3289" name="Oval 281"/>
            <p:cNvSpPr>
              <a:spLocks noChangeAspect="1" noChangeArrowheads="1"/>
            </p:cNvSpPr>
            <p:nvPr/>
          </p:nvSpPr>
          <p:spPr bwMode="auto">
            <a:xfrm>
              <a:off x="2495"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3290" name="Oval 282"/>
            <p:cNvSpPr>
              <a:spLocks noChangeAspect="1" noChangeArrowheads="1"/>
            </p:cNvSpPr>
            <p:nvPr/>
          </p:nvSpPr>
          <p:spPr bwMode="auto">
            <a:xfrm>
              <a:off x="2687"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3291" name="Oval 283"/>
            <p:cNvSpPr>
              <a:spLocks noChangeAspect="1" noChangeArrowheads="1"/>
            </p:cNvSpPr>
            <p:nvPr/>
          </p:nvSpPr>
          <p:spPr bwMode="auto">
            <a:xfrm>
              <a:off x="2879"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3292" name="Oval 284"/>
            <p:cNvSpPr>
              <a:spLocks noChangeAspect="1" noChangeArrowheads="1"/>
            </p:cNvSpPr>
            <p:nvPr/>
          </p:nvSpPr>
          <p:spPr bwMode="auto">
            <a:xfrm>
              <a:off x="3071" y="1727"/>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3293" name="Oval 285"/>
            <p:cNvSpPr>
              <a:spLocks noChangeAspect="1" noChangeArrowheads="1"/>
            </p:cNvSpPr>
            <p:nvPr/>
          </p:nvSpPr>
          <p:spPr bwMode="auto">
            <a:xfrm>
              <a:off x="3263"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3294" name="Oval 286"/>
            <p:cNvSpPr>
              <a:spLocks noChangeAspect="1" noChangeArrowheads="1"/>
            </p:cNvSpPr>
            <p:nvPr/>
          </p:nvSpPr>
          <p:spPr bwMode="auto">
            <a:xfrm>
              <a:off x="3455"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3295" name="Oval 287"/>
            <p:cNvSpPr>
              <a:spLocks noChangeAspect="1" noChangeArrowheads="1"/>
            </p:cNvSpPr>
            <p:nvPr/>
          </p:nvSpPr>
          <p:spPr bwMode="auto">
            <a:xfrm>
              <a:off x="3647"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3296" name="Oval 288"/>
            <p:cNvSpPr>
              <a:spLocks noChangeAspect="1" noChangeArrowheads="1"/>
            </p:cNvSpPr>
            <p:nvPr/>
          </p:nvSpPr>
          <p:spPr bwMode="auto">
            <a:xfrm>
              <a:off x="2303"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3297" name="Oval 289"/>
            <p:cNvSpPr>
              <a:spLocks noChangeAspect="1" noChangeArrowheads="1"/>
            </p:cNvSpPr>
            <p:nvPr/>
          </p:nvSpPr>
          <p:spPr bwMode="auto">
            <a:xfrm>
              <a:off x="2495" y="1919"/>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43298" name="Oval 290"/>
            <p:cNvSpPr>
              <a:spLocks noChangeAspect="1" noChangeArrowheads="1"/>
            </p:cNvSpPr>
            <p:nvPr/>
          </p:nvSpPr>
          <p:spPr bwMode="auto">
            <a:xfrm>
              <a:off x="2687" y="1919"/>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43299" name="Oval 291"/>
            <p:cNvSpPr>
              <a:spLocks noChangeAspect="1" noChangeArrowheads="1"/>
            </p:cNvSpPr>
            <p:nvPr/>
          </p:nvSpPr>
          <p:spPr bwMode="auto">
            <a:xfrm>
              <a:off x="2879" y="1919"/>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3300" name="Oval 292"/>
            <p:cNvSpPr>
              <a:spLocks noChangeAspect="1" noChangeArrowheads="1"/>
            </p:cNvSpPr>
            <p:nvPr/>
          </p:nvSpPr>
          <p:spPr bwMode="auto">
            <a:xfrm>
              <a:off x="3071"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3301" name="Oval 293"/>
            <p:cNvSpPr>
              <a:spLocks noChangeAspect="1" noChangeArrowheads="1"/>
            </p:cNvSpPr>
            <p:nvPr/>
          </p:nvSpPr>
          <p:spPr bwMode="auto">
            <a:xfrm>
              <a:off x="3263"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3302" name="Oval 294"/>
            <p:cNvSpPr>
              <a:spLocks noChangeAspect="1" noChangeArrowheads="1"/>
            </p:cNvSpPr>
            <p:nvPr/>
          </p:nvSpPr>
          <p:spPr bwMode="auto">
            <a:xfrm>
              <a:off x="2303" y="211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3303" name="Oval 295"/>
            <p:cNvSpPr>
              <a:spLocks noChangeAspect="1" noChangeArrowheads="1"/>
            </p:cNvSpPr>
            <p:nvPr/>
          </p:nvSpPr>
          <p:spPr bwMode="auto">
            <a:xfrm>
              <a:off x="2495" y="2111"/>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43304" name="Oval 296"/>
            <p:cNvSpPr>
              <a:spLocks noChangeAspect="1" noChangeArrowheads="1"/>
            </p:cNvSpPr>
            <p:nvPr/>
          </p:nvSpPr>
          <p:spPr bwMode="auto">
            <a:xfrm>
              <a:off x="2687" y="2111"/>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3305" name="Oval 297"/>
            <p:cNvSpPr>
              <a:spLocks noChangeAspect="1" noChangeArrowheads="1"/>
            </p:cNvSpPr>
            <p:nvPr/>
          </p:nvSpPr>
          <p:spPr bwMode="auto">
            <a:xfrm>
              <a:off x="2879" y="2111"/>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43306" name="Oval 298"/>
            <p:cNvSpPr>
              <a:spLocks noChangeAspect="1" noChangeArrowheads="1"/>
            </p:cNvSpPr>
            <p:nvPr/>
          </p:nvSpPr>
          <p:spPr bwMode="auto">
            <a:xfrm>
              <a:off x="3071" y="211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3307" name="Oval 299"/>
            <p:cNvSpPr>
              <a:spLocks noChangeAspect="1" noChangeArrowheads="1"/>
            </p:cNvSpPr>
            <p:nvPr/>
          </p:nvSpPr>
          <p:spPr bwMode="auto">
            <a:xfrm>
              <a:off x="2303"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3308" name="Oval 300"/>
            <p:cNvSpPr>
              <a:spLocks noChangeAspect="1" noChangeArrowheads="1"/>
            </p:cNvSpPr>
            <p:nvPr/>
          </p:nvSpPr>
          <p:spPr bwMode="auto">
            <a:xfrm>
              <a:off x="2495"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3309" name="Oval 301"/>
            <p:cNvSpPr>
              <a:spLocks noChangeAspect="1" noChangeArrowheads="1"/>
            </p:cNvSpPr>
            <p:nvPr/>
          </p:nvSpPr>
          <p:spPr bwMode="auto">
            <a:xfrm>
              <a:off x="2687"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3310" name="Oval 302"/>
            <p:cNvSpPr>
              <a:spLocks noChangeAspect="1" noChangeArrowheads="1"/>
            </p:cNvSpPr>
            <p:nvPr/>
          </p:nvSpPr>
          <p:spPr bwMode="auto">
            <a:xfrm>
              <a:off x="2879"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3311" name="Oval 303"/>
            <p:cNvSpPr>
              <a:spLocks noChangeAspect="1" noChangeArrowheads="1"/>
            </p:cNvSpPr>
            <p:nvPr/>
          </p:nvSpPr>
          <p:spPr bwMode="auto">
            <a:xfrm>
              <a:off x="3071"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aphicFrame>
        <p:nvGraphicFramePr>
          <p:cNvPr id="43312" name="Group 304"/>
          <p:cNvGraphicFramePr>
            <a:graphicFrameLocks noGrp="1"/>
          </p:cNvGraphicFramePr>
          <p:nvPr/>
        </p:nvGraphicFramePr>
        <p:xfrm>
          <a:off x="6477000" y="1609725"/>
          <a:ext cx="381000" cy="3048000"/>
        </p:xfrm>
        <a:graphic>
          <a:graphicData uri="http://schemas.openxmlformats.org/drawingml/2006/table">
            <a:tbl>
              <a:tblPr/>
              <a:tblGrid>
                <a:gridCol w="3810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9</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Slide Number Placeholder 3"/>
          <p:cNvSpPr>
            <a:spLocks noGrp="1"/>
          </p:cNvSpPr>
          <p:nvPr>
            <p:ph type="sldNum" sz="quarter" idx="12"/>
          </p:nvPr>
        </p:nvSpPr>
        <p:spPr/>
        <p:txBody>
          <a:bodyPr/>
          <a:lstStyle/>
          <a:p>
            <a:fld id="{2F55FFD1-9233-4049-A94A-DE79DFC5AB66}" type="slidenum">
              <a:rPr lang="en-US" altLang="en-US"/>
              <a:pPr/>
              <a:t>38</a:t>
            </a:fld>
            <a:endParaRPr lang="en-US" altLang="en-US"/>
          </a:p>
        </p:txBody>
      </p:sp>
      <p:sp>
        <p:nvSpPr>
          <p:cNvPr id="42245" name="Text Box 261"/>
          <p:cNvSpPr txBox="1">
            <a:spLocks noChangeArrowheads="1"/>
          </p:cNvSpPr>
          <p:nvPr/>
        </p:nvSpPr>
        <p:spPr bwMode="auto">
          <a:xfrm>
            <a:off x="342900" y="228600"/>
            <a:ext cx="8458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3200" b="1">
                <a:solidFill>
                  <a:schemeClr val="accent2"/>
                </a:solidFill>
                <a:latin typeface="Arial" charset="0"/>
              </a:rPr>
              <a:t>Boundary Fill Algorithm</a:t>
            </a:r>
          </a:p>
          <a:p>
            <a:pPr eaLnBrk="0" hangingPunct="0"/>
            <a:r>
              <a:rPr lang="en-US" altLang="en-US" sz="2800" b="1">
                <a:solidFill>
                  <a:srgbClr val="FF0000"/>
                </a:solidFill>
                <a:latin typeface="Arial" charset="0"/>
              </a:rPr>
              <a:t>8-connected </a:t>
            </a:r>
            <a:r>
              <a:rPr lang="en-US" altLang="en-US" sz="2800" b="1">
                <a:solidFill>
                  <a:srgbClr val="FF0000"/>
                </a:solidFill>
                <a:latin typeface="Arial" charset="0"/>
                <a:cs typeface="Arial" charset="0"/>
              </a:rPr>
              <a:t>(Example)</a:t>
            </a:r>
            <a:r>
              <a:rPr lang="en-US" altLang="en-US" sz="3200" b="1">
                <a:solidFill>
                  <a:schemeClr val="accent2"/>
                </a:solidFill>
                <a:latin typeface="Arial" charset="0"/>
                <a:cs typeface="Arial" charset="0"/>
              </a:rPr>
              <a:t> </a:t>
            </a:r>
            <a:r>
              <a:rPr lang="en-US" altLang="en-US" sz="2800">
                <a:latin typeface="Arial" charset="0"/>
                <a:cs typeface="Arial" charset="0"/>
              </a:rPr>
              <a:t> </a:t>
            </a:r>
          </a:p>
        </p:txBody>
      </p:sp>
      <p:grpSp>
        <p:nvGrpSpPr>
          <p:cNvPr id="42311" name="Group 327"/>
          <p:cNvGrpSpPr>
            <a:grpSpLocks/>
          </p:cNvGrpSpPr>
          <p:nvPr/>
        </p:nvGrpSpPr>
        <p:grpSpPr bwMode="auto">
          <a:xfrm>
            <a:off x="3656013" y="1827213"/>
            <a:ext cx="2408237" cy="2103437"/>
            <a:chOff x="2303" y="1151"/>
            <a:chExt cx="1517" cy="1325"/>
          </a:xfrm>
        </p:grpSpPr>
        <p:sp>
          <p:nvSpPr>
            <p:cNvPr id="42246" name="Oval 262"/>
            <p:cNvSpPr>
              <a:spLocks noChangeAspect="1" noChangeArrowheads="1"/>
            </p:cNvSpPr>
            <p:nvPr/>
          </p:nvSpPr>
          <p:spPr bwMode="auto">
            <a:xfrm>
              <a:off x="2879"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247" name="Oval 263"/>
            <p:cNvSpPr>
              <a:spLocks noChangeAspect="1" noChangeArrowheads="1"/>
            </p:cNvSpPr>
            <p:nvPr/>
          </p:nvSpPr>
          <p:spPr bwMode="auto">
            <a:xfrm>
              <a:off x="3071"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248" name="Oval 264"/>
            <p:cNvSpPr>
              <a:spLocks noChangeAspect="1" noChangeArrowheads="1"/>
            </p:cNvSpPr>
            <p:nvPr/>
          </p:nvSpPr>
          <p:spPr bwMode="auto">
            <a:xfrm>
              <a:off x="3263"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249" name="Oval 265"/>
            <p:cNvSpPr>
              <a:spLocks noChangeAspect="1" noChangeArrowheads="1"/>
            </p:cNvSpPr>
            <p:nvPr/>
          </p:nvSpPr>
          <p:spPr bwMode="auto">
            <a:xfrm>
              <a:off x="3455"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250" name="Oval 266"/>
            <p:cNvSpPr>
              <a:spLocks noChangeAspect="1" noChangeArrowheads="1"/>
            </p:cNvSpPr>
            <p:nvPr/>
          </p:nvSpPr>
          <p:spPr bwMode="auto">
            <a:xfrm>
              <a:off x="3647"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251" name="Oval 267"/>
            <p:cNvSpPr>
              <a:spLocks noChangeAspect="1" noChangeArrowheads="1"/>
            </p:cNvSpPr>
            <p:nvPr/>
          </p:nvSpPr>
          <p:spPr bwMode="auto">
            <a:xfrm>
              <a:off x="2879" y="134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252" name="Oval 268"/>
            <p:cNvSpPr>
              <a:spLocks noChangeAspect="1" noChangeArrowheads="1"/>
            </p:cNvSpPr>
            <p:nvPr/>
          </p:nvSpPr>
          <p:spPr bwMode="auto">
            <a:xfrm>
              <a:off x="3071" y="1343"/>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2253" name="Oval 269"/>
            <p:cNvSpPr>
              <a:spLocks noChangeAspect="1" noChangeArrowheads="1"/>
            </p:cNvSpPr>
            <p:nvPr/>
          </p:nvSpPr>
          <p:spPr bwMode="auto">
            <a:xfrm>
              <a:off x="3263" y="1343"/>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42254" name="Oval 270"/>
            <p:cNvSpPr>
              <a:spLocks noChangeAspect="1" noChangeArrowheads="1"/>
            </p:cNvSpPr>
            <p:nvPr/>
          </p:nvSpPr>
          <p:spPr bwMode="auto">
            <a:xfrm>
              <a:off x="3455" y="1343"/>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2255" name="Oval 271"/>
            <p:cNvSpPr>
              <a:spLocks noChangeAspect="1" noChangeArrowheads="1"/>
            </p:cNvSpPr>
            <p:nvPr/>
          </p:nvSpPr>
          <p:spPr bwMode="auto">
            <a:xfrm>
              <a:off x="3647" y="134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256" name="Oval 272"/>
            <p:cNvSpPr>
              <a:spLocks noChangeAspect="1" noChangeArrowheads="1"/>
            </p:cNvSpPr>
            <p:nvPr/>
          </p:nvSpPr>
          <p:spPr bwMode="auto">
            <a:xfrm>
              <a:off x="2879" y="1535"/>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257" name="Oval 273"/>
            <p:cNvSpPr>
              <a:spLocks noChangeAspect="1" noChangeArrowheads="1"/>
            </p:cNvSpPr>
            <p:nvPr/>
          </p:nvSpPr>
          <p:spPr bwMode="auto">
            <a:xfrm>
              <a:off x="3072" y="1536"/>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42258" name="Oval 274"/>
            <p:cNvSpPr>
              <a:spLocks noChangeAspect="1" noChangeArrowheads="1"/>
            </p:cNvSpPr>
            <p:nvPr/>
          </p:nvSpPr>
          <p:spPr bwMode="auto">
            <a:xfrm>
              <a:off x="3263" y="1535"/>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2259" name="Oval 275"/>
            <p:cNvSpPr>
              <a:spLocks noChangeAspect="1" noChangeArrowheads="1"/>
            </p:cNvSpPr>
            <p:nvPr/>
          </p:nvSpPr>
          <p:spPr bwMode="auto">
            <a:xfrm>
              <a:off x="3455" y="1535"/>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42260" name="Oval 276"/>
            <p:cNvSpPr>
              <a:spLocks noChangeAspect="1" noChangeArrowheads="1"/>
            </p:cNvSpPr>
            <p:nvPr/>
          </p:nvSpPr>
          <p:spPr bwMode="auto">
            <a:xfrm>
              <a:off x="3647" y="1535"/>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261" name="Oval 277"/>
            <p:cNvSpPr>
              <a:spLocks noChangeAspect="1" noChangeArrowheads="1"/>
            </p:cNvSpPr>
            <p:nvPr/>
          </p:nvSpPr>
          <p:spPr bwMode="auto">
            <a:xfrm>
              <a:off x="2303"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262" name="Oval 278"/>
            <p:cNvSpPr>
              <a:spLocks noChangeAspect="1" noChangeArrowheads="1"/>
            </p:cNvSpPr>
            <p:nvPr/>
          </p:nvSpPr>
          <p:spPr bwMode="auto">
            <a:xfrm>
              <a:off x="2495"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263" name="Oval 279"/>
            <p:cNvSpPr>
              <a:spLocks noChangeAspect="1" noChangeArrowheads="1"/>
            </p:cNvSpPr>
            <p:nvPr/>
          </p:nvSpPr>
          <p:spPr bwMode="auto">
            <a:xfrm>
              <a:off x="2687"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264" name="Oval 280"/>
            <p:cNvSpPr>
              <a:spLocks noChangeAspect="1" noChangeArrowheads="1"/>
            </p:cNvSpPr>
            <p:nvPr/>
          </p:nvSpPr>
          <p:spPr bwMode="auto">
            <a:xfrm>
              <a:off x="2879"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265" name="Oval 281"/>
            <p:cNvSpPr>
              <a:spLocks noChangeAspect="1" noChangeArrowheads="1"/>
            </p:cNvSpPr>
            <p:nvPr/>
          </p:nvSpPr>
          <p:spPr bwMode="auto">
            <a:xfrm>
              <a:off x="3071" y="1727"/>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2266" name="Oval 282"/>
            <p:cNvSpPr>
              <a:spLocks noChangeAspect="1" noChangeArrowheads="1"/>
            </p:cNvSpPr>
            <p:nvPr/>
          </p:nvSpPr>
          <p:spPr bwMode="auto">
            <a:xfrm>
              <a:off x="3263"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267" name="Oval 283"/>
            <p:cNvSpPr>
              <a:spLocks noChangeAspect="1" noChangeArrowheads="1"/>
            </p:cNvSpPr>
            <p:nvPr/>
          </p:nvSpPr>
          <p:spPr bwMode="auto">
            <a:xfrm>
              <a:off x="3455"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268" name="Oval 284"/>
            <p:cNvSpPr>
              <a:spLocks noChangeAspect="1" noChangeArrowheads="1"/>
            </p:cNvSpPr>
            <p:nvPr/>
          </p:nvSpPr>
          <p:spPr bwMode="auto">
            <a:xfrm>
              <a:off x="3647"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269" name="Oval 285"/>
            <p:cNvSpPr>
              <a:spLocks noChangeAspect="1" noChangeArrowheads="1"/>
            </p:cNvSpPr>
            <p:nvPr/>
          </p:nvSpPr>
          <p:spPr bwMode="auto">
            <a:xfrm>
              <a:off x="2303"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270" name="Oval 286"/>
            <p:cNvSpPr>
              <a:spLocks noChangeAspect="1" noChangeArrowheads="1"/>
            </p:cNvSpPr>
            <p:nvPr/>
          </p:nvSpPr>
          <p:spPr bwMode="auto">
            <a:xfrm>
              <a:off x="2495" y="1919"/>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42271" name="Oval 287"/>
            <p:cNvSpPr>
              <a:spLocks noChangeAspect="1" noChangeArrowheads="1"/>
            </p:cNvSpPr>
            <p:nvPr/>
          </p:nvSpPr>
          <p:spPr bwMode="auto">
            <a:xfrm>
              <a:off x="2687" y="1919"/>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42272" name="Oval 288"/>
            <p:cNvSpPr>
              <a:spLocks noChangeAspect="1" noChangeArrowheads="1"/>
            </p:cNvSpPr>
            <p:nvPr/>
          </p:nvSpPr>
          <p:spPr bwMode="auto">
            <a:xfrm>
              <a:off x="2879" y="1919"/>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2273" name="Oval 289"/>
            <p:cNvSpPr>
              <a:spLocks noChangeAspect="1" noChangeArrowheads="1"/>
            </p:cNvSpPr>
            <p:nvPr/>
          </p:nvSpPr>
          <p:spPr bwMode="auto">
            <a:xfrm>
              <a:off x="3071"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274" name="Oval 290"/>
            <p:cNvSpPr>
              <a:spLocks noChangeAspect="1" noChangeArrowheads="1"/>
            </p:cNvSpPr>
            <p:nvPr/>
          </p:nvSpPr>
          <p:spPr bwMode="auto">
            <a:xfrm>
              <a:off x="3263"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275" name="Oval 291"/>
            <p:cNvSpPr>
              <a:spLocks noChangeAspect="1" noChangeArrowheads="1"/>
            </p:cNvSpPr>
            <p:nvPr/>
          </p:nvSpPr>
          <p:spPr bwMode="auto">
            <a:xfrm>
              <a:off x="2303" y="211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276" name="Oval 292"/>
            <p:cNvSpPr>
              <a:spLocks noChangeAspect="1" noChangeArrowheads="1"/>
            </p:cNvSpPr>
            <p:nvPr/>
          </p:nvSpPr>
          <p:spPr bwMode="auto">
            <a:xfrm>
              <a:off x="2495" y="2111"/>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42277" name="Oval 293"/>
            <p:cNvSpPr>
              <a:spLocks noChangeAspect="1" noChangeArrowheads="1"/>
            </p:cNvSpPr>
            <p:nvPr/>
          </p:nvSpPr>
          <p:spPr bwMode="auto">
            <a:xfrm>
              <a:off x="2687" y="2111"/>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2278" name="Oval 294"/>
            <p:cNvSpPr>
              <a:spLocks noChangeAspect="1" noChangeArrowheads="1"/>
            </p:cNvSpPr>
            <p:nvPr/>
          </p:nvSpPr>
          <p:spPr bwMode="auto">
            <a:xfrm>
              <a:off x="2879" y="2111"/>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42279" name="Oval 295"/>
            <p:cNvSpPr>
              <a:spLocks noChangeAspect="1" noChangeArrowheads="1"/>
            </p:cNvSpPr>
            <p:nvPr/>
          </p:nvSpPr>
          <p:spPr bwMode="auto">
            <a:xfrm>
              <a:off x="3071" y="211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280" name="Oval 296"/>
            <p:cNvSpPr>
              <a:spLocks noChangeAspect="1" noChangeArrowheads="1"/>
            </p:cNvSpPr>
            <p:nvPr/>
          </p:nvSpPr>
          <p:spPr bwMode="auto">
            <a:xfrm>
              <a:off x="2303"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281" name="Oval 297"/>
            <p:cNvSpPr>
              <a:spLocks noChangeAspect="1" noChangeArrowheads="1"/>
            </p:cNvSpPr>
            <p:nvPr/>
          </p:nvSpPr>
          <p:spPr bwMode="auto">
            <a:xfrm>
              <a:off x="2495"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282" name="Oval 298"/>
            <p:cNvSpPr>
              <a:spLocks noChangeAspect="1" noChangeArrowheads="1"/>
            </p:cNvSpPr>
            <p:nvPr/>
          </p:nvSpPr>
          <p:spPr bwMode="auto">
            <a:xfrm>
              <a:off x="2687"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283" name="Oval 299"/>
            <p:cNvSpPr>
              <a:spLocks noChangeAspect="1" noChangeArrowheads="1"/>
            </p:cNvSpPr>
            <p:nvPr/>
          </p:nvSpPr>
          <p:spPr bwMode="auto">
            <a:xfrm>
              <a:off x="2879"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284" name="Oval 300"/>
            <p:cNvSpPr>
              <a:spLocks noChangeAspect="1" noChangeArrowheads="1"/>
            </p:cNvSpPr>
            <p:nvPr/>
          </p:nvSpPr>
          <p:spPr bwMode="auto">
            <a:xfrm>
              <a:off x="3071"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aphicFrame>
        <p:nvGraphicFramePr>
          <p:cNvPr id="42285" name="Group 301"/>
          <p:cNvGraphicFramePr>
            <a:graphicFrameLocks noGrp="1"/>
          </p:cNvGraphicFramePr>
          <p:nvPr/>
        </p:nvGraphicFramePr>
        <p:xfrm>
          <a:off x="6477000" y="1609725"/>
          <a:ext cx="381000" cy="3048000"/>
        </p:xfrm>
        <a:graphic>
          <a:graphicData uri="http://schemas.openxmlformats.org/drawingml/2006/table">
            <a:tbl>
              <a:tblPr/>
              <a:tblGrid>
                <a:gridCol w="3810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9</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Slide Number Placeholder 3"/>
          <p:cNvSpPr>
            <a:spLocks noGrp="1"/>
          </p:cNvSpPr>
          <p:nvPr>
            <p:ph type="sldNum" sz="quarter" idx="12"/>
          </p:nvPr>
        </p:nvSpPr>
        <p:spPr/>
        <p:txBody>
          <a:bodyPr/>
          <a:lstStyle/>
          <a:p>
            <a:fld id="{B90D7D3D-F054-4865-9370-03C9008265D9}" type="slidenum">
              <a:rPr lang="en-US" altLang="en-US"/>
              <a:pPr/>
              <a:t>39</a:t>
            </a:fld>
            <a:endParaRPr lang="en-US" altLang="en-US"/>
          </a:p>
        </p:txBody>
      </p:sp>
      <p:sp>
        <p:nvSpPr>
          <p:cNvPr id="47368" name="Text Box 264"/>
          <p:cNvSpPr txBox="1">
            <a:spLocks noChangeArrowheads="1"/>
          </p:cNvSpPr>
          <p:nvPr/>
        </p:nvSpPr>
        <p:spPr bwMode="auto">
          <a:xfrm>
            <a:off x="342900" y="228600"/>
            <a:ext cx="8458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3200" b="1">
                <a:solidFill>
                  <a:schemeClr val="accent2"/>
                </a:solidFill>
                <a:latin typeface="Arial" charset="0"/>
              </a:rPr>
              <a:t>Boundary Fill Algorithm</a:t>
            </a:r>
          </a:p>
          <a:p>
            <a:pPr eaLnBrk="0" hangingPunct="0"/>
            <a:r>
              <a:rPr lang="en-US" altLang="en-US" sz="2800" b="1">
                <a:solidFill>
                  <a:srgbClr val="FF0000"/>
                </a:solidFill>
                <a:latin typeface="Arial" charset="0"/>
              </a:rPr>
              <a:t>8-connected </a:t>
            </a:r>
            <a:r>
              <a:rPr lang="en-US" altLang="en-US" sz="2800" b="1">
                <a:solidFill>
                  <a:srgbClr val="FF0000"/>
                </a:solidFill>
                <a:latin typeface="Arial" charset="0"/>
                <a:cs typeface="Arial" charset="0"/>
              </a:rPr>
              <a:t>(Example)</a:t>
            </a:r>
            <a:r>
              <a:rPr lang="en-US" altLang="en-US" sz="3200" b="1">
                <a:solidFill>
                  <a:schemeClr val="accent2"/>
                </a:solidFill>
                <a:latin typeface="Arial" charset="0"/>
                <a:cs typeface="Arial" charset="0"/>
              </a:rPr>
              <a:t> </a:t>
            </a:r>
            <a:r>
              <a:rPr lang="en-US" altLang="en-US" sz="2800">
                <a:latin typeface="Arial" charset="0"/>
                <a:cs typeface="Arial" charset="0"/>
              </a:rPr>
              <a:t> </a:t>
            </a:r>
          </a:p>
        </p:txBody>
      </p:sp>
      <p:grpSp>
        <p:nvGrpSpPr>
          <p:cNvPr id="47434" name="Group 330"/>
          <p:cNvGrpSpPr>
            <a:grpSpLocks/>
          </p:cNvGrpSpPr>
          <p:nvPr/>
        </p:nvGrpSpPr>
        <p:grpSpPr bwMode="auto">
          <a:xfrm>
            <a:off x="3656013" y="1827213"/>
            <a:ext cx="2408237" cy="2103437"/>
            <a:chOff x="2303" y="1151"/>
            <a:chExt cx="1517" cy="1325"/>
          </a:xfrm>
        </p:grpSpPr>
        <p:sp>
          <p:nvSpPr>
            <p:cNvPr id="47369" name="Oval 265"/>
            <p:cNvSpPr>
              <a:spLocks noChangeAspect="1" noChangeArrowheads="1"/>
            </p:cNvSpPr>
            <p:nvPr/>
          </p:nvSpPr>
          <p:spPr bwMode="auto">
            <a:xfrm>
              <a:off x="2879"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7370" name="Oval 266"/>
            <p:cNvSpPr>
              <a:spLocks noChangeAspect="1" noChangeArrowheads="1"/>
            </p:cNvSpPr>
            <p:nvPr/>
          </p:nvSpPr>
          <p:spPr bwMode="auto">
            <a:xfrm>
              <a:off x="3071"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7371" name="Oval 267"/>
            <p:cNvSpPr>
              <a:spLocks noChangeAspect="1" noChangeArrowheads="1"/>
            </p:cNvSpPr>
            <p:nvPr/>
          </p:nvSpPr>
          <p:spPr bwMode="auto">
            <a:xfrm>
              <a:off x="3263"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7372" name="Oval 268"/>
            <p:cNvSpPr>
              <a:spLocks noChangeAspect="1" noChangeArrowheads="1"/>
            </p:cNvSpPr>
            <p:nvPr/>
          </p:nvSpPr>
          <p:spPr bwMode="auto">
            <a:xfrm>
              <a:off x="3455"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7373" name="Oval 269"/>
            <p:cNvSpPr>
              <a:spLocks noChangeAspect="1" noChangeArrowheads="1"/>
            </p:cNvSpPr>
            <p:nvPr/>
          </p:nvSpPr>
          <p:spPr bwMode="auto">
            <a:xfrm>
              <a:off x="3647"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7374" name="Oval 270"/>
            <p:cNvSpPr>
              <a:spLocks noChangeAspect="1" noChangeArrowheads="1"/>
            </p:cNvSpPr>
            <p:nvPr/>
          </p:nvSpPr>
          <p:spPr bwMode="auto">
            <a:xfrm>
              <a:off x="2879" y="134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7375" name="Oval 271"/>
            <p:cNvSpPr>
              <a:spLocks noChangeAspect="1" noChangeArrowheads="1"/>
            </p:cNvSpPr>
            <p:nvPr/>
          </p:nvSpPr>
          <p:spPr bwMode="auto">
            <a:xfrm>
              <a:off x="3071" y="1343"/>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7376" name="Oval 272"/>
            <p:cNvSpPr>
              <a:spLocks noChangeAspect="1" noChangeArrowheads="1"/>
            </p:cNvSpPr>
            <p:nvPr/>
          </p:nvSpPr>
          <p:spPr bwMode="auto">
            <a:xfrm>
              <a:off x="3263" y="1343"/>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47377" name="Oval 273"/>
            <p:cNvSpPr>
              <a:spLocks noChangeAspect="1" noChangeArrowheads="1"/>
            </p:cNvSpPr>
            <p:nvPr/>
          </p:nvSpPr>
          <p:spPr bwMode="auto">
            <a:xfrm>
              <a:off x="3455" y="1343"/>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7378" name="Oval 274"/>
            <p:cNvSpPr>
              <a:spLocks noChangeAspect="1" noChangeArrowheads="1"/>
            </p:cNvSpPr>
            <p:nvPr/>
          </p:nvSpPr>
          <p:spPr bwMode="auto">
            <a:xfrm>
              <a:off x="3647" y="134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7379" name="Oval 275"/>
            <p:cNvSpPr>
              <a:spLocks noChangeAspect="1" noChangeArrowheads="1"/>
            </p:cNvSpPr>
            <p:nvPr/>
          </p:nvSpPr>
          <p:spPr bwMode="auto">
            <a:xfrm>
              <a:off x="2879" y="1535"/>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7380" name="Oval 276"/>
            <p:cNvSpPr>
              <a:spLocks noChangeAspect="1" noChangeArrowheads="1"/>
            </p:cNvSpPr>
            <p:nvPr/>
          </p:nvSpPr>
          <p:spPr bwMode="auto">
            <a:xfrm>
              <a:off x="3072" y="1536"/>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47381" name="Oval 277"/>
            <p:cNvSpPr>
              <a:spLocks noChangeAspect="1" noChangeArrowheads="1"/>
            </p:cNvSpPr>
            <p:nvPr/>
          </p:nvSpPr>
          <p:spPr bwMode="auto">
            <a:xfrm>
              <a:off x="3263" y="1535"/>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7382" name="Oval 278"/>
            <p:cNvSpPr>
              <a:spLocks noChangeAspect="1" noChangeArrowheads="1"/>
            </p:cNvSpPr>
            <p:nvPr/>
          </p:nvSpPr>
          <p:spPr bwMode="auto">
            <a:xfrm>
              <a:off x="3455" y="1535"/>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7383" name="Oval 279"/>
            <p:cNvSpPr>
              <a:spLocks noChangeAspect="1" noChangeArrowheads="1"/>
            </p:cNvSpPr>
            <p:nvPr/>
          </p:nvSpPr>
          <p:spPr bwMode="auto">
            <a:xfrm>
              <a:off x="3647" y="1535"/>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7384" name="Oval 280"/>
            <p:cNvSpPr>
              <a:spLocks noChangeAspect="1" noChangeArrowheads="1"/>
            </p:cNvSpPr>
            <p:nvPr/>
          </p:nvSpPr>
          <p:spPr bwMode="auto">
            <a:xfrm>
              <a:off x="2303"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7385" name="Oval 281"/>
            <p:cNvSpPr>
              <a:spLocks noChangeAspect="1" noChangeArrowheads="1"/>
            </p:cNvSpPr>
            <p:nvPr/>
          </p:nvSpPr>
          <p:spPr bwMode="auto">
            <a:xfrm>
              <a:off x="2495"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7386" name="Oval 282"/>
            <p:cNvSpPr>
              <a:spLocks noChangeAspect="1" noChangeArrowheads="1"/>
            </p:cNvSpPr>
            <p:nvPr/>
          </p:nvSpPr>
          <p:spPr bwMode="auto">
            <a:xfrm>
              <a:off x="2687"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7387" name="Oval 283"/>
            <p:cNvSpPr>
              <a:spLocks noChangeAspect="1" noChangeArrowheads="1"/>
            </p:cNvSpPr>
            <p:nvPr/>
          </p:nvSpPr>
          <p:spPr bwMode="auto">
            <a:xfrm>
              <a:off x="2879"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7388" name="Oval 284"/>
            <p:cNvSpPr>
              <a:spLocks noChangeAspect="1" noChangeArrowheads="1"/>
            </p:cNvSpPr>
            <p:nvPr/>
          </p:nvSpPr>
          <p:spPr bwMode="auto">
            <a:xfrm>
              <a:off x="3071" y="1727"/>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7389" name="Oval 285"/>
            <p:cNvSpPr>
              <a:spLocks noChangeAspect="1" noChangeArrowheads="1"/>
            </p:cNvSpPr>
            <p:nvPr/>
          </p:nvSpPr>
          <p:spPr bwMode="auto">
            <a:xfrm>
              <a:off x="3263"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7390" name="Oval 286"/>
            <p:cNvSpPr>
              <a:spLocks noChangeAspect="1" noChangeArrowheads="1"/>
            </p:cNvSpPr>
            <p:nvPr/>
          </p:nvSpPr>
          <p:spPr bwMode="auto">
            <a:xfrm>
              <a:off x="3455"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7391" name="Oval 287"/>
            <p:cNvSpPr>
              <a:spLocks noChangeAspect="1" noChangeArrowheads="1"/>
            </p:cNvSpPr>
            <p:nvPr/>
          </p:nvSpPr>
          <p:spPr bwMode="auto">
            <a:xfrm>
              <a:off x="3647"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7392" name="Oval 288"/>
            <p:cNvSpPr>
              <a:spLocks noChangeAspect="1" noChangeArrowheads="1"/>
            </p:cNvSpPr>
            <p:nvPr/>
          </p:nvSpPr>
          <p:spPr bwMode="auto">
            <a:xfrm>
              <a:off x="2303"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7393" name="Oval 289"/>
            <p:cNvSpPr>
              <a:spLocks noChangeAspect="1" noChangeArrowheads="1"/>
            </p:cNvSpPr>
            <p:nvPr/>
          </p:nvSpPr>
          <p:spPr bwMode="auto">
            <a:xfrm>
              <a:off x="2495" y="1919"/>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47394" name="Oval 290"/>
            <p:cNvSpPr>
              <a:spLocks noChangeAspect="1" noChangeArrowheads="1"/>
            </p:cNvSpPr>
            <p:nvPr/>
          </p:nvSpPr>
          <p:spPr bwMode="auto">
            <a:xfrm>
              <a:off x="2687" y="1919"/>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47395" name="Oval 291"/>
            <p:cNvSpPr>
              <a:spLocks noChangeAspect="1" noChangeArrowheads="1"/>
            </p:cNvSpPr>
            <p:nvPr/>
          </p:nvSpPr>
          <p:spPr bwMode="auto">
            <a:xfrm>
              <a:off x="2879" y="1919"/>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7396" name="Oval 292"/>
            <p:cNvSpPr>
              <a:spLocks noChangeAspect="1" noChangeArrowheads="1"/>
            </p:cNvSpPr>
            <p:nvPr/>
          </p:nvSpPr>
          <p:spPr bwMode="auto">
            <a:xfrm>
              <a:off x="3071"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7397" name="Oval 293"/>
            <p:cNvSpPr>
              <a:spLocks noChangeAspect="1" noChangeArrowheads="1"/>
            </p:cNvSpPr>
            <p:nvPr/>
          </p:nvSpPr>
          <p:spPr bwMode="auto">
            <a:xfrm>
              <a:off x="3263"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7398" name="Oval 294"/>
            <p:cNvSpPr>
              <a:spLocks noChangeAspect="1" noChangeArrowheads="1"/>
            </p:cNvSpPr>
            <p:nvPr/>
          </p:nvSpPr>
          <p:spPr bwMode="auto">
            <a:xfrm>
              <a:off x="2303" y="211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7399" name="Oval 295"/>
            <p:cNvSpPr>
              <a:spLocks noChangeAspect="1" noChangeArrowheads="1"/>
            </p:cNvSpPr>
            <p:nvPr/>
          </p:nvSpPr>
          <p:spPr bwMode="auto">
            <a:xfrm>
              <a:off x="2495" y="2111"/>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47400" name="Oval 296"/>
            <p:cNvSpPr>
              <a:spLocks noChangeAspect="1" noChangeArrowheads="1"/>
            </p:cNvSpPr>
            <p:nvPr/>
          </p:nvSpPr>
          <p:spPr bwMode="auto">
            <a:xfrm>
              <a:off x="2687" y="2111"/>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7401" name="Oval 297"/>
            <p:cNvSpPr>
              <a:spLocks noChangeAspect="1" noChangeArrowheads="1"/>
            </p:cNvSpPr>
            <p:nvPr/>
          </p:nvSpPr>
          <p:spPr bwMode="auto">
            <a:xfrm>
              <a:off x="2879" y="2111"/>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47402" name="Oval 298"/>
            <p:cNvSpPr>
              <a:spLocks noChangeAspect="1" noChangeArrowheads="1"/>
            </p:cNvSpPr>
            <p:nvPr/>
          </p:nvSpPr>
          <p:spPr bwMode="auto">
            <a:xfrm>
              <a:off x="3071" y="211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7403" name="Oval 299"/>
            <p:cNvSpPr>
              <a:spLocks noChangeAspect="1" noChangeArrowheads="1"/>
            </p:cNvSpPr>
            <p:nvPr/>
          </p:nvSpPr>
          <p:spPr bwMode="auto">
            <a:xfrm>
              <a:off x="2303"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7404" name="Oval 300"/>
            <p:cNvSpPr>
              <a:spLocks noChangeAspect="1" noChangeArrowheads="1"/>
            </p:cNvSpPr>
            <p:nvPr/>
          </p:nvSpPr>
          <p:spPr bwMode="auto">
            <a:xfrm>
              <a:off x="2495"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7405" name="Oval 301"/>
            <p:cNvSpPr>
              <a:spLocks noChangeAspect="1" noChangeArrowheads="1"/>
            </p:cNvSpPr>
            <p:nvPr/>
          </p:nvSpPr>
          <p:spPr bwMode="auto">
            <a:xfrm>
              <a:off x="2687"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7406" name="Oval 302"/>
            <p:cNvSpPr>
              <a:spLocks noChangeAspect="1" noChangeArrowheads="1"/>
            </p:cNvSpPr>
            <p:nvPr/>
          </p:nvSpPr>
          <p:spPr bwMode="auto">
            <a:xfrm>
              <a:off x="2879"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7407" name="Oval 303"/>
            <p:cNvSpPr>
              <a:spLocks noChangeAspect="1" noChangeArrowheads="1"/>
            </p:cNvSpPr>
            <p:nvPr/>
          </p:nvSpPr>
          <p:spPr bwMode="auto">
            <a:xfrm>
              <a:off x="3071"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aphicFrame>
        <p:nvGraphicFramePr>
          <p:cNvPr id="47408" name="Group 304"/>
          <p:cNvGraphicFramePr>
            <a:graphicFrameLocks noGrp="1"/>
          </p:cNvGraphicFramePr>
          <p:nvPr/>
        </p:nvGraphicFramePr>
        <p:xfrm>
          <a:off x="6477000" y="1609725"/>
          <a:ext cx="381000" cy="3048000"/>
        </p:xfrm>
        <a:graphic>
          <a:graphicData uri="http://schemas.openxmlformats.org/drawingml/2006/table">
            <a:tbl>
              <a:tblPr/>
              <a:tblGrid>
                <a:gridCol w="3810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9</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Slide Number Placeholder 3"/>
          <p:cNvSpPr>
            <a:spLocks noGrp="1"/>
          </p:cNvSpPr>
          <p:nvPr>
            <p:ph type="sldNum" sz="quarter" idx="12"/>
          </p:nvPr>
        </p:nvSpPr>
        <p:spPr/>
        <p:txBody>
          <a:bodyPr/>
          <a:lstStyle/>
          <a:p>
            <a:fld id="{56EDEE74-0213-49D6-8F29-9DE7800BA682}" type="slidenum">
              <a:rPr lang="en-US" altLang="en-US"/>
              <a:pPr/>
              <a:t>40</a:t>
            </a:fld>
            <a:endParaRPr lang="en-US" altLang="en-US"/>
          </a:p>
        </p:txBody>
      </p:sp>
      <p:sp>
        <p:nvSpPr>
          <p:cNvPr id="19720" name="Text Box 264"/>
          <p:cNvSpPr txBox="1">
            <a:spLocks noChangeArrowheads="1"/>
          </p:cNvSpPr>
          <p:nvPr/>
        </p:nvSpPr>
        <p:spPr bwMode="auto">
          <a:xfrm>
            <a:off x="342900" y="228600"/>
            <a:ext cx="8458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3200" b="1">
                <a:solidFill>
                  <a:schemeClr val="accent2"/>
                </a:solidFill>
                <a:latin typeface="Arial" charset="0"/>
              </a:rPr>
              <a:t>Boundary Fill Algorithm</a:t>
            </a:r>
          </a:p>
          <a:p>
            <a:pPr eaLnBrk="0" hangingPunct="0"/>
            <a:r>
              <a:rPr lang="en-US" altLang="en-US" sz="2800" b="1">
                <a:solidFill>
                  <a:srgbClr val="FF0000"/>
                </a:solidFill>
                <a:latin typeface="Arial" charset="0"/>
              </a:rPr>
              <a:t>8-connected </a:t>
            </a:r>
            <a:r>
              <a:rPr lang="en-US" altLang="en-US" sz="2800" b="1">
                <a:solidFill>
                  <a:srgbClr val="FF0000"/>
                </a:solidFill>
                <a:latin typeface="Arial" charset="0"/>
                <a:cs typeface="Arial" charset="0"/>
              </a:rPr>
              <a:t>(Example)</a:t>
            </a:r>
            <a:r>
              <a:rPr lang="en-US" altLang="en-US" sz="3200" b="1">
                <a:solidFill>
                  <a:schemeClr val="accent2"/>
                </a:solidFill>
                <a:latin typeface="Arial" charset="0"/>
                <a:cs typeface="Arial" charset="0"/>
              </a:rPr>
              <a:t> </a:t>
            </a:r>
            <a:r>
              <a:rPr lang="en-US" altLang="en-US" sz="2800">
                <a:latin typeface="Arial" charset="0"/>
                <a:cs typeface="Arial" charset="0"/>
              </a:rPr>
              <a:t> </a:t>
            </a:r>
          </a:p>
        </p:txBody>
      </p:sp>
      <p:grpSp>
        <p:nvGrpSpPr>
          <p:cNvPr id="19786" name="Group 330"/>
          <p:cNvGrpSpPr>
            <a:grpSpLocks/>
          </p:cNvGrpSpPr>
          <p:nvPr/>
        </p:nvGrpSpPr>
        <p:grpSpPr bwMode="auto">
          <a:xfrm>
            <a:off x="3656013" y="1827213"/>
            <a:ext cx="2408237" cy="2103437"/>
            <a:chOff x="2303" y="1151"/>
            <a:chExt cx="1517" cy="1325"/>
          </a:xfrm>
        </p:grpSpPr>
        <p:sp>
          <p:nvSpPr>
            <p:cNvPr id="19721" name="Oval 265"/>
            <p:cNvSpPr>
              <a:spLocks noChangeAspect="1" noChangeArrowheads="1"/>
            </p:cNvSpPr>
            <p:nvPr/>
          </p:nvSpPr>
          <p:spPr bwMode="auto">
            <a:xfrm>
              <a:off x="2879"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722" name="Oval 266"/>
            <p:cNvSpPr>
              <a:spLocks noChangeAspect="1" noChangeArrowheads="1"/>
            </p:cNvSpPr>
            <p:nvPr/>
          </p:nvSpPr>
          <p:spPr bwMode="auto">
            <a:xfrm>
              <a:off x="3071"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723" name="Oval 267"/>
            <p:cNvSpPr>
              <a:spLocks noChangeAspect="1" noChangeArrowheads="1"/>
            </p:cNvSpPr>
            <p:nvPr/>
          </p:nvSpPr>
          <p:spPr bwMode="auto">
            <a:xfrm>
              <a:off x="3263"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724" name="Oval 268"/>
            <p:cNvSpPr>
              <a:spLocks noChangeAspect="1" noChangeArrowheads="1"/>
            </p:cNvSpPr>
            <p:nvPr/>
          </p:nvSpPr>
          <p:spPr bwMode="auto">
            <a:xfrm>
              <a:off x="3455"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725" name="Oval 269"/>
            <p:cNvSpPr>
              <a:spLocks noChangeAspect="1" noChangeArrowheads="1"/>
            </p:cNvSpPr>
            <p:nvPr/>
          </p:nvSpPr>
          <p:spPr bwMode="auto">
            <a:xfrm>
              <a:off x="3647"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726" name="Oval 270"/>
            <p:cNvSpPr>
              <a:spLocks noChangeAspect="1" noChangeArrowheads="1"/>
            </p:cNvSpPr>
            <p:nvPr/>
          </p:nvSpPr>
          <p:spPr bwMode="auto">
            <a:xfrm>
              <a:off x="2879" y="134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727" name="Oval 271"/>
            <p:cNvSpPr>
              <a:spLocks noChangeAspect="1" noChangeArrowheads="1"/>
            </p:cNvSpPr>
            <p:nvPr/>
          </p:nvSpPr>
          <p:spPr bwMode="auto">
            <a:xfrm>
              <a:off x="3071" y="1343"/>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19728" name="Oval 272"/>
            <p:cNvSpPr>
              <a:spLocks noChangeAspect="1" noChangeArrowheads="1"/>
            </p:cNvSpPr>
            <p:nvPr/>
          </p:nvSpPr>
          <p:spPr bwMode="auto">
            <a:xfrm>
              <a:off x="3263" y="1343"/>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19729" name="Oval 273"/>
            <p:cNvSpPr>
              <a:spLocks noChangeAspect="1" noChangeArrowheads="1"/>
            </p:cNvSpPr>
            <p:nvPr/>
          </p:nvSpPr>
          <p:spPr bwMode="auto">
            <a:xfrm>
              <a:off x="3455" y="1343"/>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19730" name="Oval 274"/>
            <p:cNvSpPr>
              <a:spLocks noChangeAspect="1" noChangeArrowheads="1"/>
            </p:cNvSpPr>
            <p:nvPr/>
          </p:nvSpPr>
          <p:spPr bwMode="auto">
            <a:xfrm>
              <a:off x="3647" y="134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731" name="Oval 275"/>
            <p:cNvSpPr>
              <a:spLocks noChangeAspect="1" noChangeArrowheads="1"/>
            </p:cNvSpPr>
            <p:nvPr/>
          </p:nvSpPr>
          <p:spPr bwMode="auto">
            <a:xfrm>
              <a:off x="2879" y="1535"/>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732" name="Oval 276"/>
            <p:cNvSpPr>
              <a:spLocks noChangeAspect="1" noChangeArrowheads="1"/>
            </p:cNvSpPr>
            <p:nvPr/>
          </p:nvSpPr>
          <p:spPr bwMode="auto">
            <a:xfrm>
              <a:off x="3072" y="1536"/>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19733" name="Oval 277"/>
            <p:cNvSpPr>
              <a:spLocks noChangeAspect="1" noChangeArrowheads="1"/>
            </p:cNvSpPr>
            <p:nvPr/>
          </p:nvSpPr>
          <p:spPr bwMode="auto">
            <a:xfrm>
              <a:off x="3263" y="1535"/>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19734" name="Oval 278"/>
            <p:cNvSpPr>
              <a:spLocks noChangeAspect="1" noChangeArrowheads="1"/>
            </p:cNvSpPr>
            <p:nvPr/>
          </p:nvSpPr>
          <p:spPr bwMode="auto">
            <a:xfrm>
              <a:off x="3455" y="1535"/>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19735" name="Oval 279"/>
            <p:cNvSpPr>
              <a:spLocks noChangeAspect="1" noChangeArrowheads="1"/>
            </p:cNvSpPr>
            <p:nvPr/>
          </p:nvSpPr>
          <p:spPr bwMode="auto">
            <a:xfrm>
              <a:off x="3647" y="1535"/>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736" name="Oval 280"/>
            <p:cNvSpPr>
              <a:spLocks noChangeAspect="1" noChangeArrowheads="1"/>
            </p:cNvSpPr>
            <p:nvPr/>
          </p:nvSpPr>
          <p:spPr bwMode="auto">
            <a:xfrm>
              <a:off x="2303"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737" name="Oval 281"/>
            <p:cNvSpPr>
              <a:spLocks noChangeAspect="1" noChangeArrowheads="1"/>
            </p:cNvSpPr>
            <p:nvPr/>
          </p:nvSpPr>
          <p:spPr bwMode="auto">
            <a:xfrm>
              <a:off x="2495"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738" name="Oval 282"/>
            <p:cNvSpPr>
              <a:spLocks noChangeAspect="1" noChangeArrowheads="1"/>
            </p:cNvSpPr>
            <p:nvPr/>
          </p:nvSpPr>
          <p:spPr bwMode="auto">
            <a:xfrm>
              <a:off x="2687"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739" name="Oval 283"/>
            <p:cNvSpPr>
              <a:spLocks noChangeAspect="1" noChangeArrowheads="1"/>
            </p:cNvSpPr>
            <p:nvPr/>
          </p:nvSpPr>
          <p:spPr bwMode="auto">
            <a:xfrm>
              <a:off x="2879"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740" name="Oval 284"/>
            <p:cNvSpPr>
              <a:spLocks noChangeAspect="1" noChangeArrowheads="1"/>
            </p:cNvSpPr>
            <p:nvPr/>
          </p:nvSpPr>
          <p:spPr bwMode="auto">
            <a:xfrm>
              <a:off x="3071" y="1727"/>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19741" name="Oval 285"/>
            <p:cNvSpPr>
              <a:spLocks noChangeAspect="1" noChangeArrowheads="1"/>
            </p:cNvSpPr>
            <p:nvPr/>
          </p:nvSpPr>
          <p:spPr bwMode="auto">
            <a:xfrm>
              <a:off x="3263"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742" name="Oval 286"/>
            <p:cNvSpPr>
              <a:spLocks noChangeAspect="1" noChangeArrowheads="1"/>
            </p:cNvSpPr>
            <p:nvPr/>
          </p:nvSpPr>
          <p:spPr bwMode="auto">
            <a:xfrm>
              <a:off x="3455"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743" name="Oval 287"/>
            <p:cNvSpPr>
              <a:spLocks noChangeAspect="1" noChangeArrowheads="1"/>
            </p:cNvSpPr>
            <p:nvPr/>
          </p:nvSpPr>
          <p:spPr bwMode="auto">
            <a:xfrm>
              <a:off x="3647"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744" name="Oval 288"/>
            <p:cNvSpPr>
              <a:spLocks noChangeAspect="1" noChangeArrowheads="1"/>
            </p:cNvSpPr>
            <p:nvPr/>
          </p:nvSpPr>
          <p:spPr bwMode="auto">
            <a:xfrm>
              <a:off x="2303"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745" name="Oval 289"/>
            <p:cNvSpPr>
              <a:spLocks noChangeAspect="1" noChangeArrowheads="1"/>
            </p:cNvSpPr>
            <p:nvPr/>
          </p:nvSpPr>
          <p:spPr bwMode="auto">
            <a:xfrm>
              <a:off x="2495" y="1919"/>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19746" name="Oval 290"/>
            <p:cNvSpPr>
              <a:spLocks noChangeAspect="1" noChangeArrowheads="1"/>
            </p:cNvSpPr>
            <p:nvPr/>
          </p:nvSpPr>
          <p:spPr bwMode="auto">
            <a:xfrm>
              <a:off x="2687" y="1919"/>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19747" name="Oval 291"/>
            <p:cNvSpPr>
              <a:spLocks noChangeAspect="1" noChangeArrowheads="1"/>
            </p:cNvSpPr>
            <p:nvPr/>
          </p:nvSpPr>
          <p:spPr bwMode="auto">
            <a:xfrm>
              <a:off x="2879" y="1919"/>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19748" name="Oval 292"/>
            <p:cNvSpPr>
              <a:spLocks noChangeAspect="1" noChangeArrowheads="1"/>
            </p:cNvSpPr>
            <p:nvPr/>
          </p:nvSpPr>
          <p:spPr bwMode="auto">
            <a:xfrm>
              <a:off x="3071"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749" name="Oval 293"/>
            <p:cNvSpPr>
              <a:spLocks noChangeAspect="1" noChangeArrowheads="1"/>
            </p:cNvSpPr>
            <p:nvPr/>
          </p:nvSpPr>
          <p:spPr bwMode="auto">
            <a:xfrm>
              <a:off x="3263"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750" name="Oval 294"/>
            <p:cNvSpPr>
              <a:spLocks noChangeAspect="1" noChangeArrowheads="1"/>
            </p:cNvSpPr>
            <p:nvPr/>
          </p:nvSpPr>
          <p:spPr bwMode="auto">
            <a:xfrm>
              <a:off x="2303" y="211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751" name="Oval 295"/>
            <p:cNvSpPr>
              <a:spLocks noChangeAspect="1" noChangeArrowheads="1"/>
            </p:cNvSpPr>
            <p:nvPr/>
          </p:nvSpPr>
          <p:spPr bwMode="auto">
            <a:xfrm>
              <a:off x="2495" y="2111"/>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19752" name="Oval 296"/>
            <p:cNvSpPr>
              <a:spLocks noChangeAspect="1" noChangeArrowheads="1"/>
            </p:cNvSpPr>
            <p:nvPr/>
          </p:nvSpPr>
          <p:spPr bwMode="auto">
            <a:xfrm>
              <a:off x="2687" y="2111"/>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19753" name="Oval 297"/>
            <p:cNvSpPr>
              <a:spLocks noChangeAspect="1" noChangeArrowheads="1"/>
            </p:cNvSpPr>
            <p:nvPr/>
          </p:nvSpPr>
          <p:spPr bwMode="auto">
            <a:xfrm>
              <a:off x="2879" y="2111"/>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19754" name="Oval 298"/>
            <p:cNvSpPr>
              <a:spLocks noChangeAspect="1" noChangeArrowheads="1"/>
            </p:cNvSpPr>
            <p:nvPr/>
          </p:nvSpPr>
          <p:spPr bwMode="auto">
            <a:xfrm>
              <a:off x="3071" y="211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755" name="Oval 299"/>
            <p:cNvSpPr>
              <a:spLocks noChangeAspect="1" noChangeArrowheads="1"/>
            </p:cNvSpPr>
            <p:nvPr/>
          </p:nvSpPr>
          <p:spPr bwMode="auto">
            <a:xfrm>
              <a:off x="2303"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756" name="Oval 300"/>
            <p:cNvSpPr>
              <a:spLocks noChangeAspect="1" noChangeArrowheads="1"/>
            </p:cNvSpPr>
            <p:nvPr/>
          </p:nvSpPr>
          <p:spPr bwMode="auto">
            <a:xfrm>
              <a:off x="2495"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757" name="Oval 301"/>
            <p:cNvSpPr>
              <a:spLocks noChangeAspect="1" noChangeArrowheads="1"/>
            </p:cNvSpPr>
            <p:nvPr/>
          </p:nvSpPr>
          <p:spPr bwMode="auto">
            <a:xfrm>
              <a:off x="2687"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758" name="Oval 302"/>
            <p:cNvSpPr>
              <a:spLocks noChangeAspect="1" noChangeArrowheads="1"/>
            </p:cNvSpPr>
            <p:nvPr/>
          </p:nvSpPr>
          <p:spPr bwMode="auto">
            <a:xfrm>
              <a:off x="2879"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759" name="Oval 303"/>
            <p:cNvSpPr>
              <a:spLocks noChangeAspect="1" noChangeArrowheads="1"/>
            </p:cNvSpPr>
            <p:nvPr/>
          </p:nvSpPr>
          <p:spPr bwMode="auto">
            <a:xfrm>
              <a:off x="3071"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aphicFrame>
        <p:nvGraphicFramePr>
          <p:cNvPr id="19760" name="Group 304"/>
          <p:cNvGraphicFramePr>
            <a:graphicFrameLocks noGrp="1"/>
          </p:cNvGraphicFramePr>
          <p:nvPr/>
        </p:nvGraphicFramePr>
        <p:xfrm>
          <a:off x="6477000" y="1609725"/>
          <a:ext cx="381000" cy="3048000"/>
        </p:xfrm>
        <a:graphic>
          <a:graphicData uri="http://schemas.openxmlformats.org/drawingml/2006/table">
            <a:tbl>
              <a:tblPr/>
              <a:tblGrid>
                <a:gridCol w="3810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Slide Number Placeholder 3"/>
          <p:cNvSpPr>
            <a:spLocks noGrp="1"/>
          </p:cNvSpPr>
          <p:nvPr>
            <p:ph type="sldNum" sz="quarter" idx="12"/>
          </p:nvPr>
        </p:nvSpPr>
        <p:spPr/>
        <p:txBody>
          <a:bodyPr/>
          <a:lstStyle/>
          <a:p>
            <a:fld id="{EDC87B0C-EB64-4F2F-9B79-B6BA1323963D}" type="slidenum">
              <a:rPr lang="en-US" altLang="en-US"/>
              <a:pPr/>
              <a:t>41</a:t>
            </a:fld>
            <a:endParaRPr lang="en-US" altLang="en-US"/>
          </a:p>
        </p:txBody>
      </p:sp>
      <p:sp>
        <p:nvSpPr>
          <p:cNvPr id="48392" name="Text Box 264"/>
          <p:cNvSpPr txBox="1">
            <a:spLocks noChangeArrowheads="1"/>
          </p:cNvSpPr>
          <p:nvPr/>
        </p:nvSpPr>
        <p:spPr bwMode="auto">
          <a:xfrm>
            <a:off x="342900" y="228600"/>
            <a:ext cx="8458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3200" b="1">
                <a:solidFill>
                  <a:schemeClr val="accent2"/>
                </a:solidFill>
                <a:latin typeface="Arial" charset="0"/>
              </a:rPr>
              <a:t>Boundary Fill Algorithm</a:t>
            </a:r>
          </a:p>
          <a:p>
            <a:pPr eaLnBrk="0" hangingPunct="0"/>
            <a:r>
              <a:rPr lang="en-US" altLang="en-US" sz="2800" b="1">
                <a:solidFill>
                  <a:srgbClr val="FF0000"/>
                </a:solidFill>
                <a:latin typeface="Arial" charset="0"/>
              </a:rPr>
              <a:t>8-connected </a:t>
            </a:r>
            <a:r>
              <a:rPr lang="en-US" altLang="en-US" sz="2800" b="1">
                <a:solidFill>
                  <a:srgbClr val="FF0000"/>
                </a:solidFill>
                <a:latin typeface="Arial" charset="0"/>
                <a:cs typeface="Arial" charset="0"/>
              </a:rPr>
              <a:t>(Example)</a:t>
            </a:r>
            <a:r>
              <a:rPr lang="en-US" altLang="en-US" sz="3200" b="1">
                <a:solidFill>
                  <a:schemeClr val="accent2"/>
                </a:solidFill>
                <a:latin typeface="Arial" charset="0"/>
                <a:cs typeface="Arial" charset="0"/>
              </a:rPr>
              <a:t> </a:t>
            </a:r>
            <a:r>
              <a:rPr lang="en-US" altLang="en-US" sz="2800">
                <a:latin typeface="Arial" charset="0"/>
                <a:cs typeface="Arial" charset="0"/>
              </a:rPr>
              <a:t> </a:t>
            </a:r>
          </a:p>
        </p:txBody>
      </p:sp>
      <p:grpSp>
        <p:nvGrpSpPr>
          <p:cNvPr id="48458" name="Group 330"/>
          <p:cNvGrpSpPr>
            <a:grpSpLocks/>
          </p:cNvGrpSpPr>
          <p:nvPr/>
        </p:nvGrpSpPr>
        <p:grpSpPr bwMode="auto">
          <a:xfrm>
            <a:off x="3656013" y="1827213"/>
            <a:ext cx="2408237" cy="2103437"/>
            <a:chOff x="2303" y="1151"/>
            <a:chExt cx="1517" cy="1325"/>
          </a:xfrm>
        </p:grpSpPr>
        <p:sp>
          <p:nvSpPr>
            <p:cNvPr id="48393" name="Oval 265"/>
            <p:cNvSpPr>
              <a:spLocks noChangeAspect="1" noChangeArrowheads="1"/>
            </p:cNvSpPr>
            <p:nvPr/>
          </p:nvSpPr>
          <p:spPr bwMode="auto">
            <a:xfrm>
              <a:off x="2879"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394" name="Oval 266"/>
            <p:cNvSpPr>
              <a:spLocks noChangeAspect="1" noChangeArrowheads="1"/>
            </p:cNvSpPr>
            <p:nvPr/>
          </p:nvSpPr>
          <p:spPr bwMode="auto">
            <a:xfrm>
              <a:off x="3071"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395" name="Oval 267"/>
            <p:cNvSpPr>
              <a:spLocks noChangeAspect="1" noChangeArrowheads="1"/>
            </p:cNvSpPr>
            <p:nvPr/>
          </p:nvSpPr>
          <p:spPr bwMode="auto">
            <a:xfrm>
              <a:off x="3263"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396" name="Oval 268"/>
            <p:cNvSpPr>
              <a:spLocks noChangeAspect="1" noChangeArrowheads="1"/>
            </p:cNvSpPr>
            <p:nvPr/>
          </p:nvSpPr>
          <p:spPr bwMode="auto">
            <a:xfrm>
              <a:off x="3455"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397" name="Oval 269"/>
            <p:cNvSpPr>
              <a:spLocks noChangeAspect="1" noChangeArrowheads="1"/>
            </p:cNvSpPr>
            <p:nvPr/>
          </p:nvSpPr>
          <p:spPr bwMode="auto">
            <a:xfrm>
              <a:off x="3647"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398" name="Oval 270"/>
            <p:cNvSpPr>
              <a:spLocks noChangeAspect="1" noChangeArrowheads="1"/>
            </p:cNvSpPr>
            <p:nvPr/>
          </p:nvSpPr>
          <p:spPr bwMode="auto">
            <a:xfrm>
              <a:off x="2879" y="134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399" name="Oval 271"/>
            <p:cNvSpPr>
              <a:spLocks noChangeAspect="1" noChangeArrowheads="1"/>
            </p:cNvSpPr>
            <p:nvPr/>
          </p:nvSpPr>
          <p:spPr bwMode="auto">
            <a:xfrm>
              <a:off x="3071" y="1343"/>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8400" name="Oval 272"/>
            <p:cNvSpPr>
              <a:spLocks noChangeAspect="1" noChangeArrowheads="1"/>
            </p:cNvSpPr>
            <p:nvPr/>
          </p:nvSpPr>
          <p:spPr bwMode="auto">
            <a:xfrm>
              <a:off x="3263" y="1343"/>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8401" name="Oval 273"/>
            <p:cNvSpPr>
              <a:spLocks noChangeAspect="1" noChangeArrowheads="1"/>
            </p:cNvSpPr>
            <p:nvPr/>
          </p:nvSpPr>
          <p:spPr bwMode="auto">
            <a:xfrm>
              <a:off x="3455" y="1343"/>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8402" name="Oval 274"/>
            <p:cNvSpPr>
              <a:spLocks noChangeAspect="1" noChangeArrowheads="1"/>
            </p:cNvSpPr>
            <p:nvPr/>
          </p:nvSpPr>
          <p:spPr bwMode="auto">
            <a:xfrm>
              <a:off x="3647" y="134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403" name="Oval 275"/>
            <p:cNvSpPr>
              <a:spLocks noChangeAspect="1" noChangeArrowheads="1"/>
            </p:cNvSpPr>
            <p:nvPr/>
          </p:nvSpPr>
          <p:spPr bwMode="auto">
            <a:xfrm>
              <a:off x="2879" y="1535"/>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404" name="Oval 276"/>
            <p:cNvSpPr>
              <a:spLocks noChangeAspect="1" noChangeArrowheads="1"/>
            </p:cNvSpPr>
            <p:nvPr/>
          </p:nvSpPr>
          <p:spPr bwMode="auto">
            <a:xfrm>
              <a:off x="3072" y="1536"/>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8405" name="Oval 277"/>
            <p:cNvSpPr>
              <a:spLocks noChangeAspect="1" noChangeArrowheads="1"/>
            </p:cNvSpPr>
            <p:nvPr/>
          </p:nvSpPr>
          <p:spPr bwMode="auto">
            <a:xfrm>
              <a:off x="3263" y="1535"/>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8406" name="Oval 278"/>
            <p:cNvSpPr>
              <a:spLocks noChangeAspect="1" noChangeArrowheads="1"/>
            </p:cNvSpPr>
            <p:nvPr/>
          </p:nvSpPr>
          <p:spPr bwMode="auto">
            <a:xfrm>
              <a:off x="3455" y="1535"/>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8407" name="Oval 279"/>
            <p:cNvSpPr>
              <a:spLocks noChangeAspect="1" noChangeArrowheads="1"/>
            </p:cNvSpPr>
            <p:nvPr/>
          </p:nvSpPr>
          <p:spPr bwMode="auto">
            <a:xfrm>
              <a:off x="3647" y="1535"/>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408" name="Oval 280"/>
            <p:cNvSpPr>
              <a:spLocks noChangeAspect="1" noChangeArrowheads="1"/>
            </p:cNvSpPr>
            <p:nvPr/>
          </p:nvSpPr>
          <p:spPr bwMode="auto">
            <a:xfrm>
              <a:off x="2303"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409" name="Oval 281"/>
            <p:cNvSpPr>
              <a:spLocks noChangeAspect="1" noChangeArrowheads="1"/>
            </p:cNvSpPr>
            <p:nvPr/>
          </p:nvSpPr>
          <p:spPr bwMode="auto">
            <a:xfrm>
              <a:off x="2495"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410" name="Oval 282"/>
            <p:cNvSpPr>
              <a:spLocks noChangeAspect="1" noChangeArrowheads="1"/>
            </p:cNvSpPr>
            <p:nvPr/>
          </p:nvSpPr>
          <p:spPr bwMode="auto">
            <a:xfrm>
              <a:off x="2687"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411" name="Oval 283"/>
            <p:cNvSpPr>
              <a:spLocks noChangeAspect="1" noChangeArrowheads="1"/>
            </p:cNvSpPr>
            <p:nvPr/>
          </p:nvSpPr>
          <p:spPr bwMode="auto">
            <a:xfrm>
              <a:off x="2879"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412" name="Oval 284"/>
            <p:cNvSpPr>
              <a:spLocks noChangeAspect="1" noChangeArrowheads="1"/>
            </p:cNvSpPr>
            <p:nvPr/>
          </p:nvSpPr>
          <p:spPr bwMode="auto">
            <a:xfrm>
              <a:off x="3071" y="1727"/>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8413" name="Oval 285"/>
            <p:cNvSpPr>
              <a:spLocks noChangeAspect="1" noChangeArrowheads="1"/>
            </p:cNvSpPr>
            <p:nvPr/>
          </p:nvSpPr>
          <p:spPr bwMode="auto">
            <a:xfrm>
              <a:off x="3263"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414" name="Oval 286"/>
            <p:cNvSpPr>
              <a:spLocks noChangeAspect="1" noChangeArrowheads="1"/>
            </p:cNvSpPr>
            <p:nvPr/>
          </p:nvSpPr>
          <p:spPr bwMode="auto">
            <a:xfrm>
              <a:off x="3455"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415" name="Oval 287"/>
            <p:cNvSpPr>
              <a:spLocks noChangeAspect="1" noChangeArrowheads="1"/>
            </p:cNvSpPr>
            <p:nvPr/>
          </p:nvSpPr>
          <p:spPr bwMode="auto">
            <a:xfrm>
              <a:off x="3647"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416" name="Oval 288"/>
            <p:cNvSpPr>
              <a:spLocks noChangeAspect="1" noChangeArrowheads="1"/>
            </p:cNvSpPr>
            <p:nvPr/>
          </p:nvSpPr>
          <p:spPr bwMode="auto">
            <a:xfrm>
              <a:off x="2303"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417" name="Oval 289"/>
            <p:cNvSpPr>
              <a:spLocks noChangeAspect="1" noChangeArrowheads="1"/>
            </p:cNvSpPr>
            <p:nvPr/>
          </p:nvSpPr>
          <p:spPr bwMode="auto">
            <a:xfrm>
              <a:off x="2495" y="1919"/>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48418" name="Oval 290"/>
            <p:cNvSpPr>
              <a:spLocks noChangeAspect="1" noChangeArrowheads="1"/>
            </p:cNvSpPr>
            <p:nvPr/>
          </p:nvSpPr>
          <p:spPr bwMode="auto">
            <a:xfrm>
              <a:off x="2687" y="1919"/>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48419" name="Oval 291"/>
            <p:cNvSpPr>
              <a:spLocks noChangeAspect="1" noChangeArrowheads="1"/>
            </p:cNvSpPr>
            <p:nvPr/>
          </p:nvSpPr>
          <p:spPr bwMode="auto">
            <a:xfrm>
              <a:off x="2879" y="1919"/>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8420" name="Oval 292"/>
            <p:cNvSpPr>
              <a:spLocks noChangeAspect="1" noChangeArrowheads="1"/>
            </p:cNvSpPr>
            <p:nvPr/>
          </p:nvSpPr>
          <p:spPr bwMode="auto">
            <a:xfrm>
              <a:off x="3071"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421" name="Oval 293"/>
            <p:cNvSpPr>
              <a:spLocks noChangeAspect="1" noChangeArrowheads="1"/>
            </p:cNvSpPr>
            <p:nvPr/>
          </p:nvSpPr>
          <p:spPr bwMode="auto">
            <a:xfrm>
              <a:off x="3263"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422" name="Oval 294"/>
            <p:cNvSpPr>
              <a:spLocks noChangeAspect="1" noChangeArrowheads="1"/>
            </p:cNvSpPr>
            <p:nvPr/>
          </p:nvSpPr>
          <p:spPr bwMode="auto">
            <a:xfrm>
              <a:off x="2303" y="211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423" name="Oval 295"/>
            <p:cNvSpPr>
              <a:spLocks noChangeAspect="1" noChangeArrowheads="1"/>
            </p:cNvSpPr>
            <p:nvPr/>
          </p:nvSpPr>
          <p:spPr bwMode="auto">
            <a:xfrm>
              <a:off x="2495" y="2111"/>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48424" name="Oval 296"/>
            <p:cNvSpPr>
              <a:spLocks noChangeAspect="1" noChangeArrowheads="1"/>
            </p:cNvSpPr>
            <p:nvPr/>
          </p:nvSpPr>
          <p:spPr bwMode="auto">
            <a:xfrm>
              <a:off x="2687" y="2111"/>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8425" name="Oval 297"/>
            <p:cNvSpPr>
              <a:spLocks noChangeAspect="1" noChangeArrowheads="1"/>
            </p:cNvSpPr>
            <p:nvPr/>
          </p:nvSpPr>
          <p:spPr bwMode="auto">
            <a:xfrm>
              <a:off x="2879" y="2111"/>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48426" name="Oval 298"/>
            <p:cNvSpPr>
              <a:spLocks noChangeAspect="1" noChangeArrowheads="1"/>
            </p:cNvSpPr>
            <p:nvPr/>
          </p:nvSpPr>
          <p:spPr bwMode="auto">
            <a:xfrm>
              <a:off x="3071" y="211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427" name="Oval 299"/>
            <p:cNvSpPr>
              <a:spLocks noChangeAspect="1" noChangeArrowheads="1"/>
            </p:cNvSpPr>
            <p:nvPr/>
          </p:nvSpPr>
          <p:spPr bwMode="auto">
            <a:xfrm>
              <a:off x="2303"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428" name="Oval 300"/>
            <p:cNvSpPr>
              <a:spLocks noChangeAspect="1" noChangeArrowheads="1"/>
            </p:cNvSpPr>
            <p:nvPr/>
          </p:nvSpPr>
          <p:spPr bwMode="auto">
            <a:xfrm>
              <a:off x="2495"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429" name="Oval 301"/>
            <p:cNvSpPr>
              <a:spLocks noChangeAspect="1" noChangeArrowheads="1"/>
            </p:cNvSpPr>
            <p:nvPr/>
          </p:nvSpPr>
          <p:spPr bwMode="auto">
            <a:xfrm>
              <a:off x="2687"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430" name="Oval 302"/>
            <p:cNvSpPr>
              <a:spLocks noChangeAspect="1" noChangeArrowheads="1"/>
            </p:cNvSpPr>
            <p:nvPr/>
          </p:nvSpPr>
          <p:spPr bwMode="auto">
            <a:xfrm>
              <a:off x="2879"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8431" name="Oval 303"/>
            <p:cNvSpPr>
              <a:spLocks noChangeAspect="1" noChangeArrowheads="1"/>
            </p:cNvSpPr>
            <p:nvPr/>
          </p:nvSpPr>
          <p:spPr bwMode="auto">
            <a:xfrm>
              <a:off x="3071"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aphicFrame>
        <p:nvGraphicFramePr>
          <p:cNvPr id="48432" name="Group 304"/>
          <p:cNvGraphicFramePr>
            <a:graphicFrameLocks noGrp="1"/>
          </p:cNvGraphicFramePr>
          <p:nvPr/>
        </p:nvGraphicFramePr>
        <p:xfrm>
          <a:off x="6477000" y="1609725"/>
          <a:ext cx="381000" cy="3048000"/>
        </p:xfrm>
        <a:graphic>
          <a:graphicData uri="http://schemas.openxmlformats.org/drawingml/2006/table">
            <a:tbl>
              <a:tblPr/>
              <a:tblGrid>
                <a:gridCol w="3810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Slide Number Placeholder 3"/>
          <p:cNvSpPr>
            <a:spLocks noGrp="1"/>
          </p:cNvSpPr>
          <p:nvPr>
            <p:ph type="sldNum" sz="quarter" idx="12"/>
          </p:nvPr>
        </p:nvSpPr>
        <p:spPr/>
        <p:txBody>
          <a:bodyPr/>
          <a:lstStyle/>
          <a:p>
            <a:fld id="{BFB86366-D0C1-48F4-B2A1-E86C1B543D21}" type="slidenum">
              <a:rPr lang="en-US" altLang="en-US"/>
              <a:pPr/>
              <a:t>42</a:t>
            </a:fld>
            <a:endParaRPr lang="en-US" altLang="en-US"/>
          </a:p>
        </p:txBody>
      </p:sp>
      <p:sp>
        <p:nvSpPr>
          <p:cNvPr id="49416" name="Text Box 264"/>
          <p:cNvSpPr txBox="1">
            <a:spLocks noChangeArrowheads="1"/>
          </p:cNvSpPr>
          <p:nvPr/>
        </p:nvSpPr>
        <p:spPr bwMode="auto">
          <a:xfrm>
            <a:off x="342900" y="228600"/>
            <a:ext cx="8458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3200" b="1">
                <a:solidFill>
                  <a:schemeClr val="accent2"/>
                </a:solidFill>
                <a:latin typeface="Arial" charset="0"/>
              </a:rPr>
              <a:t>Boundary Fill Algorithm</a:t>
            </a:r>
          </a:p>
          <a:p>
            <a:pPr eaLnBrk="0" hangingPunct="0"/>
            <a:r>
              <a:rPr lang="en-US" altLang="en-US" sz="2800" b="1">
                <a:solidFill>
                  <a:srgbClr val="FF0000"/>
                </a:solidFill>
                <a:latin typeface="Arial" charset="0"/>
              </a:rPr>
              <a:t>8-connected </a:t>
            </a:r>
            <a:r>
              <a:rPr lang="en-US" altLang="en-US" sz="2800" b="1">
                <a:solidFill>
                  <a:srgbClr val="FF0000"/>
                </a:solidFill>
                <a:latin typeface="Arial" charset="0"/>
                <a:cs typeface="Arial" charset="0"/>
              </a:rPr>
              <a:t>(Example)</a:t>
            </a:r>
            <a:r>
              <a:rPr lang="en-US" altLang="en-US" sz="3200" b="1">
                <a:solidFill>
                  <a:schemeClr val="accent2"/>
                </a:solidFill>
                <a:latin typeface="Arial" charset="0"/>
                <a:cs typeface="Arial" charset="0"/>
              </a:rPr>
              <a:t> </a:t>
            </a:r>
            <a:r>
              <a:rPr lang="en-US" altLang="en-US" sz="2800">
                <a:latin typeface="Arial" charset="0"/>
                <a:cs typeface="Arial" charset="0"/>
              </a:rPr>
              <a:t> </a:t>
            </a:r>
          </a:p>
        </p:txBody>
      </p:sp>
      <p:grpSp>
        <p:nvGrpSpPr>
          <p:cNvPr id="49482" name="Group 330"/>
          <p:cNvGrpSpPr>
            <a:grpSpLocks/>
          </p:cNvGrpSpPr>
          <p:nvPr/>
        </p:nvGrpSpPr>
        <p:grpSpPr bwMode="auto">
          <a:xfrm>
            <a:off x="3656013" y="1827213"/>
            <a:ext cx="2408237" cy="2103437"/>
            <a:chOff x="2303" y="1151"/>
            <a:chExt cx="1517" cy="1325"/>
          </a:xfrm>
        </p:grpSpPr>
        <p:sp>
          <p:nvSpPr>
            <p:cNvPr id="49417" name="Oval 265"/>
            <p:cNvSpPr>
              <a:spLocks noChangeAspect="1" noChangeArrowheads="1"/>
            </p:cNvSpPr>
            <p:nvPr/>
          </p:nvSpPr>
          <p:spPr bwMode="auto">
            <a:xfrm>
              <a:off x="2879"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9418" name="Oval 266"/>
            <p:cNvSpPr>
              <a:spLocks noChangeAspect="1" noChangeArrowheads="1"/>
            </p:cNvSpPr>
            <p:nvPr/>
          </p:nvSpPr>
          <p:spPr bwMode="auto">
            <a:xfrm>
              <a:off x="3071"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9419" name="Oval 267"/>
            <p:cNvSpPr>
              <a:spLocks noChangeAspect="1" noChangeArrowheads="1"/>
            </p:cNvSpPr>
            <p:nvPr/>
          </p:nvSpPr>
          <p:spPr bwMode="auto">
            <a:xfrm>
              <a:off x="3263"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9420" name="Oval 268"/>
            <p:cNvSpPr>
              <a:spLocks noChangeAspect="1" noChangeArrowheads="1"/>
            </p:cNvSpPr>
            <p:nvPr/>
          </p:nvSpPr>
          <p:spPr bwMode="auto">
            <a:xfrm>
              <a:off x="3455"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9421" name="Oval 269"/>
            <p:cNvSpPr>
              <a:spLocks noChangeAspect="1" noChangeArrowheads="1"/>
            </p:cNvSpPr>
            <p:nvPr/>
          </p:nvSpPr>
          <p:spPr bwMode="auto">
            <a:xfrm>
              <a:off x="3647"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9422" name="Oval 270"/>
            <p:cNvSpPr>
              <a:spLocks noChangeAspect="1" noChangeArrowheads="1"/>
            </p:cNvSpPr>
            <p:nvPr/>
          </p:nvSpPr>
          <p:spPr bwMode="auto">
            <a:xfrm>
              <a:off x="2879" y="134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9423" name="Oval 271"/>
            <p:cNvSpPr>
              <a:spLocks noChangeAspect="1" noChangeArrowheads="1"/>
            </p:cNvSpPr>
            <p:nvPr/>
          </p:nvSpPr>
          <p:spPr bwMode="auto">
            <a:xfrm>
              <a:off x="3071" y="1343"/>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9424" name="Oval 272"/>
            <p:cNvSpPr>
              <a:spLocks noChangeAspect="1" noChangeArrowheads="1"/>
            </p:cNvSpPr>
            <p:nvPr/>
          </p:nvSpPr>
          <p:spPr bwMode="auto">
            <a:xfrm>
              <a:off x="3263" y="1343"/>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9425" name="Oval 273"/>
            <p:cNvSpPr>
              <a:spLocks noChangeAspect="1" noChangeArrowheads="1"/>
            </p:cNvSpPr>
            <p:nvPr/>
          </p:nvSpPr>
          <p:spPr bwMode="auto">
            <a:xfrm>
              <a:off x="3455" y="1343"/>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9426" name="Oval 274"/>
            <p:cNvSpPr>
              <a:spLocks noChangeAspect="1" noChangeArrowheads="1"/>
            </p:cNvSpPr>
            <p:nvPr/>
          </p:nvSpPr>
          <p:spPr bwMode="auto">
            <a:xfrm>
              <a:off x="3647" y="134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9427" name="Oval 275"/>
            <p:cNvSpPr>
              <a:spLocks noChangeAspect="1" noChangeArrowheads="1"/>
            </p:cNvSpPr>
            <p:nvPr/>
          </p:nvSpPr>
          <p:spPr bwMode="auto">
            <a:xfrm>
              <a:off x="2879" y="1535"/>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9428" name="Oval 276"/>
            <p:cNvSpPr>
              <a:spLocks noChangeAspect="1" noChangeArrowheads="1"/>
            </p:cNvSpPr>
            <p:nvPr/>
          </p:nvSpPr>
          <p:spPr bwMode="auto">
            <a:xfrm>
              <a:off x="3072" y="1536"/>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9429" name="Oval 277"/>
            <p:cNvSpPr>
              <a:spLocks noChangeAspect="1" noChangeArrowheads="1"/>
            </p:cNvSpPr>
            <p:nvPr/>
          </p:nvSpPr>
          <p:spPr bwMode="auto">
            <a:xfrm>
              <a:off x="3263" y="1535"/>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9430" name="Oval 278"/>
            <p:cNvSpPr>
              <a:spLocks noChangeAspect="1" noChangeArrowheads="1"/>
            </p:cNvSpPr>
            <p:nvPr/>
          </p:nvSpPr>
          <p:spPr bwMode="auto">
            <a:xfrm>
              <a:off x="3455" y="1535"/>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9431" name="Oval 279"/>
            <p:cNvSpPr>
              <a:spLocks noChangeAspect="1" noChangeArrowheads="1"/>
            </p:cNvSpPr>
            <p:nvPr/>
          </p:nvSpPr>
          <p:spPr bwMode="auto">
            <a:xfrm>
              <a:off x="3647" y="1535"/>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9432" name="Oval 280"/>
            <p:cNvSpPr>
              <a:spLocks noChangeAspect="1" noChangeArrowheads="1"/>
            </p:cNvSpPr>
            <p:nvPr/>
          </p:nvSpPr>
          <p:spPr bwMode="auto">
            <a:xfrm>
              <a:off x="2303"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9433" name="Oval 281"/>
            <p:cNvSpPr>
              <a:spLocks noChangeAspect="1" noChangeArrowheads="1"/>
            </p:cNvSpPr>
            <p:nvPr/>
          </p:nvSpPr>
          <p:spPr bwMode="auto">
            <a:xfrm>
              <a:off x="2495"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9434" name="Oval 282"/>
            <p:cNvSpPr>
              <a:spLocks noChangeAspect="1" noChangeArrowheads="1"/>
            </p:cNvSpPr>
            <p:nvPr/>
          </p:nvSpPr>
          <p:spPr bwMode="auto">
            <a:xfrm>
              <a:off x="2687"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9435" name="Oval 283"/>
            <p:cNvSpPr>
              <a:spLocks noChangeAspect="1" noChangeArrowheads="1"/>
            </p:cNvSpPr>
            <p:nvPr/>
          </p:nvSpPr>
          <p:spPr bwMode="auto">
            <a:xfrm>
              <a:off x="2879"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9436" name="Oval 284"/>
            <p:cNvSpPr>
              <a:spLocks noChangeAspect="1" noChangeArrowheads="1"/>
            </p:cNvSpPr>
            <p:nvPr/>
          </p:nvSpPr>
          <p:spPr bwMode="auto">
            <a:xfrm>
              <a:off x="3071" y="1727"/>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9437" name="Oval 285"/>
            <p:cNvSpPr>
              <a:spLocks noChangeAspect="1" noChangeArrowheads="1"/>
            </p:cNvSpPr>
            <p:nvPr/>
          </p:nvSpPr>
          <p:spPr bwMode="auto">
            <a:xfrm>
              <a:off x="3263"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9438" name="Oval 286"/>
            <p:cNvSpPr>
              <a:spLocks noChangeAspect="1" noChangeArrowheads="1"/>
            </p:cNvSpPr>
            <p:nvPr/>
          </p:nvSpPr>
          <p:spPr bwMode="auto">
            <a:xfrm>
              <a:off x="3455"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9439" name="Oval 287"/>
            <p:cNvSpPr>
              <a:spLocks noChangeAspect="1" noChangeArrowheads="1"/>
            </p:cNvSpPr>
            <p:nvPr/>
          </p:nvSpPr>
          <p:spPr bwMode="auto">
            <a:xfrm>
              <a:off x="3647"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9440" name="Oval 288"/>
            <p:cNvSpPr>
              <a:spLocks noChangeAspect="1" noChangeArrowheads="1"/>
            </p:cNvSpPr>
            <p:nvPr/>
          </p:nvSpPr>
          <p:spPr bwMode="auto">
            <a:xfrm>
              <a:off x="2303"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9441" name="Oval 289"/>
            <p:cNvSpPr>
              <a:spLocks noChangeAspect="1" noChangeArrowheads="1"/>
            </p:cNvSpPr>
            <p:nvPr/>
          </p:nvSpPr>
          <p:spPr bwMode="auto">
            <a:xfrm>
              <a:off x="2495" y="1919"/>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9442" name="Oval 290"/>
            <p:cNvSpPr>
              <a:spLocks noChangeAspect="1" noChangeArrowheads="1"/>
            </p:cNvSpPr>
            <p:nvPr/>
          </p:nvSpPr>
          <p:spPr bwMode="auto">
            <a:xfrm>
              <a:off x="2687" y="1919"/>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49443" name="Oval 291"/>
            <p:cNvSpPr>
              <a:spLocks noChangeAspect="1" noChangeArrowheads="1"/>
            </p:cNvSpPr>
            <p:nvPr/>
          </p:nvSpPr>
          <p:spPr bwMode="auto">
            <a:xfrm>
              <a:off x="2879" y="1919"/>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9444" name="Oval 292"/>
            <p:cNvSpPr>
              <a:spLocks noChangeAspect="1" noChangeArrowheads="1"/>
            </p:cNvSpPr>
            <p:nvPr/>
          </p:nvSpPr>
          <p:spPr bwMode="auto">
            <a:xfrm>
              <a:off x="3071"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9445" name="Oval 293"/>
            <p:cNvSpPr>
              <a:spLocks noChangeAspect="1" noChangeArrowheads="1"/>
            </p:cNvSpPr>
            <p:nvPr/>
          </p:nvSpPr>
          <p:spPr bwMode="auto">
            <a:xfrm>
              <a:off x="3263"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9446" name="Oval 294"/>
            <p:cNvSpPr>
              <a:spLocks noChangeAspect="1" noChangeArrowheads="1"/>
            </p:cNvSpPr>
            <p:nvPr/>
          </p:nvSpPr>
          <p:spPr bwMode="auto">
            <a:xfrm>
              <a:off x="2303" y="211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9447" name="Oval 295"/>
            <p:cNvSpPr>
              <a:spLocks noChangeAspect="1" noChangeArrowheads="1"/>
            </p:cNvSpPr>
            <p:nvPr/>
          </p:nvSpPr>
          <p:spPr bwMode="auto">
            <a:xfrm>
              <a:off x="2495" y="2111"/>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49448" name="Oval 296"/>
            <p:cNvSpPr>
              <a:spLocks noChangeAspect="1" noChangeArrowheads="1"/>
            </p:cNvSpPr>
            <p:nvPr/>
          </p:nvSpPr>
          <p:spPr bwMode="auto">
            <a:xfrm>
              <a:off x="2687" y="2111"/>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49449" name="Oval 297"/>
            <p:cNvSpPr>
              <a:spLocks noChangeAspect="1" noChangeArrowheads="1"/>
            </p:cNvSpPr>
            <p:nvPr/>
          </p:nvSpPr>
          <p:spPr bwMode="auto">
            <a:xfrm>
              <a:off x="2879" y="2111"/>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49450" name="Oval 298"/>
            <p:cNvSpPr>
              <a:spLocks noChangeAspect="1" noChangeArrowheads="1"/>
            </p:cNvSpPr>
            <p:nvPr/>
          </p:nvSpPr>
          <p:spPr bwMode="auto">
            <a:xfrm>
              <a:off x="3071" y="211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9451" name="Oval 299"/>
            <p:cNvSpPr>
              <a:spLocks noChangeAspect="1" noChangeArrowheads="1"/>
            </p:cNvSpPr>
            <p:nvPr/>
          </p:nvSpPr>
          <p:spPr bwMode="auto">
            <a:xfrm>
              <a:off x="2303"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9452" name="Oval 300"/>
            <p:cNvSpPr>
              <a:spLocks noChangeAspect="1" noChangeArrowheads="1"/>
            </p:cNvSpPr>
            <p:nvPr/>
          </p:nvSpPr>
          <p:spPr bwMode="auto">
            <a:xfrm>
              <a:off x="2495"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9453" name="Oval 301"/>
            <p:cNvSpPr>
              <a:spLocks noChangeAspect="1" noChangeArrowheads="1"/>
            </p:cNvSpPr>
            <p:nvPr/>
          </p:nvSpPr>
          <p:spPr bwMode="auto">
            <a:xfrm>
              <a:off x="2687"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9454" name="Oval 302"/>
            <p:cNvSpPr>
              <a:spLocks noChangeAspect="1" noChangeArrowheads="1"/>
            </p:cNvSpPr>
            <p:nvPr/>
          </p:nvSpPr>
          <p:spPr bwMode="auto">
            <a:xfrm>
              <a:off x="2879"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9455" name="Oval 303"/>
            <p:cNvSpPr>
              <a:spLocks noChangeAspect="1" noChangeArrowheads="1"/>
            </p:cNvSpPr>
            <p:nvPr/>
          </p:nvSpPr>
          <p:spPr bwMode="auto">
            <a:xfrm>
              <a:off x="3071"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aphicFrame>
        <p:nvGraphicFramePr>
          <p:cNvPr id="49456" name="Group 304"/>
          <p:cNvGraphicFramePr>
            <a:graphicFrameLocks noGrp="1"/>
          </p:cNvGraphicFramePr>
          <p:nvPr/>
        </p:nvGraphicFramePr>
        <p:xfrm>
          <a:off x="6477000" y="1609725"/>
          <a:ext cx="381000" cy="3048000"/>
        </p:xfrm>
        <a:graphic>
          <a:graphicData uri="http://schemas.openxmlformats.org/drawingml/2006/table">
            <a:tbl>
              <a:tblPr/>
              <a:tblGrid>
                <a:gridCol w="3810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Slide Number Placeholder 3"/>
          <p:cNvSpPr>
            <a:spLocks noGrp="1"/>
          </p:cNvSpPr>
          <p:nvPr>
            <p:ph type="sldNum" sz="quarter" idx="12"/>
          </p:nvPr>
        </p:nvSpPr>
        <p:spPr/>
        <p:txBody>
          <a:bodyPr/>
          <a:lstStyle/>
          <a:p>
            <a:fld id="{84D4A46C-1E77-4124-B636-45BAD259B4EA}" type="slidenum">
              <a:rPr lang="en-US" altLang="en-US"/>
              <a:pPr/>
              <a:t>43</a:t>
            </a:fld>
            <a:endParaRPr lang="en-US" altLang="en-US"/>
          </a:p>
        </p:txBody>
      </p:sp>
      <p:sp>
        <p:nvSpPr>
          <p:cNvPr id="50442" name="Text Box 266"/>
          <p:cNvSpPr txBox="1">
            <a:spLocks noChangeArrowheads="1"/>
          </p:cNvSpPr>
          <p:nvPr/>
        </p:nvSpPr>
        <p:spPr bwMode="auto">
          <a:xfrm>
            <a:off x="342900" y="228600"/>
            <a:ext cx="8458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3200" b="1">
                <a:solidFill>
                  <a:schemeClr val="accent2"/>
                </a:solidFill>
                <a:latin typeface="Arial" charset="0"/>
              </a:rPr>
              <a:t>Boundary Fill Algorithm</a:t>
            </a:r>
          </a:p>
          <a:p>
            <a:pPr eaLnBrk="0" hangingPunct="0"/>
            <a:r>
              <a:rPr lang="en-US" altLang="en-US" sz="2800" b="1">
                <a:solidFill>
                  <a:srgbClr val="FF0000"/>
                </a:solidFill>
                <a:latin typeface="Arial" charset="0"/>
              </a:rPr>
              <a:t>8-connected </a:t>
            </a:r>
            <a:r>
              <a:rPr lang="en-US" altLang="en-US" sz="2800" b="1">
                <a:solidFill>
                  <a:srgbClr val="FF0000"/>
                </a:solidFill>
                <a:latin typeface="Arial" charset="0"/>
                <a:cs typeface="Arial" charset="0"/>
              </a:rPr>
              <a:t>(Example)</a:t>
            </a:r>
            <a:r>
              <a:rPr lang="en-US" altLang="en-US" sz="3200" b="1">
                <a:solidFill>
                  <a:schemeClr val="accent2"/>
                </a:solidFill>
                <a:latin typeface="Arial" charset="0"/>
                <a:cs typeface="Arial" charset="0"/>
              </a:rPr>
              <a:t> </a:t>
            </a:r>
            <a:r>
              <a:rPr lang="en-US" altLang="en-US" sz="2800">
                <a:latin typeface="Arial" charset="0"/>
                <a:cs typeface="Arial" charset="0"/>
              </a:rPr>
              <a:t> </a:t>
            </a:r>
          </a:p>
        </p:txBody>
      </p:sp>
      <p:grpSp>
        <p:nvGrpSpPr>
          <p:cNvPr id="50508" name="Group 332"/>
          <p:cNvGrpSpPr>
            <a:grpSpLocks/>
          </p:cNvGrpSpPr>
          <p:nvPr/>
        </p:nvGrpSpPr>
        <p:grpSpPr bwMode="auto">
          <a:xfrm>
            <a:off x="3656013" y="1827213"/>
            <a:ext cx="2408237" cy="2103437"/>
            <a:chOff x="2303" y="1151"/>
            <a:chExt cx="1517" cy="1325"/>
          </a:xfrm>
        </p:grpSpPr>
        <p:sp>
          <p:nvSpPr>
            <p:cNvPr id="50443" name="Oval 267"/>
            <p:cNvSpPr>
              <a:spLocks noChangeAspect="1" noChangeArrowheads="1"/>
            </p:cNvSpPr>
            <p:nvPr/>
          </p:nvSpPr>
          <p:spPr bwMode="auto">
            <a:xfrm>
              <a:off x="2879"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0444" name="Oval 268"/>
            <p:cNvSpPr>
              <a:spLocks noChangeAspect="1" noChangeArrowheads="1"/>
            </p:cNvSpPr>
            <p:nvPr/>
          </p:nvSpPr>
          <p:spPr bwMode="auto">
            <a:xfrm>
              <a:off x="3071"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0445" name="Oval 269"/>
            <p:cNvSpPr>
              <a:spLocks noChangeAspect="1" noChangeArrowheads="1"/>
            </p:cNvSpPr>
            <p:nvPr/>
          </p:nvSpPr>
          <p:spPr bwMode="auto">
            <a:xfrm>
              <a:off x="3263"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0446" name="Oval 270"/>
            <p:cNvSpPr>
              <a:spLocks noChangeAspect="1" noChangeArrowheads="1"/>
            </p:cNvSpPr>
            <p:nvPr/>
          </p:nvSpPr>
          <p:spPr bwMode="auto">
            <a:xfrm>
              <a:off x="3455"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0447" name="Oval 271"/>
            <p:cNvSpPr>
              <a:spLocks noChangeAspect="1" noChangeArrowheads="1"/>
            </p:cNvSpPr>
            <p:nvPr/>
          </p:nvSpPr>
          <p:spPr bwMode="auto">
            <a:xfrm>
              <a:off x="3647"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0448" name="Oval 272"/>
            <p:cNvSpPr>
              <a:spLocks noChangeAspect="1" noChangeArrowheads="1"/>
            </p:cNvSpPr>
            <p:nvPr/>
          </p:nvSpPr>
          <p:spPr bwMode="auto">
            <a:xfrm>
              <a:off x="2879" y="134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0449" name="Oval 273"/>
            <p:cNvSpPr>
              <a:spLocks noChangeAspect="1" noChangeArrowheads="1"/>
            </p:cNvSpPr>
            <p:nvPr/>
          </p:nvSpPr>
          <p:spPr bwMode="auto">
            <a:xfrm>
              <a:off x="3071" y="1343"/>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0450" name="Oval 274"/>
            <p:cNvSpPr>
              <a:spLocks noChangeAspect="1" noChangeArrowheads="1"/>
            </p:cNvSpPr>
            <p:nvPr/>
          </p:nvSpPr>
          <p:spPr bwMode="auto">
            <a:xfrm>
              <a:off x="3263" y="1343"/>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0451" name="Oval 275"/>
            <p:cNvSpPr>
              <a:spLocks noChangeAspect="1" noChangeArrowheads="1"/>
            </p:cNvSpPr>
            <p:nvPr/>
          </p:nvSpPr>
          <p:spPr bwMode="auto">
            <a:xfrm>
              <a:off x="3455" y="1343"/>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0452" name="Oval 276"/>
            <p:cNvSpPr>
              <a:spLocks noChangeAspect="1" noChangeArrowheads="1"/>
            </p:cNvSpPr>
            <p:nvPr/>
          </p:nvSpPr>
          <p:spPr bwMode="auto">
            <a:xfrm>
              <a:off x="3647" y="134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0453" name="Oval 277"/>
            <p:cNvSpPr>
              <a:spLocks noChangeAspect="1" noChangeArrowheads="1"/>
            </p:cNvSpPr>
            <p:nvPr/>
          </p:nvSpPr>
          <p:spPr bwMode="auto">
            <a:xfrm>
              <a:off x="2879" y="1535"/>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0454" name="Oval 278"/>
            <p:cNvSpPr>
              <a:spLocks noChangeAspect="1" noChangeArrowheads="1"/>
            </p:cNvSpPr>
            <p:nvPr/>
          </p:nvSpPr>
          <p:spPr bwMode="auto">
            <a:xfrm>
              <a:off x="3072" y="1536"/>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0455" name="Oval 279"/>
            <p:cNvSpPr>
              <a:spLocks noChangeAspect="1" noChangeArrowheads="1"/>
            </p:cNvSpPr>
            <p:nvPr/>
          </p:nvSpPr>
          <p:spPr bwMode="auto">
            <a:xfrm>
              <a:off x="3263" y="1535"/>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0456" name="Oval 280"/>
            <p:cNvSpPr>
              <a:spLocks noChangeAspect="1" noChangeArrowheads="1"/>
            </p:cNvSpPr>
            <p:nvPr/>
          </p:nvSpPr>
          <p:spPr bwMode="auto">
            <a:xfrm>
              <a:off x="3455" y="1535"/>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0457" name="Oval 281"/>
            <p:cNvSpPr>
              <a:spLocks noChangeAspect="1" noChangeArrowheads="1"/>
            </p:cNvSpPr>
            <p:nvPr/>
          </p:nvSpPr>
          <p:spPr bwMode="auto">
            <a:xfrm>
              <a:off x="3647" y="1535"/>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0458" name="Oval 282"/>
            <p:cNvSpPr>
              <a:spLocks noChangeAspect="1" noChangeArrowheads="1"/>
            </p:cNvSpPr>
            <p:nvPr/>
          </p:nvSpPr>
          <p:spPr bwMode="auto">
            <a:xfrm>
              <a:off x="2303"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0459" name="Oval 283"/>
            <p:cNvSpPr>
              <a:spLocks noChangeAspect="1" noChangeArrowheads="1"/>
            </p:cNvSpPr>
            <p:nvPr/>
          </p:nvSpPr>
          <p:spPr bwMode="auto">
            <a:xfrm>
              <a:off x="2495"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0460" name="Oval 284"/>
            <p:cNvSpPr>
              <a:spLocks noChangeAspect="1" noChangeArrowheads="1"/>
            </p:cNvSpPr>
            <p:nvPr/>
          </p:nvSpPr>
          <p:spPr bwMode="auto">
            <a:xfrm>
              <a:off x="2687"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0461" name="Oval 285"/>
            <p:cNvSpPr>
              <a:spLocks noChangeAspect="1" noChangeArrowheads="1"/>
            </p:cNvSpPr>
            <p:nvPr/>
          </p:nvSpPr>
          <p:spPr bwMode="auto">
            <a:xfrm>
              <a:off x="2879"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0462" name="Oval 286"/>
            <p:cNvSpPr>
              <a:spLocks noChangeAspect="1" noChangeArrowheads="1"/>
            </p:cNvSpPr>
            <p:nvPr/>
          </p:nvSpPr>
          <p:spPr bwMode="auto">
            <a:xfrm>
              <a:off x="3071" y="1727"/>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0463" name="Oval 287"/>
            <p:cNvSpPr>
              <a:spLocks noChangeAspect="1" noChangeArrowheads="1"/>
            </p:cNvSpPr>
            <p:nvPr/>
          </p:nvSpPr>
          <p:spPr bwMode="auto">
            <a:xfrm>
              <a:off x="3263"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0464" name="Oval 288"/>
            <p:cNvSpPr>
              <a:spLocks noChangeAspect="1" noChangeArrowheads="1"/>
            </p:cNvSpPr>
            <p:nvPr/>
          </p:nvSpPr>
          <p:spPr bwMode="auto">
            <a:xfrm>
              <a:off x="3455"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0465" name="Oval 289"/>
            <p:cNvSpPr>
              <a:spLocks noChangeAspect="1" noChangeArrowheads="1"/>
            </p:cNvSpPr>
            <p:nvPr/>
          </p:nvSpPr>
          <p:spPr bwMode="auto">
            <a:xfrm>
              <a:off x="3647"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0466" name="Oval 290"/>
            <p:cNvSpPr>
              <a:spLocks noChangeAspect="1" noChangeArrowheads="1"/>
            </p:cNvSpPr>
            <p:nvPr/>
          </p:nvSpPr>
          <p:spPr bwMode="auto">
            <a:xfrm>
              <a:off x="2303"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0467" name="Oval 291"/>
            <p:cNvSpPr>
              <a:spLocks noChangeAspect="1" noChangeArrowheads="1"/>
            </p:cNvSpPr>
            <p:nvPr/>
          </p:nvSpPr>
          <p:spPr bwMode="auto">
            <a:xfrm>
              <a:off x="2495" y="1919"/>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0468" name="Oval 292"/>
            <p:cNvSpPr>
              <a:spLocks noChangeAspect="1" noChangeArrowheads="1"/>
            </p:cNvSpPr>
            <p:nvPr/>
          </p:nvSpPr>
          <p:spPr bwMode="auto">
            <a:xfrm>
              <a:off x="2687" y="1919"/>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50469" name="Oval 293"/>
            <p:cNvSpPr>
              <a:spLocks noChangeAspect="1" noChangeArrowheads="1"/>
            </p:cNvSpPr>
            <p:nvPr/>
          </p:nvSpPr>
          <p:spPr bwMode="auto">
            <a:xfrm>
              <a:off x="2879" y="1919"/>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0470" name="Oval 294"/>
            <p:cNvSpPr>
              <a:spLocks noChangeAspect="1" noChangeArrowheads="1"/>
            </p:cNvSpPr>
            <p:nvPr/>
          </p:nvSpPr>
          <p:spPr bwMode="auto">
            <a:xfrm>
              <a:off x="3071"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0471" name="Oval 295"/>
            <p:cNvSpPr>
              <a:spLocks noChangeAspect="1" noChangeArrowheads="1"/>
            </p:cNvSpPr>
            <p:nvPr/>
          </p:nvSpPr>
          <p:spPr bwMode="auto">
            <a:xfrm>
              <a:off x="3263"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0472" name="Oval 296"/>
            <p:cNvSpPr>
              <a:spLocks noChangeAspect="1" noChangeArrowheads="1"/>
            </p:cNvSpPr>
            <p:nvPr/>
          </p:nvSpPr>
          <p:spPr bwMode="auto">
            <a:xfrm>
              <a:off x="2303" y="211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0473" name="Oval 297"/>
            <p:cNvSpPr>
              <a:spLocks noChangeAspect="1" noChangeArrowheads="1"/>
            </p:cNvSpPr>
            <p:nvPr/>
          </p:nvSpPr>
          <p:spPr bwMode="auto">
            <a:xfrm>
              <a:off x="2495" y="2111"/>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50474" name="Oval 298"/>
            <p:cNvSpPr>
              <a:spLocks noChangeAspect="1" noChangeArrowheads="1"/>
            </p:cNvSpPr>
            <p:nvPr/>
          </p:nvSpPr>
          <p:spPr bwMode="auto">
            <a:xfrm>
              <a:off x="2687" y="2111"/>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0475" name="Oval 299"/>
            <p:cNvSpPr>
              <a:spLocks noChangeAspect="1" noChangeArrowheads="1"/>
            </p:cNvSpPr>
            <p:nvPr/>
          </p:nvSpPr>
          <p:spPr bwMode="auto">
            <a:xfrm>
              <a:off x="2879" y="2111"/>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0476" name="Oval 300"/>
            <p:cNvSpPr>
              <a:spLocks noChangeAspect="1" noChangeArrowheads="1"/>
            </p:cNvSpPr>
            <p:nvPr/>
          </p:nvSpPr>
          <p:spPr bwMode="auto">
            <a:xfrm>
              <a:off x="3071" y="211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0477" name="Oval 301"/>
            <p:cNvSpPr>
              <a:spLocks noChangeAspect="1" noChangeArrowheads="1"/>
            </p:cNvSpPr>
            <p:nvPr/>
          </p:nvSpPr>
          <p:spPr bwMode="auto">
            <a:xfrm>
              <a:off x="2303"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0478" name="Oval 302"/>
            <p:cNvSpPr>
              <a:spLocks noChangeAspect="1" noChangeArrowheads="1"/>
            </p:cNvSpPr>
            <p:nvPr/>
          </p:nvSpPr>
          <p:spPr bwMode="auto">
            <a:xfrm>
              <a:off x="2495"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0479" name="Oval 303"/>
            <p:cNvSpPr>
              <a:spLocks noChangeAspect="1" noChangeArrowheads="1"/>
            </p:cNvSpPr>
            <p:nvPr/>
          </p:nvSpPr>
          <p:spPr bwMode="auto">
            <a:xfrm>
              <a:off x="2687"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0480" name="Oval 304"/>
            <p:cNvSpPr>
              <a:spLocks noChangeAspect="1" noChangeArrowheads="1"/>
            </p:cNvSpPr>
            <p:nvPr/>
          </p:nvSpPr>
          <p:spPr bwMode="auto">
            <a:xfrm>
              <a:off x="2879"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0481" name="Oval 305"/>
            <p:cNvSpPr>
              <a:spLocks noChangeAspect="1" noChangeArrowheads="1"/>
            </p:cNvSpPr>
            <p:nvPr/>
          </p:nvSpPr>
          <p:spPr bwMode="auto">
            <a:xfrm>
              <a:off x="3071"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aphicFrame>
        <p:nvGraphicFramePr>
          <p:cNvPr id="50482" name="Group 306"/>
          <p:cNvGraphicFramePr>
            <a:graphicFrameLocks noGrp="1"/>
          </p:cNvGraphicFramePr>
          <p:nvPr/>
        </p:nvGraphicFramePr>
        <p:xfrm>
          <a:off x="6477000" y="1609725"/>
          <a:ext cx="381000" cy="3048000"/>
        </p:xfrm>
        <a:graphic>
          <a:graphicData uri="http://schemas.openxmlformats.org/drawingml/2006/table">
            <a:tbl>
              <a:tblPr/>
              <a:tblGrid>
                <a:gridCol w="3810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Slide Number Placeholder 3"/>
          <p:cNvSpPr>
            <a:spLocks noGrp="1"/>
          </p:cNvSpPr>
          <p:nvPr>
            <p:ph type="sldNum" sz="quarter" idx="12"/>
          </p:nvPr>
        </p:nvSpPr>
        <p:spPr/>
        <p:txBody>
          <a:bodyPr/>
          <a:lstStyle/>
          <a:p>
            <a:fld id="{4758172B-E284-4EEB-9C17-1CBD556E17FF}" type="slidenum">
              <a:rPr lang="en-US" altLang="en-US"/>
              <a:pPr/>
              <a:t>44</a:t>
            </a:fld>
            <a:endParaRPr lang="en-US" altLang="en-US"/>
          </a:p>
        </p:txBody>
      </p:sp>
      <p:sp>
        <p:nvSpPr>
          <p:cNvPr id="51464" name="Text Box 264"/>
          <p:cNvSpPr txBox="1">
            <a:spLocks noChangeArrowheads="1"/>
          </p:cNvSpPr>
          <p:nvPr/>
        </p:nvSpPr>
        <p:spPr bwMode="auto">
          <a:xfrm>
            <a:off x="342900" y="228600"/>
            <a:ext cx="8458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3200" b="1">
                <a:solidFill>
                  <a:schemeClr val="accent2"/>
                </a:solidFill>
                <a:latin typeface="Arial" charset="0"/>
              </a:rPr>
              <a:t>Boundary Fill Algorithm</a:t>
            </a:r>
          </a:p>
          <a:p>
            <a:pPr eaLnBrk="0" hangingPunct="0"/>
            <a:r>
              <a:rPr lang="en-US" altLang="en-US" sz="2800" b="1">
                <a:solidFill>
                  <a:srgbClr val="FF0000"/>
                </a:solidFill>
                <a:latin typeface="Arial" charset="0"/>
              </a:rPr>
              <a:t>8-connected </a:t>
            </a:r>
            <a:r>
              <a:rPr lang="en-US" altLang="en-US" sz="2800" b="1">
                <a:solidFill>
                  <a:srgbClr val="FF0000"/>
                </a:solidFill>
                <a:latin typeface="Arial" charset="0"/>
                <a:cs typeface="Arial" charset="0"/>
              </a:rPr>
              <a:t>(Example)</a:t>
            </a:r>
            <a:r>
              <a:rPr lang="en-US" altLang="en-US" sz="3200" b="1">
                <a:solidFill>
                  <a:schemeClr val="accent2"/>
                </a:solidFill>
                <a:latin typeface="Arial" charset="0"/>
                <a:cs typeface="Arial" charset="0"/>
              </a:rPr>
              <a:t> </a:t>
            </a:r>
            <a:r>
              <a:rPr lang="en-US" altLang="en-US" sz="2800">
                <a:latin typeface="Arial" charset="0"/>
                <a:cs typeface="Arial" charset="0"/>
              </a:rPr>
              <a:t> </a:t>
            </a:r>
          </a:p>
        </p:txBody>
      </p:sp>
      <p:grpSp>
        <p:nvGrpSpPr>
          <p:cNvPr id="51530" name="Group 330"/>
          <p:cNvGrpSpPr>
            <a:grpSpLocks/>
          </p:cNvGrpSpPr>
          <p:nvPr/>
        </p:nvGrpSpPr>
        <p:grpSpPr bwMode="auto">
          <a:xfrm>
            <a:off x="3656013" y="1827213"/>
            <a:ext cx="2408237" cy="2103437"/>
            <a:chOff x="2303" y="1151"/>
            <a:chExt cx="1517" cy="1325"/>
          </a:xfrm>
        </p:grpSpPr>
        <p:sp>
          <p:nvSpPr>
            <p:cNvPr id="51465" name="Oval 265"/>
            <p:cNvSpPr>
              <a:spLocks noChangeAspect="1" noChangeArrowheads="1"/>
            </p:cNvSpPr>
            <p:nvPr/>
          </p:nvSpPr>
          <p:spPr bwMode="auto">
            <a:xfrm>
              <a:off x="2879"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1466" name="Oval 266"/>
            <p:cNvSpPr>
              <a:spLocks noChangeAspect="1" noChangeArrowheads="1"/>
            </p:cNvSpPr>
            <p:nvPr/>
          </p:nvSpPr>
          <p:spPr bwMode="auto">
            <a:xfrm>
              <a:off x="3071"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1467" name="Oval 267"/>
            <p:cNvSpPr>
              <a:spLocks noChangeAspect="1" noChangeArrowheads="1"/>
            </p:cNvSpPr>
            <p:nvPr/>
          </p:nvSpPr>
          <p:spPr bwMode="auto">
            <a:xfrm>
              <a:off x="3263"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1468" name="Oval 268"/>
            <p:cNvSpPr>
              <a:spLocks noChangeAspect="1" noChangeArrowheads="1"/>
            </p:cNvSpPr>
            <p:nvPr/>
          </p:nvSpPr>
          <p:spPr bwMode="auto">
            <a:xfrm>
              <a:off x="3455"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1469" name="Oval 269"/>
            <p:cNvSpPr>
              <a:spLocks noChangeAspect="1" noChangeArrowheads="1"/>
            </p:cNvSpPr>
            <p:nvPr/>
          </p:nvSpPr>
          <p:spPr bwMode="auto">
            <a:xfrm>
              <a:off x="3647"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1470" name="Oval 270"/>
            <p:cNvSpPr>
              <a:spLocks noChangeAspect="1" noChangeArrowheads="1"/>
            </p:cNvSpPr>
            <p:nvPr/>
          </p:nvSpPr>
          <p:spPr bwMode="auto">
            <a:xfrm>
              <a:off x="2879" y="134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1471" name="Oval 271"/>
            <p:cNvSpPr>
              <a:spLocks noChangeAspect="1" noChangeArrowheads="1"/>
            </p:cNvSpPr>
            <p:nvPr/>
          </p:nvSpPr>
          <p:spPr bwMode="auto">
            <a:xfrm>
              <a:off x="3071" y="1343"/>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1472" name="Oval 272"/>
            <p:cNvSpPr>
              <a:spLocks noChangeAspect="1" noChangeArrowheads="1"/>
            </p:cNvSpPr>
            <p:nvPr/>
          </p:nvSpPr>
          <p:spPr bwMode="auto">
            <a:xfrm>
              <a:off x="3263" y="1343"/>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1473" name="Oval 273"/>
            <p:cNvSpPr>
              <a:spLocks noChangeAspect="1" noChangeArrowheads="1"/>
            </p:cNvSpPr>
            <p:nvPr/>
          </p:nvSpPr>
          <p:spPr bwMode="auto">
            <a:xfrm>
              <a:off x="3455" y="1343"/>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1474" name="Oval 274"/>
            <p:cNvSpPr>
              <a:spLocks noChangeAspect="1" noChangeArrowheads="1"/>
            </p:cNvSpPr>
            <p:nvPr/>
          </p:nvSpPr>
          <p:spPr bwMode="auto">
            <a:xfrm>
              <a:off x="3647" y="134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1475" name="Oval 275"/>
            <p:cNvSpPr>
              <a:spLocks noChangeAspect="1" noChangeArrowheads="1"/>
            </p:cNvSpPr>
            <p:nvPr/>
          </p:nvSpPr>
          <p:spPr bwMode="auto">
            <a:xfrm>
              <a:off x="2879" y="1535"/>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1476" name="Oval 276"/>
            <p:cNvSpPr>
              <a:spLocks noChangeAspect="1" noChangeArrowheads="1"/>
            </p:cNvSpPr>
            <p:nvPr/>
          </p:nvSpPr>
          <p:spPr bwMode="auto">
            <a:xfrm>
              <a:off x="3072" y="1536"/>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1477" name="Oval 277"/>
            <p:cNvSpPr>
              <a:spLocks noChangeAspect="1" noChangeArrowheads="1"/>
            </p:cNvSpPr>
            <p:nvPr/>
          </p:nvSpPr>
          <p:spPr bwMode="auto">
            <a:xfrm>
              <a:off x="3263" y="1535"/>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1478" name="Oval 278"/>
            <p:cNvSpPr>
              <a:spLocks noChangeAspect="1" noChangeArrowheads="1"/>
            </p:cNvSpPr>
            <p:nvPr/>
          </p:nvSpPr>
          <p:spPr bwMode="auto">
            <a:xfrm>
              <a:off x="3455" y="1535"/>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1479" name="Oval 279"/>
            <p:cNvSpPr>
              <a:spLocks noChangeAspect="1" noChangeArrowheads="1"/>
            </p:cNvSpPr>
            <p:nvPr/>
          </p:nvSpPr>
          <p:spPr bwMode="auto">
            <a:xfrm>
              <a:off x="3647" y="1535"/>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1480" name="Oval 280"/>
            <p:cNvSpPr>
              <a:spLocks noChangeAspect="1" noChangeArrowheads="1"/>
            </p:cNvSpPr>
            <p:nvPr/>
          </p:nvSpPr>
          <p:spPr bwMode="auto">
            <a:xfrm>
              <a:off x="2303"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1481" name="Oval 281"/>
            <p:cNvSpPr>
              <a:spLocks noChangeAspect="1" noChangeArrowheads="1"/>
            </p:cNvSpPr>
            <p:nvPr/>
          </p:nvSpPr>
          <p:spPr bwMode="auto">
            <a:xfrm>
              <a:off x="2495"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1482" name="Oval 282"/>
            <p:cNvSpPr>
              <a:spLocks noChangeAspect="1" noChangeArrowheads="1"/>
            </p:cNvSpPr>
            <p:nvPr/>
          </p:nvSpPr>
          <p:spPr bwMode="auto">
            <a:xfrm>
              <a:off x="2687"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1483" name="Oval 283"/>
            <p:cNvSpPr>
              <a:spLocks noChangeAspect="1" noChangeArrowheads="1"/>
            </p:cNvSpPr>
            <p:nvPr/>
          </p:nvSpPr>
          <p:spPr bwMode="auto">
            <a:xfrm>
              <a:off x="2879"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1484" name="Oval 284"/>
            <p:cNvSpPr>
              <a:spLocks noChangeAspect="1" noChangeArrowheads="1"/>
            </p:cNvSpPr>
            <p:nvPr/>
          </p:nvSpPr>
          <p:spPr bwMode="auto">
            <a:xfrm>
              <a:off x="3071" y="1727"/>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1485" name="Oval 285"/>
            <p:cNvSpPr>
              <a:spLocks noChangeAspect="1" noChangeArrowheads="1"/>
            </p:cNvSpPr>
            <p:nvPr/>
          </p:nvSpPr>
          <p:spPr bwMode="auto">
            <a:xfrm>
              <a:off x="3263"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1486" name="Oval 286"/>
            <p:cNvSpPr>
              <a:spLocks noChangeAspect="1" noChangeArrowheads="1"/>
            </p:cNvSpPr>
            <p:nvPr/>
          </p:nvSpPr>
          <p:spPr bwMode="auto">
            <a:xfrm>
              <a:off x="3455"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1487" name="Oval 287"/>
            <p:cNvSpPr>
              <a:spLocks noChangeAspect="1" noChangeArrowheads="1"/>
            </p:cNvSpPr>
            <p:nvPr/>
          </p:nvSpPr>
          <p:spPr bwMode="auto">
            <a:xfrm>
              <a:off x="3647"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1488" name="Oval 288"/>
            <p:cNvSpPr>
              <a:spLocks noChangeAspect="1" noChangeArrowheads="1"/>
            </p:cNvSpPr>
            <p:nvPr/>
          </p:nvSpPr>
          <p:spPr bwMode="auto">
            <a:xfrm>
              <a:off x="2303"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1489" name="Oval 289"/>
            <p:cNvSpPr>
              <a:spLocks noChangeAspect="1" noChangeArrowheads="1"/>
            </p:cNvSpPr>
            <p:nvPr/>
          </p:nvSpPr>
          <p:spPr bwMode="auto">
            <a:xfrm>
              <a:off x="2495" y="1919"/>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1490" name="Oval 290"/>
            <p:cNvSpPr>
              <a:spLocks noChangeAspect="1" noChangeArrowheads="1"/>
            </p:cNvSpPr>
            <p:nvPr/>
          </p:nvSpPr>
          <p:spPr bwMode="auto">
            <a:xfrm>
              <a:off x="2687" y="1919"/>
              <a:ext cx="173" cy="17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51491" name="Oval 291"/>
            <p:cNvSpPr>
              <a:spLocks noChangeAspect="1" noChangeArrowheads="1"/>
            </p:cNvSpPr>
            <p:nvPr/>
          </p:nvSpPr>
          <p:spPr bwMode="auto">
            <a:xfrm>
              <a:off x="2879" y="1919"/>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1492" name="Oval 292"/>
            <p:cNvSpPr>
              <a:spLocks noChangeAspect="1" noChangeArrowheads="1"/>
            </p:cNvSpPr>
            <p:nvPr/>
          </p:nvSpPr>
          <p:spPr bwMode="auto">
            <a:xfrm>
              <a:off x="3071"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1493" name="Oval 293"/>
            <p:cNvSpPr>
              <a:spLocks noChangeAspect="1" noChangeArrowheads="1"/>
            </p:cNvSpPr>
            <p:nvPr/>
          </p:nvSpPr>
          <p:spPr bwMode="auto">
            <a:xfrm>
              <a:off x="3263"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1494" name="Oval 294"/>
            <p:cNvSpPr>
              <a:spLocks noChangeAspect="1" noChangeArrowheads="1"/>
            </p:cNvSpPr>
            <p:nvPr/>
          </p:nvSpPr>
          <p:spPr bwMode="auto">
            <a:xfrm>
              <a:off x="2303" y="211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1495" name="Oval 295"/>
            <p:cNvSpPr>
              <a:spLocks noChangeAspect="1" noChangeArrowheads="1"/>
            </p:cNvSpPr>
            <p:nvPr/>
          </p:nvSpPr>
          <p:spPr bwMode="auto">
            <a:xfrm>
              <a:off x="2495" y="2111"/>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1496" name="Oval 296"/>
            <p:cNvSpPr>
              <a:spLocks noChangeAspect="1" noChangeArrowheads="1"/>
            </p:cNvSpPr>
            <p:nvPr/>
          </p:nvSpPr>
          <p:spPr bwMode="auto">
            <a:xfrm>
              <a:off x="2687" y="2111"/>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1497" name="Oval 297"/>
            <p:cNvSpPr>
              <a:spLocks noChangeAspect="1" noChangeArrowheads="1"/>
            </p:cNvSpPr>
            <p:nvPr/>
          </p:nvSpPr>
          <p:spPr bwMode="auto">
            <a:xfrm>
              <a:off x="2879" y="2111"/>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1498" name="Oval 298"/>
            <p:cNvSpPr>
              <a:spLocks noChangeAspect="1" noChangeArrowheads="1"/>
            </p:cNvSpPr>
            <p:nvPr/>
          </p:nvSpPr>
          <p:spPr bwMode="auto">
            <a:xfrm>
              <a:off x="3071" y="211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1499" name="Oval 299"/>
            <p:cNvSpPr>
              <a:spLocks noChangeAspect="1" noChangeArrowheads="1"/>
            </p:cNvSpPr>
            <p:nvPr/>
          </p:nvSpPr>
          <p:spPr bwMode="auto">
            <a:xfrm>
              <a:off x="2303"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1500" name="Oval 300"/>
            <p:cNvSpPr>
              <a:spLocks noChangeAspect="1" noChangeArrowheads="1"/>
            </p:cNvSpPr>
            <p:nvPr/>
          </p:nvSpPr>
          <p:spPr bwMode="auto">
            <a:xfrm>
              <a:off x="2495"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1501" name="Oval 301"/>
            <p:cNvSpPr>
              <a:spLocks noChangeAspect="1" noChangeArrowheads="1"/>
            </p:cNvSpPr>
            <p:nvPr/>
          </p:nvSpPr>
          <p:spPr bwMode="auto">
            <a:xfrm>
              <a:off x="2687"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1502" name="Oval 302"/>
            <p:cNvSpPr>
              <a:spLocks noChangeAspect="1" noChangeArrowheads="1"/>
            </p:cNvSpPr>
            <p:nvPr/>
          </p:nvSpPr>
          <p:spPr bwMode="auto">
            <a:xfrm>
              <a:off x="2879"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1503" name="Oval 303"/>
            <p:cNvSpPr>
              <a:spLocks noChangeAspect="1" noChangeArrowheads="1"/>
            </p:cNvSpPr>
            <p:nvPr/>
          </p:nvSpPr>
          <p:spPr bwMode="auto">
            <a:xfrm>
              <a:off x="3071"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aphicFrame>
        <p:nvGraphicFramePr>
          <p:cNvPr id="51504" name="Group 304"/>
          <p:cNvGraphicFramePr>
            <a:graphicFrameLocks noGrp="1"/>
          </p:cNvGraphicFramePr>
          <p:nvPr/>
        </p:nvGraphicFramePr>
        <p:xfrm>
          <a:off x="6477000" y="1609725"/>
          <a:ext cx="381000" cy="3048000"/>
        </p:xfrm>
        <a:graphic>
          <a:graphicData uri="http://schemas.openxmlformats.org/drawingml/2006/table">
            <a:tbl>
              <a:tblPr/>
              <a:tblGrid>
                <a:gridCol w="3810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Slide Number Placeholder 3"/>
          <p:cNvSpPr>
            <a:spLocks noGrp="1"/>
          </p:cNvSpPr>
          <p:nvPr>
            <p:ph type="sldNum" sz="quarter" idx="12"/>
          </p:nvPr>
        </p:nvSpPr>
        <p:spPr/>
        <p:txBody>
          <a:bodyPr/>
          <a:lstStyle/>
          <a:p>
            <a:fld id="{42DAA122-A5F6-4630-A535-04174E91B78E}" type="slidenum">
              <a:rPr lang="en-US" altLang="en-US"/>
              <a:pPr/>
              <a:t>45</a:t>
            </a:fld>
            <a:endParaRPr lang="en-US" altLang="en-US"/>
          </a:p>
        </p:txBody>
      </p:sp>
      <p:grpSp>
        <p:nvGrpSpPr>
          <p:cNvPr id="103448" name="Group 24"/>
          <p:cNvGrpSpPr>
            <a:grpSpLocks/>
          </p:cNvGrpSpPr>
          <p:nvPr/>
        </p:nvGrpSpPr>
        <p:grpSpPr bwMode="auto">
          <a:xfrm>
            <a:off x="3656013" y="1827213"/>
            <a:ext cx="2408237" cy="2103437"/>
            <a:chOff x="2303" y="1151"/>
            <a:chExt cx="1517" cy="1325"/>
          </a:xfrm>
        </p:grpSpPr>
        <p:sp>
          <p:nvSpPr>
            <p:cNvPr id="103449" name="Oval 25"/>
            <p:cNvSpPr>
              <a:spLocks noChangeAspect="1" noChangeArrowheads="1"/>
            </p:cNvSpPr>
            <p:nvPr/>
          </p:nvSpPr>
          <p:spPr bwMode="auto">
            <a:xfrm>
              <a:off x="2879"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3450" name="Oval 26"/>
            <p:cNvSpPr>
              <a:spLocks noChangeAspect="1" noChangeArrowheads="1"/>
            </p:cNvSpPr>
            <p:nvPr/>
          </p:nvSpPr>
          <p:spPr bwMode="auto">
            <a:xfrm>
              <a:off x="3071"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3451" name="Oval 27"/>
            <p:cNvSpPr>
              <a:spLocks noChangeAspect="1" noChangeArrowheads="1"/>
            </p:cNvSpPr>
            <p:nvPr/>
          </p:nvSpPr>
          <p:spPr bwMode="auto">
            <a:xfrm>
              <a:off x="3263"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3452" name="Oval 28"/>
            <p:cNvSpPr>
              <a:spLocks noChangeAspect="1" noChangeArrowheads="1"/>
            </p:cNvSpPr>
            <p:nvPr/>
          </p:nvSpPr>
          <p:spPr bwMode="auto">
            <a:xfrm>
              <a:off x="3455"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3453" name="Oval 29"/>
            <p:cNvSpPr>
              <a:spLocks noChangeAspect="1" noChangeArrowheads="1"/>
            </p:cNvSpPr>
            <p:nvPr/>
          </p:nvSpPr>
          <p:spPr bwMode="auto">
            <a:xfrm>
              <a:off x="3647" y="115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3454" name="Oval 30"/>
            <p:cNvSpPr>
              <a:spLocks noChangeAspect="1" noChangeArrowheads="1"/>
            </p:cNvSpPr>
            <p:nvPr/>
          </p:nvSpPr>
          <p:spPr bwMode="auto">
            <a:xfrm>
              <a:off x="2879" y="134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3455" name="Oval 31"/>
            <p:cNvSpPr>
              <a:spLocks noChangeAspect="1" noChangeArrowheads="1"/>
            </p:cNvSpPr>
            <p:nvPr/>
          </p:nvSpPr>
          <p:spPr bwMode="auto">
            <a:xfrm>
              <a:off x="3071" y="1343"/>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103456" name="Oval 32"/>
            <p:cNvSpPr>
              <a:spLocks noChangeAspect="1" noChangeArrowheads="1"/>
            </p:cNvSpPr>
            <p:nvPr/>
          </p:nvSpPr>
          <p:spPr bwMode="auto">
            <a:xfrm>
              <a:off x="3263" y="1343"/>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103457" name="Oval 33"/>
            <p:cNvSpPr>
              <a:spLocks noChangeAspect="1" noChangeArrowheads="1"/>
            </p:cNvSpPr>
            <p:nvPr/>
          </p:nvSpPr>
          <p:spPr bwMode="auto">
            <a:xfrm>
              <a:off x="3455" y="1343"/>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103458" name="Oval 34"/>
            <p:cNvSpPr>
              <a:spLocks noChangeAspect="1" noChangeArrowheads="1"/>
            </p:cNvSpPr>
            <p:nvPr/>
          </p:nvSpPr>
          <p:spPr bwMode="auto">
            <a:xfrm>
              <a:off x="3647" y="134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3459" name="Oval 35"/>
            <p:cNvSpPr>
              <a:spLocks noChangeAspect="1" noChangeArrowheads="1"/>
            </p:cNvSpPr>
            <p:nvPr/>
          </p:nvSpPr>
          <p:spPr bwMode="auto">
            <a:xfrm>
              <a:off x="2879" y="1535"/>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3460" name="Oval 36"/>
            <p:cNvSpPr>
              <a:spLocks noChangeAspect="1" noChangeArrowheads="1"/>
            </p:cNvSpPr>
            <p:nvPr/>
          </p:nvSpPr>
          <p:spPr bwMode="auto">
            <a:xfrm>
              <a:off x="3071" y="1535"/>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103461" name="Oval 37"/>
            <p:cNvSpPr>
              <a:spLocks noChangeAspect="1" noChangeArrowheads="1"/>
            </p:cNvSpPr>
            <p:nvPr/>
          </p:nvSpPr>
          <p:spPr bwMode="auto">
            <a:xfrm>
              <a:off x="3263" y="1535"/>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103462" name="Oval 38"/>
            <p:cNvSpPr>
              <a:spLocks noChangeAspect="1" noChangeArrowheads="1"/>
            </p:cNvSpPr>
            <p:nvPr/>
          </p:nvSpPr>
          <p:spPr bwMode="auto">
            <a:xfrm>
              <a:off x="3455" y="1535"/>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103463" name="Oval 39"/>
            <p:cNvSpPr>
              <a:spLocks noChangeAspect="1" noChangeArrowheads="1"/>
            </p:cNvSpPr>
            <p:nvPr/>
          </p:nvSpPr>
          <p:spPr bwMode="auto">
            <a:xfrm>
              <a:off x="3647" y="1535"/>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3464" name="Oval 40"/>
            <p:cNvSpPr>
              <a:spLocks noChangeAspect="1" noChangeArrowheads="1"/>
            </p:cNvSpPr>
            <p:nvPr/>
          </p:nvSpPr>
          <p:spPr bwMode="auto">
            <a:xfrm>
              <a:off x="2303"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3465" name="Oval 41"/>
            <p:cNvSpPr>
              <a:spLocks noChangeAspect="1" noChangeArrowheads="1"/>
            </p:cNvSpPr>
            <p:nvPr/>
          </p:nvSpPr>
          <p:spPr bwMode="auto">
            <a:xfrm>
              <a:off x="2495"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3466" name="Oval 42"/>
            <p:cNvSpPr>
              <a:spLocks noChangeAspect="1" noChangeArrowheads="1"/>
            </p:cNvSpPr>
            <p:nvPr/>
          </p:nvSpPr>
          <p:spPr bwMode="auto">
            <a:xfrm>
              <a:off x="2687"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3467" name="Oval 43"/>
            <p:cNvSpPr>
              <a:spLocks noChangeAspect="1" noChangeArrowheads="1"/>
            </p:cNvSpPr>
            <p:nvPr/>
          </p:nvSpPr>
          <p:spPr bwMode="auto">
            <a:xfrm>
              <a:off x="2879"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3468" name="Oval 44"/>
            <p:cNvSpPr>
              <a:spLocks noChangeAspect="1" noChangeArrowheads="1"/>
            </p:cNvSpPr>
            <p:nvPr/>
          </p:nvSpPr>
          <p:spPr bwMode="auto">
            <a:xfrm>
              <a:off x="3071" y="1727"/>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103469" name="Oval 45"/>
            <p:cNvSpPr>
              <a:spLocks noChangeAspect="1" noChangeArrowheads="1"/>
            </p:cNvSpPr>
            <p:nvPr/>
          </p:nvSpPr>
          <p:spPr bwMode="auto">
            <a:xfrm>
              <a:off x="3263"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3470" name="Oval 46"/>
            <p:cNvSpPr>
              <a:spLocks noChangeAspect="1" noChangeArrowheads="1"/>
            </p:cNvSpPr>
            <p:nvPr/>
          </p:nvSpPr>
          <p:spPr bwMode="auto">
            <a:xfrm>
              <a:off x="3455"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3471" name="Oval 47"/>
            <p:cNvSpPr>
              <a:spLocks noChangeAspect="1" noChangeArrowheads="1"/>
            </p:cNvSpPr>
            <p:nvPr/>
          </p:nvSpPr>
          <p:spPr bwMode="auto">
            <a:xfrm>
              <a:off x="3647" y="1727"/>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3472" name="Oval 48"/>
            <p:cNvSpPr>
              <a:spLocks noChangeAspect="1" noChangeArrowheads="1"/>
            </p:cNvSpPr>
            <p:nvPr/>
          </p:nvSpPr>
          <p:spPr bwMode="auto">
            <a:xfrm>
              <a:off x="2303"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3473" name="Oval 49"/>
            <p:cNvSpPr>
              <a:spLocks noChangeAspect="1" noChangeArrowheads="1"/>
            </p:cNvSpPr>
            <p:nvPr/>
          </p:nvSpPr>
          <p:spPr bwMode="auto">
            <a:xfrm>
              <a:off x="2495" y="1919"/>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103474" name="Oval 50"/>
            <p:cNvSpPr>
              <a:spLocks noChangeAspect="1" noChangeArrowheads="1"/>
            </p:cNvSpPr>
            <p:nvPr/>
          </p:nvSpPr>
          <p:spPr bwMode="auto">
            <a:xfrm>
              <a:off x="2687" y="1919"/>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103475" name="Oval 51"/>
            <p:cNvSpPr>
              <a:spLocks noChangeAspect="1" noChangeArrowheads="1"/>
            </p:cNvSpPr>
            <p:nvPr/>
          </p:nvSpPr>
          <p:spPr bwMode="auto">
            <a:xfrm>
              <a:off x="2879" y="1919"/>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103476" name="Oval 52"/>
            <p:cNvSpPr>
              <a:spLocks noChangeAspect="1" noChangeArrowheads="1"/>
            </p:cNvSpPr>
            <p:nvPr/>
          </p:nvSpPr>
          <p:spPr bwMode="auto">
            <a:xfrm>
              <a:off x="3071"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3477" name="Oval 53"/>
            <p:cNvSpPr>
              <a:spLocks noChangeAspect="1" noChangeArrowheads="1"/>
            </p:cNvSpPr>
            <p:nvPr/>
          </p:nvSpPr>
          <p:spPr bwMode="auto">
            <a:xfrm>
              <a:off x="3263" y="1919"/>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3478" name="Oval 54"/>
            <p:cNvSpPr>
              <a:spLocks noChangeAspect="1" noChangeArrowheads="1"/>
            </p:cNvSpPr>
            <p:nvPr/>
          </p:nvSpPr>
          <p:spPr bwMode="auto">
            <a:xfrm>
              <a:off x="2303" y="211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3479" name="Oval 55"/>
            <p:cNvSpPr>
              <a:spLocks noChangeAspect="1" noChangeArrowheads="1"/>
            </p:cNvSpPr>
            <p:nvPr/>
          </p:nvSpPr>
          <p:spPr bwMode="auto">
            <a:xfrm>
              <a:off x="2495" y="2111"/>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103480" name="Oval 56"/>
            <p:cNvSpPr>
              <a:spLocks noChangeAspect="1" noChangeArrowheads="1"/>
            </p:cNvSpPr>
            <p:nvPr/>
          </p:nvSpPr>
          <p:spPr bwMode="auto">
            <a:xfrm>
              <a:off x="2687" y="2111"/>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103481" name="Oval 57"/>
            <p:cNvSpPr>
              <a:spLocks noChangeAspect="1" noChangeArrowheads="1"/>
            </p:cNvSpPr>
            <p:nvPr/>
          </p:nvSpPr>
          <p:spPr bwMode="auto">
            <a:xfrm>
              <a:off x="2879" y="2111"/>
              <a:ext cx="173" cy="173"/>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103482" name="Oval 58"/>
            <p:cNvSpPr>
              <a:spLocks noChangeAspect="1" noChangeArrowheads="1"/>
            </p:cNvSpPr>
            <p:nvPr/>
          </p:nvSpPr>
          <p:spPr bwMode="auto">
            <a:xfrm>
              <a:off x="3071" y="2111"/>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3483" name="Oval 59"/>
            <p:cNvSpPr>
              <a:spLocks noChangeAspect="1" noChangeArrowheads="1"/>
            </p:cNvSpPr>
            <p:nvPr/>
          </p:nvSpPr>
          <p:spPr bwMode="auto">
            <a:xfrm>
              <a:off x="2303"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3484" name="Oval 60"/>
            <p:cNvSpPr>
              <a:spLocks noChangeAspect="1" noChangeArrowheads="1"/>
            </p:cNvSpPr>
            <p:nvPr/>
          </p:nvSpPr>
          <p:spPr bwMode="auto">
            <a:xfrm>
              <a:off x="2495"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3485" name="Oval 61"/>
            <p:cNvSpPr>
              <a:spLocks noChangeAspect="1" noChangeArrowheads="1"/>
            </p:cNvSpPr>
            <p:nvPr/>
          </p:nvSpPr>
          <p:spPr bwMode="auto">
            <a:xfrm>
              <a:off x="2687"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3486" name="Oval 62"/>
            <p:cNvSpPr>
              <a:spLocks noChangeAspect="1" noChangeArrowheads="1"/>
            </p:cNvSpPr>
            <p:nvPr/>
          </p:nvSpPr>
          <p:spPr bwMode="auto">
            <a:xfrm>
              <a:off x="2879"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3487" name="Oval 63"/>
            <p:cNvSpPr>
              <a:spLocks noChangeAspect="1" noChangeArrowheads="1"/>
            </p:cNvSpPr>
            <p:nvPr/>
          </p:nvSpPr>
          <p:spPr bwMode="auto">
            <a:xfrm>
              <a:off x="3071" y="2303"/>
              <a:ext cx="173" cy="17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103488" name="Text Box 64"/>
          <p:cNvSpPr txBox="1">
            <a:spLocks noChangeArrowheads="1"/>
          </p:cNvSpPr>
          <p:nvPr/>
        </p:nvSpPr>
        <p:spPr bwMode="auto">
          <a:xfrm>
            <a:off x="342900" y="228600"/>
            <a:ext cx="8458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3200" b="1">
                <a:solidFill>
                  <a:schemeClr val="accent2"/>
                </a:solidFill>
                <a:latin typeface="Arial" charset="0"/>
              </a:rPr>
              <a:t>Boundary Fill Algorithm</a:t>
            </a:r>
          </a:p>
          <a:p>
            <a:pPr eaLnBrk="0" hangingPunct="0"/>
            <a:r>
              <a:rPr lang="en-US" altLang="en-US" sz="2800" b="1">
                <a:solidFill>
                  <a:srgbClr val="FF0000"/>
                </a:solidFill>
                <a:latin typeface="Arial" charset="0"/>
              </a:rPr>
              <a:t>8-connected </a:t>
            </a:r>
            <a:r>
              <a:rPr lang="en-US" altLang="en-US" sz="2800" b="1">
                <a:solidFill>
                  <a:srgbClr val="FF0000"/>
                </a:solidFill>
                <a:latin typeface="Arial" charset="0"/>
                <a:cs typeface="Arial" charset="0"/>
              </a:rPr>
              <a:t>(Example)</a:t>
            </a:r>
            <a:r>
              <a:rPr lang="en-US" altLang="en-US" sz="3200" b="1">
                <a:solidFill>
                  <a:schemeClr val="accent2"/>
                </a:solidFill>
                <a:latin typeface="Arial" charset="0"/>
                <a:cs typeface="Arial" charset="0"/>
              </a:rPr>
              <a:t> </a:t>
            </a:r>
            <a:r>
              <a:rPr lang="en-US" altLang="en-US" sz="2800">
                <a:latin typeface="Arial" charset="0"/>
                <a:cs typeface="Arial" charset="0"/>
              </a:rPr>
              <a:t> </a:t>
            </a:r>
          </a:p>
        </p:txBody>
      </p:sp>
      <p:graphicFrame>
        <p:nvGraphicFramePr>
          <p:cNvPr id="103515" name="Group 91"/>
          <p:cNvGraphicFramePr>
            <a:graphicFrameLocks noGrp="1"/>
          </p:cNvGraphicFramePr>
          <p:nvPr/>
        </p:nvGraphicFramePr>
        <p:xfrm>
          <a:off x="6477000" y="1609725"/>
          <a:ext cx="381000" cy="3048000"/>
        </p:xfrm>
        <a:graphic>
          <a:graphicData uri="http://schemas.openxmlformats.org/drawingml/2006/table">
            <a:tbl>
              <a:tblPr/>
              <a:tblGrid>
                <a:gridCol w="3810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3101F49-86FA-4048-9338-1B28C5CD3F74}" type="slidenum">
              <a:rPr lang="en-US" altLang="en-US"/>
              <a:pPr/>
              <a:t>46</a:t>
            </a:fld>
            <a:endParaRPr lang="en-US" altLang="en-US"/>
          </a:p>
        </p:txBody>
      </p:sp>
      <p:sp>
        <p:nvSpPr>
          <p:cNvPr id="55361" name="Text Box 65"/>
          <p:cNvSpPr txBox="1">
            <a:spLocks noChangeArrowheads="1"/>
          </p:cNvSpPr>
          <p:nvPr/>
        </p:nvSpPr>
        <p:spPr bwMode="auto">
          <a:xfrm>
            <a:off x="342900" y="228600"/>
            <a:ext cx="8458200" cy="6192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3200" b="1">
                <a:solidFill>
                  <a:schemeClr val="accent2"/>
                </a:solidFill>
                <a:latin typeface="Arial" charset="0"/>
              </a:rPr>
              <a:t>Boundary Fill Algorithm</a:t>
            </a:r>
          </a:p>
          <a:p>
            <a:pPr eaLnBrk="0" hangingPunct="0"/>
            <a:endParaRPr lang="en-US" altLang="en-US" sz="2800">
              <a:latin typeface="Arial" charset="0"/>
              <a:cs typeface="Arial" charset="0"/>
            </a:endParaRPr>
          </a:p>
          <a:p>
            <a:pPr algn="just" eaLnBrk="0" hangingPunct="0"/>
            <a:r>
              <a:rPr lang="en-US" altLang="en-US" sz="2800">
                <a:latin typeface="Arial" charset="0"/>
                <a:cs typeface="Arial" charset="0"/>
              </a:rPr>
              <a:t>Since the previous procedure requires considerable stacking of </a:t>
            </a:r>
            <a:r>
              <a:rPr lang="en-US" altLang="en-US" sz="2800">
                <a:latin typeface="Arial" charset="0"/>
              </a:rPr>
              <a:t>neighboring pixels, more </a:t>
            </a:r>
            <a:r>
              <a:rPr lang="en-US" altLang="en-US" sz="2800" b="1">
                <a:latin typeface="Arial" charset="0"/>
              </a:rPr>
              <a:t>efficient methods</a:t>
            </a:r>
            <a:r>
              <a:rPr lang="en-US" altLang="en-US" sz="2800">
                <a:latin typeface="Arial" charset="0"/>
              </a:rPr>
              <a:t> are generally employed. </a:t>
            </a:r>
          </a:p>
          <a:p>
            <a:pPr algn="just" eaLnBrk="0" hangingPunct="0"/>
            <a:endParaRPr lang="en-US" altLang="en-US" sz="1600">
              <a:latin typeface="Arial" charset="0"/>
            </a:endParaRPr>
          </a:p>
          <a:p>
            <a:pPr algn="just" eaLnBrk="0" hangingPunct="0"/>
            <a:r>
              <a:rPr lang="en-US" altLang="en-US" sz="2800">
                <a:latin typeface="Arial" charset="0"/>
              </a:rPr>
              <a:t>These methods (</a:t>
            </a:r>
            <a:r>
              <a:rPr lang="en-US" altLang="en-US" sz="2800" b="1">
                <a:solidFill>
                  <a:srgbClr val="FF0000"/>
                </a:solidFill>
                <a:latin typeface="Arial" charset="0"/>
              </a:rPr>
              <a:t>Span Flood-Fill</a:t>
            </a:r>
            <a:r>
              <a:rPr lang="en-US" altLang="en-US" sz="2800">
                <a:latin typeface="Arial" charset="0"/>
              </a:rPr>
              <a:t>) </a:t>
            </a:r>
            <a:r>
              <a:rPr lang="en-US" altLang="en-US" sz="2800" b="1">
                <a:latin typeface="Arial" charset="0"/>
              </a:rPr>
              <a:t>fill horizontal pixel spans across scan lines</a:t>
            </a:r>
            <a:r>
              <a:rPr lang="en-US" altLang="en-US" sz="2800">
                <a:latin typeface="Arial" charset="0"/>
              </a:rPr>
              <a:t>, instead of proceeding to 4-connected or 8-connected neighboring pixels. </a:t>
            </a:r>
          </a:p>
          <a:p>
            <a:pPr algn="just" eaLnBrk="0" hangingPunct="0"/>
            <a:endParaRPr lang="en-US" altLang="en-US" sz="1600">
              <a:latin typeface="Arial" charset="0"/>
            </a:endParaRPr>
          </a:p>
          <a:p>
            <a:pPr algn="just" eaLnBrk="0" hangingPunct="0"/>
            <a:r>
              <a:rPr lang="en-US" altLang="en-US" sz="2800">
                <a:latin typeface="Arial" charset="0"/>
              </a:rPr>
              <a:t>Then we need only stack a beginning position for each horizontal pixel spans, instead of stacking all unprocessed neighboring positions around the current position.</a:t>
            </a:r>
            <a:endParaRPr lang="en-US" altLang="en-US" sz="2800">
              <a:latin typeface="Arial" charset="0"/>
              <a:cs typeface="Arial"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D58A0B1-91C9-4320-92E7-ABD6F01ECA70}" type="slidenum">
              <a:rPr lang="en-US" altLang="en-US"/>
              <a:pPr/>
              <a:t>47</a:t>
            </a:fld>
            <a:endParaRPr lang="en-US" altLang="en-US"/>
          </a:p>
        </p:txBody>
      </p:sp>
      <p:sp>
        <p:nvSpPr>
          <p:cNvPr id="104676" name="Text Box 228"/>
          <p:cNvSpPr txBox="1">
            <a:spLocks noChangeArrowheads="1"/>
          </p:cNvSpPr>
          <p:nvPr/>
        </p:nvSpPr>
        <p:spPr bwMode="auto">
          <a:xfrm>
            <a:off x="342900" y="228600"/>
            <a:ext cx="8458200" cy="570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2800" b="1">
                <a:solidFill>
                  <a:schemeClr val="accent2"/>
                </a:solidFill>
                <a:latin typeface="Arial" charset="0"/>
              </a:rPr>
              <a:t>Span Flood-Fill</a:t>
            </a:r>
            <a:r>
              <a:rPr lang="en-US" altLang="en-US" sz="3200" b="1">
                <a:solidFill>
                  <a:schemeClr val="accent2"/>
                </a:solidFill>
                <a:latin typeface="Arial" charset="0"/>
              </a:rPr>
              <a:t> Algorithm</a:t>
            </a:r>
          </a:p>
          <a:p>
            <a:pPr eaLnBrk="0" hangingPunct="0"/>
            <a:endParaRPr lang="en-US" altLang="en-US" sz="2800">
              <a:latin typeface="Arial" charset="0"/>
              <a:cs typeface="Arial" charset="0"/>
            </a:endParaRPr>
          </a:p>
          <a:p>
            <a:pPr algn="just" eaLnBrk="0" hangingPunct="0"/>
            <a:r>
              <a:rPr lang="en-US" altLang="en-US" sz="2800">
                <a:latin typeface="Arial" charset="0"/>
              </a:rPr>
              <a:t>The algorithm is summarized as follows:</a:t>
            </a:r>
            <a:r>
              <a:rPr lang="en-US" altLang="en-US" sz="2800">
                <a:latin typeface="Arial" charset="0"/>
                <a:cs typeface="Arial" charset="0"/>
              </a:rPr>
              <a:t> </a:t>
            </a:r>
          </a:p>
          <a:p>
            <a:pPr algn="just" eaLnBrk="0" hangingPunct="0">
              <a:buClr>
                <a:srgbClr val="FF0000"/>
              </a:buClr>
              <a:buFontTx/>
              <a:buChar char="•"/>
            </a:pPr>
            <a:r>
              <a:rPr lang="en-US" altLang="en-US" sz="2800" b="1">
                <a:latin typeface="Arial" charset="0"/>
                <a:cs typeface="Arial" charset="0"/>
              </a:rPr>
              <a:t> Starting</a:t>
            </a:r>
            <a:r>
              <a:rPr lang="en-US" altLang="en-US" sz="2800">
                <a:latin typeface="Arial" charset="0"/>
                <a:cs typeface="Arial" charset="0"/>
              </a:rPr>
              <a:t> from the initial interior pixel, then fill in the contiguous span of pixels on this starting scan line.</a:t>
            </a:r>
          </a:p>
          <a:p>
            <a:pPr algn="just" eaLnBrk="0" hangingPunct="0">
              <a:buClr>
                <a:srgbClr val="FF0000"/>
              </a:buClr>
            </a:pPr>
            <a:endParaRPr lang="en-US" altLang="en-US" sz="1400">
              <a:latin typeface="Arial" charset="0"/>
              <a:cs typeface="Arial" charset="0"/>
            </a:endParaRPr>
          </a:p>
          <a:p>
            <a:pPr algn="just" eaLnBrk="0" hangingPunct="0">
              <a:buClr>
                <a:srgbClr val="FF0000"/>
              </a:buClr>
              <a:buFontTx/>
              <a:buChar char="•"/>
            </a:pPr>
            <a:r>
              <a:rPr lang="en-US" altLang="en-US" sz="2800" b="1">
                <a:latin typeface="Arial" charset="0"/>
                <a:cs typeface="Arial" charset="0"/>
              </a:rPr>
              <a:t> Then</a:t>
            </a:r>
            <a:r>
              <a:rPr lang="en-US" altLang="en-US" sz="2800">
                <a:latin typeface="Arial" charset="0"/>
                <a:cs typeface="Arial" charset="0"/>
              </a:rPr>
              <a:t> </a:t>
            </a:r>
            <a:r>
              <a:rPr lang="en-US" altLang="en-US" sz="2800" b="1">
                <a:latin typeface="Arial" charset="0"/>
                <a:cs typeface="Arial" charset="0"/>
              </a:rPr>
              <a:t>locate</a:t>
            </a:r>
            <a:r>
              <a:rPr lang="en-US" altLang="en-US" sz="2800">
                <a:latin typeface="Arial" charset="0"/>
                <a:cs typeface="Arial" charset="0"/>
              </a:rPr>
              <a:t> and </a:t>
            </a:r>
            <a:r>
              <a:rPr lang="en-US" altLang="en-US" sz="2800" b="1">
                <a:latin typeface="Arial" charset="0"/>
                <a:cs typeface="Arial" charset="0"/>
              </a:rPr>
              <a:t>stack</a:t>
            </a:r>
            <a:r>
              <a:rPr lang="en-US" altLang="en-US" sz="2800">
                <a:latin typeface="Arial" charset="0"/>
                <a:cs typeface="Arial" charset="0"/>
              </a:rPr>
              <a:t> starting positions for spans on the adjacent scan lines, where spans are defined as the contiguous horizontal string of positions bounded by pixels displayed in the area border color.  </a:t>
            </a:r>
          </a:p>
          <a:p>
            <a:pPr algn="just" eaLnBrk="0" hangingPunct="0">
              <a:buClr>
                <a:srgbClr val="FF0000"/>
              </a:buClr>
            </a:pPr>
            <a:endParaRPr lang="en-US" altLang="en-US" sz="1400">
              <a:latin typeface="Arial" charset="0"/>
            </a:endParaRPr>
          </a:p>
          <a:p>
            <a:pPr algn="just" eaLnBrk="0" hangingPunct="0">
              <a:buClr>
                <a:srgbClr val="FF0000"/>
              </a:buClr>
              <a:buFontTx/>
              <a:buChar char="•"/>
            </a:pPr>
            <a:r>
              <a:rPr lang="en-US" altLang="en-US" sz="2800" b="1">
                <a:latin typeface="Arial" charset="0"/>
                <a:cs typeface="Arial" charset="0"/>
              </a:rPr>
              <a:t> At each subsequent step</a:t>
            </a:r>
            <a:r>
              <a:rPr lang="en-US" altLang="en-US" sz="2800">
                <a:latin typeface="Arial" charset="0"/>
                <a:cs typeface="Arial" charset="0"/>
              </a:rPr>
              <a:t>, </a:t>
            </a:r>
            <a:r>
              <a:rPr lang="en-US" altLang="en-US" sz="2800" b="1">
                <a:latin typeface="Arial" charset="0"/>
                <a:cs typeface="Arial" charset="0"/>
              </a:rPr>
              <a:t>unstack</a:t>
            </a:r>
            <a:r>
              <a:rPr lang="en-US" altLang="en-US" sz="2800">
                <a:latin typeface="Arial" charset="0"/>
                <a:cs typeface="Arial" charset="0"/>
              </a:rPr>
              <a:t> the next start position and repeat the process.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Slide Number Placeholder 3"/>
          <p:cNvSpPr>
            <a:spLocks noGrp="1"/>
          </p:cNvSpPr>
          <p:nvPr>
            <p:ph type="sldNum" sz="quarter" idx="12"/>
          </p:nvPr>
        </p:nvSpPr>
        <p:spPr/>
        <p:txBody>
          <a:bodyPr/>
          <a:lstStyle/>
          <a:p>
            <a:fld id="{A000C63C-6A91-4C8F-BF89-227664121871}" type="slidenum">
              <a:rPr lang="en-US" altLang="en-US"/>
              <a:pPr/>
              <a:t>48</a:t>
            </a:fld>
            <a:endParaRPr lang="en-US" altLang="en-US"/>
          </a:p>
        </p:txBody>
      </p:sp>
      <p:sp>
        <p:nvSpPr>
          <p:cNvPr id="56322" name="Oval 2"/>
          <p:cNvSpPr>
            <a:spLocks noChangeAspect="1" noChangeArrowheads="1"/>
          </p:cNvSpPr>
          <p:nvPr/>
        </p:nvSpPr>
        <p:spPr bwMode="auto">
          <a:xfrm>
            <a:off x="2179638" y="13255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56323" name="Oval 3"/>
          <p:cNvSpPr>
            <a:spLocks noChangeAspect="1" noChangeArrowheads="1"/>
          </p:cNvSpPr>
          <p:nvPr/>
        </p:nvSpPr>
        <p:spPr bwMode="auto">
          <a:xfrm>
            <a:off x="2484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24" name="Oval 4"/>
          <p:cNvSpPr>
            <a:spLocks noChangeAspect="1" noChangeArrowheads="1"/>
          </p:cNvSpPr>
          <p:nvPr/>
        </p:nvSpPr>
        <p:spPr bwMode="auto">
          <a:xfrm>
            <a:off x="2789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25" name="Oval 5"/>
          <p:cNvSpPr>
            <a:spLocks noChangeAspect="1" noChangeArrowheads="1"/>
          </p:cNvSpPr>
          <p:nvPr/>
        </p:nvSpPr>
        <p:spPr bwMode="auto">
          <a:xfrm>
            <a:off x="3094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26" name="Oval 6"/>
          <p:cNvSpPr>
            <a:spLocks noChangeAspect="1" noChangeArrowheads="1"/>
          </p:cNvSpPr>
          <p:nvPr/>
        </p:nvSpPr>
        <p:spPr bwMode="auto">
          <a:xfrm>
            <a:off x="3398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27" name="Oval 7"/>
          <p:cNvSpPr>
            <a:spLocks noChangeAspect="1" noChangeArrowheads="1"/>
          </p:cNvSpPr>
          <p:nvPr/>
        </p:nvSpPr>
        <p:spPr bwMode="auto">
          <a:xfrm>
            <a:off x="3703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28" name="Oval 8"/>
          <p:cNvSpPr>
            <a:spLocks noChangeAspect="1" noChangeArrowheads="1"/>
          </p:cNvSpPr>
          <p:nvPr/>
        </p:nvSpPr>
        <p:spPr bwMode="auto">
          <a:xfrm>
            <a:off x="4008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29" name="Oval 9"/>
          <p:cNvSpPr>
            <a:spLocks noChangeAspect="1" noChangeArrowheads="1"/>
          </p:cNvSpPr>
          <p:nvPr/>
        </p:nvSpPr>
        <p:spPr bwMode="auto">
          <a:xfrm>
            <a:off x="4313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30" name="Oval 10"/>
          <p:cNvSpPr>
            <a:spLocks noChangeAspect="1" noChangeArrowheads="1"/>
          </p:cNvSpPr>
          <p:nvPr/>
        </p:nvSpPr>
        <p:spPr bwMode="auto">
          <a:xfrm>
            <a:off x="4618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31" name="Oval 11"/>
          <p:cNvSpPr>
            <a:spLocks noChangeAspect="1" noChangeArrowheads="1"/>
          </p:cNvSpPr>
          <p:nvPr/>
        </p:nvSpPr>
        <p:spPr bwMode="auto">
          <a:xfrm>
            <a:off x="4922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32" name="Oval 12"/>
          <p:cNvSpPr>
            <a:spLocks noChangeAspect="1" noChangeArrowheads="1"/>
          </p:cNvSpPr>
          <p:nvPr/>
        </p:nvSpPr>
        <p:spPr bwMode="auto">
          <a:xfrm>
            <a:off x="5227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33" name="Oval 13"/>
          <p:cNvSpPr>
            <a:spLocks noChangeAspect="1" noChangeArrowheads="1"/>
          </p:cNvSpPr>
          <p:nvPr/>
        </p:nvSpPr>
        <p:spPr bwMode="auto">
          <a:xfrm>
            <a:off x="5532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34" name="Oval 14"/>
          <p:cNvSpPr>
            <a:spLocks noChangeAspect="1" noChangeArrowheads="1"/>
          </p:cNvSpPr>
          <p:nvPr/>
        </p:nvSpPr>
        <p:spPr bwMode="auto">
          <a:xfrm>
            <a:off x="5837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35" name="Oval 15"/>
          <p:cNvSpPr>
            <a:spLocks noChangeAspect="1" noChangeArrowheads="1"/>
          </p:cNvSpPr>
          <p:nvPr/>
        </p:nvSpPr>
        <p:spPr bwMode="auto">
          <a:xfrm>
            <a:off x="6142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36" name="Oval 16"/>
          <p:cNvSpPr>
            <a:spLocks noChangeAspect="1" noChangeArrowheads="1"/>
          </p:cNvSpPr>
          <p:nvPr/>
        </p:nvSpPr>
        <p:spPr bwMode="auto">
          <a:xfrm>
            <a:off x="6446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37" name="Oval 17"/>
          <p:cNvSpPr>
            <a:spLocks noChangeAspect="1" noChangeArrowheads="1"/>
          </p:cNvSpPr>
          <p:nvPr/>
        </p:nvSpPr>
        <p:spPr bwMode="auto">
          <a:xfrm>
            <a:off x="6751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38" name="Oval 18"/>
          <p:cNvSpPr>
            <a:spLocks noChangeAspect="1" noChangeArrowheads="1"/>
          </p:cNvSpPr>
          <p:nvPr/>
        </p:nvSpPr>
        <p:spPr bwMode="auto">
          <a:xfrm>
            <a:off x="2179638" y="16303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56339" name="Oval 19"/>
          <p:cNvSpPr>
            <a:spLocks noChangeAspect="1" noChangeArrowheads="1"/>
          </p:cNvSpPr>
          <p:nvPr/>
        </p:nvSpPr>
        <p:spPr bwMode="auto">
          <a:xfrm>
            <a:off x="24844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40" name="Oval 20"/>
          <p:cNvSpPr>
            <a:spLocks noChangeAspect="1" noChangeArrowheads="1"/>
          </p:cNvSpPr>
          <p:nvPr/>
        </p:nvSpPr>
        <p:spPr bwMode="auto">
          <a:xfrm>
            <a:off x="27892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41" name="Oval 21"/>
          <p:cNvSpPr>
            <a:spLocks noChangeAspect="1" noChangeArrowheads="1"/>
          </p:cNvSpPr>
          <p:nvPr/>
        </p:nvSpPr>
        <p:spPr bwMode="auto">
          <a:xfrm>
            <a:off x="30940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42" name="Oval 22"/>
          <p:cNvSpPr>
            <a:spLocks noChangeAspect="1" noChangeArrowheads="1"/>
          </p:cNvSpPr>
          <p:nvPr/>
        </p:nvSpPr>
        <p:spPr bwMode="auto">
          <a:xfrm>
            <a:off x="33988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43" name="Oval 23"/>
          <p:cNvSpPr>
            <a:spLocks noChangeAspect="1" noChangeArrowheads="1"/>
          </p:cNvSpPr>
          <p:nvPr/>
        </p:nvSpPr>
        <p:spPr bwMode="auto">
          <a:xfrm>
            <a:off x="37036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44" name="Oval 24"/>
          <p:cNvSpPr>
            <a:spLocks noChangeAspect="1" noChangeArrowheads="1"/>
          </p:cNvSpPr>
          <p:nvPr/>
        </p:nvSpPr>
        <p:spPr bwMode="auto">
          <a:xfrm>
            <a:off x="40084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45" name="Oval 25"/>
          <p:cNvSpPr>
            <a:spLocks noChangeAspect="1" noChangeArrowheads="1"/>
          </p:cNvSpPr>
          <p:nvPr/>
        </p:nvSpPr>
        <p:spPr bwMode="auto">
          <a:xfrm>
            <a:off x="43132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46" name="Oval 26"/>
          <p:cNvSpPr>
            <a:spLocks noChangeAspect="1" noChangeArrowheads="1"/>
          </p:cNvSpPr>
          <p:nvPr/>
        </p:nvSpPr>
        <p:spPr bwMode="auto">
          <a:xfrm>
            <a:off x="46180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47" name="Oval 27"/>
          <p:cNvSpPr>
            <a:spLocks noChangeAspect="1" noChangeArrowheads="1"/>
          </p:cNvSpPr>
          <p:nvPr/>
        </p:nvSpPr>
        <p:spPr bwMode="auto">
          <a:xfrm>
            <a:off x="49228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48" name="Oval 28"/>
          <p:cNvSpPr>
            <a:spLocks noChangeAspect="1" noChangeArrowheads="1"/>
          </p:cNvSpPr>
          <p:nvPr/>
        </p:nvSpPr>
        <p:spPr bwMode="auto">
          <a:xfrm>
            <a:off x="52276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49" name="Oval 29"/>
          <p:cNvSpPr>
            <a:spLocks noChangeAspect="1" noChangeArrowheads="1"/>
          </p:cNvSpPr>
          <p:nvPr/>
        </p:nvSpPr>
        <p:spPr bwMode="auto">
          <a:xfrm>
            <a:off x="55324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50" name="Oval 30"/>
          <p:cNvSpPr>
            <a:spLocks noChangeAspect="1" noChangeArrowheads="1"/>
          </p:cNvSpPr>
          <p:nvPr/>
        </p:nvSpPr>
        <p:spPr bwMode="auto">
          <a:xfrm>
            <a:off x="58372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51" name="Oval 31"/>
          <p:cNvSpPr>
            <a:spLocks noChangeAspect="1" noChangeArrowheads="1"/>
          </p:cNvSpPr>
          <p:nvPr/>
        </p:nvSpPr>
        <p:spPr bwMode="auto">
          <a:xfrm>
            <a:off x="61420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52" name="Oval 32"/>
          <p:cNvSpPr>
            <a:spLocks noChangeAspect="1" noChangeArrowheads="1"/>
          </p:cNvSpPr>
          <p:nvPr/>
        </p:nvSpPr>
        <p:spPr bwMode="auto">
          <a:xfrm>
            <a:off x="64468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53" name="Oval 33"/>
          <p:cNvSpPr>
            <a:spLocks noChangeAspect="1" noChangeArrowheads="1"/>
          </p:cNvSpPr>
          <p:nvPr/>
        </p:nvSpPr>
        <p:spPr bwMode="auto">
          <a:xfrm>
            <a:off x="67516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54" name="Oval 34"/>
          <p:cNvSpPr>
            <a:spLocks noChangeAspect="1" noChangeArrowheads="1"/>
          </p:cNvSpPr>
          <p:nvPr/>
        </p:nvSpPr>
        <p:spPr bwMode="auto">
          <a:xfrm>
            <a:off x="2179638" y="19351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56355" name="Oval 35"/>
          <p:cNvSpPr>
            <a:spLocks noChangeAspect="1" noChangeArrowheads="1"/>
          </p:cNvSpPr>
          <p:nvPr/>
        </p:nvSpPr>
        <p:spPr bwMode="auto">
          <a:xfrm>
            <a:off x="24844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56" name="Oval 36"/>
          <p:cNvSpPr>
            <a:spLocks noChangeAspect="1" noChangeArrowheads="1"/>
          </p:cNvSpPr>
          <p:nvPr/>
        </p:nvSpPr>
        <p:spPr bwMode="auto">
          <a:xfrm>
            <a:off x="27892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57" name="Oval 37"/>
          <p:cNvSpPr>
            <a:spLocks noChangeAspect="1" noChangeArrowheads="1"/>
          </p:cNvSpPr>
          <p:nvPr/>
        </p:nvSpPr>
        <p:spPr bwMode="auto">
          <a:xfrm>
            <a:off x="30940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58" name="Oval 38"/>
          <p:cNvSpPr>
            <a:spLocks noChangeAspect="1" noChangeArrowheads="1"/>
          </p:cNvSpPr>
          <p:nvPr/>
        </p:nvSpPr>
        <p:spPr bwMode="auto">
          <a:xfrm>
            <a:off x="33988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59" name="Oval 39"/>
          <p:cNvSpPr>
            <a:spLocks noChangeAspect="1" noChangeArrowheads="1"/>
          </p:cNvSpPr>
          <p:nvPr/>
        </p:nvSpPr>
        <p:spPr bwMode="auto">
          <a:xfrm>
            <a:off x="3703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60" name="Oval 40"/>
          <p:cNvSpPr>
            <a:spLocks noChangeAspect="1" noChangeArrowheads="1"/>
          </p:cNvSpPr>
          <p:nvPr/>
        </p:nvSpPr>
        <p:spPr bwMode="auto">
          <a:xfrm>
            <a:off x="40084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61" name="Oval 41"/>
          <p:cNvSpPr>
            <a:spLocks noChangeAspect="1" noChangeArrowheads="1"/>
          </p:cNvSpPr>
          <p:nvPr/>
        </p:nvSpPr>
        <p:spPr bwMode="auto">
          <a:xfrm>
            <a:off x="43132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62" name="Oval 42"/>
          <p:cNvSpPr>
            <a:spLocks noChangeAspect="1" noChangeArrowheads="1"/>
          </p:cNvSpPr>
          <p:nvPr/>
        </p:nvSpPr>
        <p:spPr bwMode="auto">
          <a:xfrm>
            <a:off x="46180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63" name="Oval 43"/>
          <p:cNvSpPr>
            <a:spLocks noChangeAspect="1" noChangeArrowheads="1"/>
          </p:cNvSpPr>
          <p:nvPr/>
        </p:nvSpPr>
        <p:spPr bwMode="auto">
          <a:xfrm>
            <a:off x="49228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64" name="Oval 44"/>
          <p:cNvSpPr>
            <a:spLocks noChangeAspect="1" noChangeArrowheads="1"/>
          </p:cNvSpPr>
          <p:nvPr/>
        </p:nvSpPr>
        <p:spPr bwMode="auto">
          <a:xfrm>
            <a:off x="5227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65" name="Oval 45"/>
          <p:cNvSpPr>
            <a:spLocks noChangeAspect="1" noChangeArrowheads="1"/>
          </p:cNvSpPr>
          <p:nvPr/>
        </p:nvSpPr>
        <p:spPr bwMode="auto">
          <a:xfrm>
            <a:off x="55324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66" name="Oval 46"/>
          <p:cNvSpPr>
            <a:spLocks noChangeAspect="1" noChangeArrowheads="1"/>
          </p:cNvSpPr>
          <p:nvPr/>
        </p:nvSpPr>
        <p:spPr bwMode="auto">
          <a:xfrm>
            <a:off x="58372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67" name="Oval 47"/>
          <p:cNvSpPr>
            <a:spLocks noChangeAspect="1" noChangeArrowheads="1"/>
          </p:cNvSpPr>
          <p:nvPr/>
        </p:nvSpPr>
        <p:spPr bwMode="auto">
          <a:xfrm>
            <a:off x="61420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68" name="Oval 48"/>
          <p:cNvSpPr>
            <a:spLocks noChangeAspect="1" noChangeArrowheads="1"/>
          </p:cNvSpPr>
          <p:nvPr/>
        </p:nvSpPr>
        <p:spPr bwMode="auto">
          <a:xfrm>
            <a:off x="64468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69" name="Oval 49"/>
          <p:cNvSpPr>
            <a:spLocks noChangeAspect="1" noChangeArrowheads="1"/>
          </p:cNvSpPr>
          <p:nvPr/>
        </p:nvSpPr>
        <p:spPr bwMode="auto">
          <a:xfrm>
            <a:off x="6751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70" name="Oval 50"/>
          <p:cNvSpPr>
            <a:spLocks noChangeAspect="1" noChangeArrowheads="1"/>
          </p:cNvSpPr>
          <p:nvPr/>
        </p:nvSpPr>
        <p:spPr bwMode="auto">
          <a:xfrm>
            <a:off x="2179638" y="22399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56371" name="Oval 51"/>
          <p:cNvSpPr>
            <a:spLocks noChangeAspect="1" noChangeArrowheads="1"/>
          </p:cNvSpPr>
          <p:nvPr/>
        </p:nvSpPr>
        <p:spPr bwMode="auto">
          <a:xfrm>
            <a:off x="24844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72" name="Oval 52"/>
          <p:cNvSpPr>
            <a:spLocks noChangeAspect="1" noChangeArrowheads="1"/>
          </p:cNvSpPr>
          <p:nvPr/>
        </p:nvSpPr>
        <p:spPr bwMode="auto">
          <a:xfrm>
            <a:off x="27892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73" name="Oval 53"/>
          <p:cNvSpPr>
            <a:spLocks noChangeAspect="1" noChangeArrowheads="1"/>
          </p:cNvSpPr>
          <p:nvPr/>
        </p:nvSpPr>
        <p:spPr bwMode="auto">
          <a:xfrm>
            <a:off x="30940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74" name="Oval 54"/>
          <p:cNvSpPr>
            <a:spLocks noChangeAspect="1" noChangeArrowheads="1"/>
          </p:cNvSpPr>
          <p:nvPr/>
        </p:nvSpPr>
        <p:spPr bwMode="auto">
          <a:xfrm>
            <a:off x="33988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75" name="Oval 55"/>
          <p:cNvSpPr>
            <a:spLocks noChangeAspect="1" noChangeArrowheads="1"/>
          </p:cNvSpPr>
          <p:nvPr/>
        </p:nvSpPr>
        <p:spPr bwMode="auto">
          <a:xfrm>
            <a:off x="37036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76" name="Oval 56"/>
          <p:cNvSpPr>
            <a:spLocks noChangeAspect="1" noChangeArrowheads="1"/>
          </p:cNvSpPr>
          <p:nvPr/>
        </p:nvSpPr>
        <p:spPr bwMode="auto">
          <a:xfrm>
            <a:off x="40084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77" name="Oval 57"/>
          <p:cNvSpPr>
            <a:spLocks noChangeAspect="1" noChangeArrowheads="1"/>
          </p:cNvSpPr>
          <p:nvPr/>
        </p:nvSpPr>
        <p:spPr bwMode="auto">
          <a:xfrm>
            <a:off x="43132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78" name="Oval 58"/>
          <p:cNvSpPr>
            <a:spLocks noChangeAspect="1" noChangeArrowheads="1"/>
          </p:cNvSpPr>
          <p:nvPr/>
        </p:nvSpPr>
        <p:spPr bwMode="auto">
          <a:xfrm>
            <a:off x="46180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79" name="Oval 59"/>
          <p:cNvSpPr>
            <a:spLocks noChangeAspect="1" noChangeArrowheads="1"/>
          </p:cNvSpPr>
          <p:nvPr/>
        </p:nvSpPr>
        <p:spPr bwMode="auto">
          <a:xfrm>
            <a:off x="49228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80" name="Oval 60"/>
          <p:cNvSpPr>
            <a:spLocks noChangeAspect="1" noChangeArrowheads="1"/>
          </p:cNvSpPr>
          <p:nvPr/>
        </p:nvSpPr>
        <p:spPr bwMode="auto">
          <a:xfrm>
            <a:off x="52276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81" name="Oval 61"/>
          <p:cNvSpPr>
            <a:spLocks noChangeAspect="1" noChangeArrowheads="1"/>
          </p:cNvSpPr>
          <p:nvPr/>
        </p:nvSpPr>
        <p:spPr bwMode="auto">
          <a:xfrm>
            <a:off x="55324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82" name="Oval 62"/>
          <p:cNvSpPr>
            <a:spLocks noChangeAspect="1" noChangeArrowheads="1"/>
          </p:cNvSpPr>
          <p:nvPr/>
        </p:nvSpPr>
        <p:spPr bwMode="auto">
          <a:xfrm>
            <a:off x="58372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83" name="Oval 63"/>
          <p:cNvSpPr>
            <a:spLocks noChangeAspect="1" noChangeArrowheads="1"/>
          </p:cNvSpPr>
          <p:nvPr/>
        </p:nvSpPr>
        <p:spPr bwMode="auto">
          <a:xfrm>
            <a:off x="61420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84" name="Oval 64"/>
          <p:cNvSpPr>
            <a:spLocks noChangeAspect="1" noChangeArrowheads="1"/>
          </p:cNvSpPr>
          <p:nvPr/>
        </p:nvSpPr>
        <p:spPr bwMode="auto">
          <a:xfrm>
            <a:off x="64468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85" name="Oval 65"/>
          <p:cNvSpPr>
            <a:spLocks noChangeAspect="1" noChangeArrowheads="1"/>
          </p:cNvSpPr>
          <p:nvPr/>
        </p:nvSpPr>
        <p:spPr bwMode="auto">
          <a:xfrm>
            <a:off x="67516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86" name="Oval 66"/>
          <p:cNvSpPr>
            <a:spLocks noChangeAspect="1" noChangeArrowheads="1"/>
          </p:cNvSpPr>
          <p:nvPr/>
        </p:nvSpPr>
        <p:spPr bwMode="auto">
          <a:xfrm>
            <a:off x="2179638" y="25447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56387" name="Oval 67"/>
          <p:cNvSpPr>
            <a:spLocks noChangeAspect="1" noChangeArrowheads="1"/>
          </p:cNvSpPr>
          <p:nvPr/>
        </p:nvSpPr>
        <p:spPr bwMode="auto">
          <a:xfrm>
            <a:off x="24844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88" name="Oval 68"/>
          <p:cNvSpPr>
            <a:spLocks noChangeAspect="1" noChangeArrowheads="1"/>
          </p:cNvSpPr>
          <p:nvPr/>
        </p:nvSpPr>
        <p:spPr bwMode="auto">
          <a:xfrm>
            <a:off x="27892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89" name="Oval 69"/>
          <p:cNvSpPr>
            <a:spLocks noChangeAspect="1" noChangeArrowheads="1"/>
          </p:cNvSpPr>
          <p:nvPr/>
        </p:nvSpPr>
        <p:spPr bwMode="auto">
          <a:xfrm>
            <a:off x="3094038" y="25447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90" name="Oval 70"/>
          <p:cNvSpPr>
            <a:spLocks noChangeAspect="1" noChangeArrowheads="1"/>
          </p:cNvSpPr>
          <p:nvPr/>
        </p:nvSpPr>
        <p:spPr bwMode="auto">
          <a:xfrm>
            <a:off x="33988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91" name="Oval 71"/>
          <p:cNvSpPr>
            <a:spLocks noChangeAspect="1" noChangeArrowheads="1"/>
          </p:cNvSpPr>
          <p:nvPr/>
        </p:nvSpPr>
        <p:spPr bwMode="auto">
          <a:xfrm>
            <a:off x="37036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92" name="Oval 72"/>
          <p:cNvSpPr>
            <a:spLocks noChangeAspect="1" noChangeArrowheads="1"/>
          </p:cNvSpPr>
          <p:nvPr/>
        </p:nvSpPr>
        <p:spPr bwMode="auto">
          <a:xfrm>
            <a:off x="40084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93" name="Oval 73"/>
          <p:cNvSpPr>
            <a:spLocks noChangeAspect="1" noChangeArrowheads="1"/>
          </p:cNvSpPr>
          <p:nvPr/>
        </p:nvSpPr>
        <p:spPr bwMode="auto">
          <a:xfrm>
            <a:off x="43132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94" name="Oval 74"/>
          <p:cNvSpPr>
            <a:spLocks noChangeAspect="1" noChangeArrowheads="1"/>
          </p:cNvSpPr>
          <p:nvPr/>
        </p:nvSpPr>
        <p:spPr bwMode="auto">
          <a:xfrm>
            <a:off x="46180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95" name="Oval 75"/>
          <p:cNvSpPr>
            <a:spLocks noChangeAspect="1" noChangeArrowheads="1"/>
          </p:cNvSpPr>
          <p:nvPr/>
        </p:nvSpPr>
        <p:spPr bwMode="auto">
          <a:xfrm>
            <a:off x="49228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96" name="Oval 76"/>
          <p:cNvSpPr>
            <a:spLocks noChangeAspect="1" noChangeArrowheads="1"/>
          </p:cNvSpPr>
          <p:nvPr/>
        </p:nvSpPr>
        <p:spPr bwMode="auto">
          <a:xfrm>
            <a:off x="52276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97" name="Oval 77"/>
          <p:cNvSpPr>
            <a:spLocks noChangeAspect="1" noChangeArrowheads="1"/>
          </p:cNvSpPr>
          <p:nvPr/>
        </p:nvSpPr>
        <p:spPr bwMode="auto">
          <a:xfrm>
            <a:off x="55324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98" name="Oval 78"/>
          <p:cNvSpPr>
            <a:spLocks noChangeAspect="1" noChangeArrowheads="1"/>
          </p:cNvSpPr>
          <p:nvPr/>
        </p:nvSpPr>
        <p:spPr bwMode="auto">
          <a:xfrm>
            <a:off x="58372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399" name="Oval 79"/>
          <p:cNvSpPr>
            <a:spLocks noChangeAspect="1" noChangeArrowheads="1"/>
          </p:cNvSpPr>
          <p:nvPr/>
        </p:nvSpPr>
        <p:spPr bwMode="auto">
          <a:xfrm>
            <a:off x="61420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00" name="Oval 80"/>
          <p:cNvSpPr>
            <a:spLocks noChangeAspect="1" noChangeArrowheads="1"/>
          </p:cNvSpPr>
          <p:nvPr/>
        </p:nvSpPr>
        <p:spPr bwMode="auto">
          <a:xfrm>
            <a:off x="6446838" y="25447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01" name="Oval 81"/>
          <p:cNvSpPr>
            <a:spLocks noChangeAspect="1" noChangeArrowheads="1"/>
          </p:cNvSpPr>
          <p:nvPr/>
        </p:nvSpPr>
        <p:spPr bwMode="auto">
          <a:xfrm>
            <a:off x="67516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02" name="Oval 82"/>
          <p:cNvSpPr>
            <a:spLocks noChangeAspect="1" noChangeArrowheads="1"/>
          </p:cNvSpPr>
          <p:nvPr/>
        </p:nvSpPr>
        <p:spPr bwMode="auto">
          <a:xfrm>
            <a:off x="2209800" y="28495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56403" name="Oval 83"/>
          <p:cNvSpPr>
            <a:spLocks noChangeAspect="1" noChangeArrowheads="1"/>
          </p:cNvSpPr>
          <p:nvPr/>
        </p:nvSpPr>
        <p:spPr bwMode="auto">
          <a:xfrm>
            <a:off x="25146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04" name="Oval 84"/>
          <p:cNvSpPr>
            <a:spLocks noChangeAspect="1" noChangeArrowheads="1"/>
          </p:cNvSpPr>
          <p:nvPr/>
        </p:nvSpPr>
        <p:spPr bwMode="auto">
          <a:xfrm>
            <a:off x="28194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05" name="Oval 85"/>
          <p:cNvSpPr>
            <a:spLocks noChangeAspect="1" noChangeArrowheads="1"/>
          </p:cNvSpPr>
          <p:nvPr/>
        </p:nvSpPr>
        <p:spPr bwMode="auto">
          <a:xfrm>
            <a:off x="31242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06" name="Oval 86"/>
          <p:cNvSpPr>
            <a:spLocks noChangeAspect="1" noChangeArrowheads="1"/>
          </p:cNvSpPr>
          <p:nvPr/>
        </p:nvSpPr>
        <p:spPr bwMode="auto">
          <a:xfrm>
            <a:off x="34290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07" name="Oval 87"/>
          <p:cNvSpPr>
            <a:spLocks noChangeAspect="1" noChangeArrowheads="1"/>
          </p:cNvSpPr>
          <p:nvPr/>
        </p:nvSpPr>
        <p:spPr bwMode="auto">
          <a:xfrm>
            <a:off x="37338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08" name="Oval 88"/>
          <p:cNvSpPr>
            <a:spLocks noChangeAspect="1" noChangeArrowheads="1"/>
          </p:cNvSpPr>
          <p:nvPr/>
        </p:nvSpPr>
        <p:spPr bwMode="auto">
          <a:xfrm>
            <a:off x="40386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09" name="Oval 89"/>
          <p:cNvSpPr>
            <a:spLocks noChangeAspect="1" noChangeArrowheads="1"/>
          </p:cNvSpPr>
          <p:nvPr/>
        </p:nvSpPr>
        <p:spPr bwMode="auto">
          <a:xfrm>
            <a:off x="43434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10" name="Oval 90"/>
          <p:cNvSpPr>
            <a:spLocks noChangeAspect="1" noChangeArrowheads="1"/>
          </p:cNvSpPr>
          <p:nvPr/>
        </p:nvSpPr>
        <p:spPr bwMode="auto">
          <a:xfrm>
            <a:off x="46482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11" name="Oval 91"/>
          <p:cNvSpPr>
            <a:spLocks noChangeAspect="1" noChangeArrowheads="1"/>
          </p:cNvSpPr>
          <p:nvPr/>
        </p:nvSpPr>
        <p:spPr bwMode="auto">
          <a:xfrm>
            <a:off x="49530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12" name="Oval 92"/>
          <p:cNvSpPr>
            <a:spLocks noChangeAspect="1" noChangeArrowheads="1"/>
          </p:cNvSpPr>
          <p:nvPr/>
        </p:nvSpPr>
        <p:spPr bwMode="auto">
          <a:xfrm>
            <a:off x="52578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13" name="Oval 93"/>
          <p:cNvSpPr>
            <a:spLocks noChangeAspect="1" noChangeArrowheads="1"/>
          </p:cNvSpPr>
          <p:nvPr/>
        </p:nvSpPr>
        <p:spPr bwMode="auto">
          <a:xfrm>
            <a:off x="55626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14" name="Oval 94"/>
          <p:cNvSpPr>
            <a:spLocks noChangeAspect="1" noChangeArrowheads="1"/>
          </p:cNvSpPr>
          <p:nvPr/>
        </p:nvSpPr>
        <p:spPr bwMode="auto">
          <a:xfrm>
            <a:off x="58674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15" name="Oval 95"/>
          <p:cNvSpPr>
            <a:spLocks noChangeAspect="1" noChangeArrowheads="1"/>
          </p:cNvSpPr>
          <p:nvPr/>
        </p:nvSpPr>
        <p:spPr bwMode="auto">
          <a:xfrm>
            <a:off x="61722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16" name="Oval 96"/>
          <p:cNvSpPr>
            <a:spLocks noChangeAspect="1" noChangeArrowheads="1"/>
          </p:cNvSpPr>
          <p:nvPr/>
        </p:nvSpPr>
        <p:spPr bwMode="auto">
          <a:xfrm>
            <a:off x="64770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17" name="Oval 97"/>
          <p:cNvSpPr>
            <a:spLocks noChangeAspect="1" noChangeArrowheads="1"/>
          </p:cNvSpPr>
          <p:nvPr/>
        </p:nvSpPr>
        <p:spPr bwMode="auto">
          <a:xfrm>
            <a:off x="67818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18" name="Oval 98"/>
          <p:cNvSpPr>
            <a:spLocks noChangeAspect="1" noChangeArrowheads="1"/>
          </p:cNvSpPr>
          <p:nvPr/>
        </p:nvSpPr>
        <p:spPr bwMode="auto">
          <a:xfrm>
            <a:off x="2209800" y="31543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56419" name="Oval 99"/>
          <p:cNvSpPr>
            <a:spLocks noChangeAspect="1" noChangeArrowheads="1"/>
          </p:cNvSpPr>
          <p:nvPr/>
        </p:nvSpPr>
        <p:spPr bwMode="auto">
          <a:xfrm>
            <a:off x="25146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20" name="Oval 100"/>
          <p:cNvSpPr>
            <a:spLocks noChangeAspect="1" noChangeArrowheads="1"/>
          </p:cNvSpPr>
          <p:nvPr/>
        </p:nvSpPr>
        <p:spPr bwMode="auto">
          <a:xfrm>
            <a:off x="28194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21" name="Oval 101"/>
          <p:cNvSpPr>
            <a:spLocks noChangeAspect="1" noChangeArrowheads="1"/>
          </p:cNvSpPr>
          <p:nvPr/>
        </p:nvSpPr>
        <p:spPr bwMode="auto">
          <a:xfrm>
            <a:off x="31242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22" name="Oval 102"/>
          <p:cNvSpPr>
            <a:spLocks noChangeAspect="1" noChangeArrowheads="1"/>
          </p:cNvSpPr>
          <p:nvPr/>
        </p:nvSpPr>
        <p:spPr bwMode="auto">
          <a:xfrm>
            <a:off x="34290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23" name="Oval 103"/>
          <p:cNvSpPr>
            <a:spLocks noChangeAspect="1" noChangeArrowheads="1"/>
          </p:cNvSpPr>
          <p:nvPr/>
        </p:nvSpPr>
        <p:spPr bwMode="auto">
          <a:xfrm>
            <a:off x="37338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24" name="Oval 104"/>
          <p:cNvSpPr>
            <a:spLocks noChangeAspect="1" noChangeArrowheads="1"/>
          </p:cNvSpPr>
          <p:nvPr/>
        </p:nvSpPr>
        <p:spPr bwMode="auto">
          <a:xfrm>
            <a:off x="40386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25" name="Oval 105"/>
          <p:cNvSpPr>
            <a:spLocks noChangeAspect="1" noChangeArrowheads="1"/>
          </p:cNvSpPr>
          <p:nvPr/>
        </p:nvSpPr>
        <p:spPr bwMode="auto">
          <a:xfrm>
            <a:off x="43434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26" name="Oval 106"/>
          <p:cNvSpPr>
            <a:spLocks noChangeAspect="1" noChangeArrowheads="1"/>
          </p:cNvSpPr>
          <p:nvPr/>
        </p:nvSpPr>
        <p:spPr bwMode="auto">
          <a:xfrm>
            <a:off x="46482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27" name="Oval 107"/>
          <p:cNvSpPr>
            <a:spLocks noChangeAspect="1" noChangeArrowheads="1"/>
          </p:cNvSpPr>
          <p:nvPr/>
        </p:nvSpPr>
        <p:spPr bwMode="auto">
          <a:xfrm>
            <a:off x="49530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28" name="Oval 108"/>
          <p:cNvSpPr>
            <a:spLocks noChangeAspect="1" noChangeArrowheads="1"/>
          </p:cNvSpPr>
          <p:nvPr/>
        </p:nvSpPr>
        <p:spPr bwMode="auto">
          <a:xfrm>
            <a:off x="52578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29" name="Oval 109"/>
          <p:cNvSpPr>
            <a:spLocks noChangeAspect="1" noChangeArrowheads="1"/>
          </p:cNvSpPr>
          <p:nvPr/>
        </p:nvSpPr>
        <p:spPr bwMode="auto">
          <a:xfrm>
            <a:off x="55626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30" name="Oval 110"/>
          <p:cNvSpPr>
            <a:spLocks noChangeAspect="1" noChangeArrowheads="1"/>
          </p:cNvSpPr>
          <p:nvPr/>
        </p:nvSpPr>
        <p:spPr bwMode="auto">
          <a:xfrm>
            <a:off x="58674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S</a:t>
            </a:r>
          </a:p>
        </p:txBody>
      </p:sp>
      <p:sp>
        <p:nvSpPr>
          <p:cNvPr id="56431" name="Oval 111"/>
          <p:cNvSpPr>
            <a:spLocks noChangeAspect="1" noChangeArrowheads="1"/>
          </p:cNvSpPr>
          <p:nvPr/>
        </p:nvSpPr>
        <p:spPr bwMode="auto">
          <a:xfrm>
            <a:off x="61722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32" name="Oval 112"/>
          <p:cNvSpPr>
            <a:spLocks noChangeAspect="1" noChangeArrowheads="1"/>
          </p:cNvSpPr>
          <p:nvPr/>
        </p:nvSpPr>
        <p:spPr bwMode="auto">
          <a:xfrm>
            <a:off x="64770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33" name="Oval 113"/>
          <p:cNvSpPr>
            <a:spLocks noChangeAspect="1" noChangeArrowheads="1"/>
          </p:cNvSpPr>
          <p:nvPr/>
        </p:nvSpPr>
        <p:spPr bwMode="auto">
          <a:xfrm>
            <a:off x="67818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34" name="Oval 114"/>
          <p:cNvSpPr>
            <a:spLocks noChangeAspect="1" noChangeArrowheads="1"/>
          </p:cNvSpPr>
          <p:nvPr/>
        </p:nvSpPr>
        <p:spPr bwMode="auto">
          <a:xfrm>
            <a:off x="2209800" y="3459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56435" name="Oval 115"/>
          <p:cNvSpPr>
            <a:spLocks noChangeAspect="1" noChangeArrowheads="1"/>
          </p:cNvSpPr>
          <p:nvPr/>
        </p:nvSpPr>
        <p:spPr bwMode="auto">
          <a:xfrm>
            <a:off x="25146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36" name="Oval 116"/>
          <p:cNvSpPr>
            <a:spLocks noChangeAspect="1" noChangeArrowheads="1"/>
          </p:cNvSpPr>
          <p:nvPr/>
        </p:nvSpPr>
        <p:spPr bwMode="auto">
          <a:xfrm>
            <a:off x="28194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37" name="Oval 117"/>
          <p:cNvSpPr>
            <a:spLocks noChangeAspect="1" noChangeArrowheads="1"/>
          </p:cNvSpPr>
          <p:nvPr/>
        </p:nvSpPr>
        <p:spPr bwMode="auto">
          <a:xfrm>
            <a:off x="31242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38" name="Oval 118"/>
          <p:cNvSpPr>
            <a:spLocks noChangeAspect="1" noChangeArrowheads="1"/>
          </p:cNvSpPr>
          <p:nvPr/>
        </p:nvSpPr>
        <p:spPr bwMode="auto">
          <a:xfrm>
            <a:off x="34290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39" name="Oval 119"/>
          <p:cNvSpPr>
            <a:spLocks noChangeAspect="1" noChangeArrowheads="1"/>
          </p:cNvSpPr>
          <p:nvPr/>
        </p:nvSpPr>
        <p:spPr bwMode="auto">
          <a:xfrm>
            <a:off x="3733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40" name="Oval 120"/>
          <p:cNvSpPr>
            <a:spLocks noChangeAspect="1" noChangeArrowheads="1"/>
          </p:cNvSpPr>
          <p:nvPr/>
        </p:nvSpPr>
        <p:spPr bwMode="auto">
          <a:xfrm>
            <a:off x="40386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41" name="Oval 121"/>
          <p:cNvSpPr>
            <a:spLocks noChangeAspect="1" noChangeArrowheads="1"/>
          </p:cNvSpPr>
          <p:nvPr/>
        </p:nvSpPr>
        <p:spPr bwMode="auto">
          <a:xfrm>
            <a:off x="43434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42" name="Oval 122"/>
          <p:cNvSpPr>
            <a:spLocks noChangeAspect="1" noChangeArrowheads="1"/>
          </p:cNvSpPr>
          <p:nvPr/>
        </p:nvSpPr>
        <p:spPr bwMode="auto">
          <a:xfrm>
            <a:off x="46482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43" name="Oval 123"/>
          <p:cNvSpPr>
            <a:spLocks noChangeAspect="1" noChangeArrowheads="1"/>
          </p:cNvSpPr>
          <p:nvPr/>
        </p:nvSpPr>
        <p:spPr bwMode="auto">
          <a:xfrm>
            <a:off x="49530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44" name="Oval 124"/>
          <p:cNvSpPr>
            <a:spLocks noChangeAspect="1" noChangeArrowheads="1"/>
          </p:cNvSpPr>
          <p:nvPr/>
        </p:nvSpPr>
        <p:spPr bwMode="auto">
          <a:xfrm>
            <a:off x="5257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45" name="Oval 125"/>
          <p:cNvSpPr>
            <a:spLocks noChangeAspect="1" noChangeArrowheads="1"/>
          </p:cNvSpPr>
          <p:nvPr/>
        </p:nvSpPr>
        <p:spPr bwMode="auto">
          <a:xfrm>
            <a:off x="55626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46" name="Oval 126"/>
          <p:cNvSpPr>
            <a:spLocks noChangeAspect="1" noChangeArrowheads="1"/>
          </p:cNvSpPr>
          <p:nvPr/>
        </p:nvSpPr>
        <p:spPr bwMode="auto">
          <a:xfrm>
            <a:off x="58674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47" name="Oval 127"/>
          <p:cNvSpPr>
            <a:spLocks noChangeAspect="1" noChangeArrowheads="1"/>
          </p:cNvSpPr>
          <p:nvPr/>
        </p:nvSpPr>
        <p:spPr bwMode="auto">
          <a:xfrm>
            <a:off x="61722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48" name="Oval 128"/>
          <p:cNvSpPr>
            <a:spLocks noChangeAspect="1" noChangeArrowheads="1"/>
          </p:cNvSpPr>
          <p:nvPr/>
        </p:nvSpPr>
        <p:spPr bwMode="auto">
          <a:xfrm>
            <a:off x="64770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49" name="Oval 129"/>
          <p:cNvSpPr>
            <a:spLocks noChangeAspect="1" noChangeArrowheads="1"/>
          </p:cNvSpPr>
          <p:nvPr/>
        </p:nvSpPr>
        <p:spPr bwMode="auto">
          <a:xfrm>
            <a:off x="6781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50" name="Oval 130"/>
          <p:cNvSpPr>
            <a:spLocks noChangeAspect="1" noChangeArrowheads="1"/>
          </p:cNvSpPr>
          <p:nvPr/>
        </p:nvSpPr>
        <p:spPr bwMode="auto">
          <a:xfrm>
            <a:off x="2209800" y="37639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56451" name="Oval 131"/>
          <p:cNvSpPr>
            <a:spLocks noChangeAspect="1" noChangeArrowheads="1"/>
          </p:cNvSpPr>
          <p:nvPr/>
        </p:nvSpPr>
        <p:spPr bwMode="auto">
          <a:xfrm>
            <a:off x="2514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52" name="Oval 132"/>
          <p:cNvSpPr>
            <a:spLocks noChangeAspect="1" noChangeArrowheads="1"/>
          </p:cNvSpPr>
          <p:nvPr/>
        </p:nvSpPr>
        <p:spPr bwMode="auto">
          <a:xfrm>
            <a:off x="2819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53" name="Oval 133"/>
          <p:cNvSpPr>
            <a:spLocks noChangeAspect="1" noChangeArrowheads="1"/>
          </p:cNvSpPr>
          <p:nvPr/>
        </p:nvSpPr>
        <p:spPr bwMode="auto">
          <a:xfrm>
            <a:off x="3124200" y="37639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54" name="Oval 134"/>
          <p:cNvSpPr>
            <a:spLocks noChangeAspect="1" noChangeArrowheads="1"/>
          </p:cNvSpPr>
          <p:nvPr/>
        </p:nvSpPr>
        <p:spPr bwMode="auto">
          <a:xfrm>
            <a:off x="34290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55" name="Oval 135"/>
          <p:cNvSpPr>
            <a:spLocks noChangeAspect="1" noChangeArrowheads="1"/>
          </p:cNvSpPr>
          <p:nvPr/>
        </p:nvSpPr>
        <p:spPr bwMode="auto">
          <a:xfrm>
            <a:off x="3733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56" name="Oval 136"/>
          <p:cNvSpPr>
            <a:spLocks noChangeAspect="1" noChangeArrowheads="1"/>
          </p:cNvSpPr>
          <p:nvPr/>
        </p:nvSpPr>
        <p:spPr bwMode="auto">
          <a:xfrm>
            <a:off x="4038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57" name="Oval 137"/>
          <p:cNvSpPr>
            <a:spLocks noChangeAspect="1" noChangeArrowheads="1"/>
          </p:cNvSpPr>
          <p:nvPr/>
        </p:nvSpPr>
        <p:spPr bwMode="auto">
          <a:xfrm>
            <a:off x="4343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58" name="Oval 138"/>
          <p:cNvSpPr>
            <a:spLocks noChangeAspect="1" noChangeArrowheads="1"/>
          </p:cNvSpPr>
          <p:nvPr/>
        </p:nvSpPr>
        <p:spPr bwMode="auto">
          <a:xfrm>
            <a:off x="46482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59" name="Oval 139"/>
          <p:cNvSpPr>
            <a:spLocks noChangeAspect="1" noChangeArrowheads="1"/>
          </p:cNvSpPr>
          <p:nvPr/>
        </p:nvSpPr>
        <p:spPr bwMode="auto">
          <a:xfrm>
            <a:off x="49530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60" name="Oval 140"/>
          <p:cNvSpPr>
            <a:spLocks noChangeAspect="1" noChangeArrowheads="1"/>
          </p:cNvSpPr>
          <p:nvPr/>
        </p:nvSpPr>
        <p:spPr bwMode="auto">
          <a:xfrm>
            <a:off x="5257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61" name="Oval 141"/>
          <p:cNvSpPr>
            <a:spLocks noChangeAspect="1" noChangeArrowheads="1"/>
          </p:cNvSpPr>
          <p:nvPr/>
        </p:nvSpPr>
        <p:spPr bwMode="auto">
          <a:xfrm>
            <a:off x="5562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62" name="Oval 142"/>
          <p:cNvSpPr>
            <a:spLocks noChangeAspect="1" noChangeArrowheads="1"/>
          </p:cNvSpPr>
          <p:nvPr/>
        </p:nvSpPr>
        <p:spPr bwMode="auto">
          <a:xfrm>
            <a:off x="5867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63" name="Oval 143"/>
          <p:cNvSpPr>
            <a:spLocks noChangeAspect="1" noChangeArrowheads="1"/>
          </p:cNvSpPr>
          <p:nvPr/>
        </p:nvSpPr>
        <p:spPr bwMode="auto">
          <a:xfrm>
            <a:off x="61722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64" name="Oval 144"/>
          <p:cNvSpPr>
            <a:spLocks noChangeAspect="1" noChangeArrowheads="1"/>
          </p:cNvSpPr>
          <p:nvPr/>
        </p:nvSpPr>
        <p:spPr bwMode="auto">
          <a:xfrm>
            <a:off x="6477000" y="37639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65" name="Oval 145"/>
          <p:cNvSpPr>
            <a:spLocks noChangeAspect="1" noChangeArrowheads="1"/>
          </p:cNvSpPr>
          <p:nvPr/>
        </p:nvSpPr>
        <p:spPr bwMode="auto">
          <a:xfrm>
            <a:off x="6781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66" name="Oval 146"/>
          <p:cNvSpPr>
            <a:spLocks noChangeAspect="1" noChangeArrowheads="1"/>
          </p:cNvSpPr>
          <p:nvPr/>
        </p:nvSpPr>
        <p:spPr bwMode="auto">
          <a:xfrm>
            <a:off x="2209800" y="40687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56467" name="Oval 147"/>
          <p:cNvSpPr>
            <a:spLocks noChangeAspect="1" noChangeArrowheads="1"/>
          </p:cNvSpPr>
          <p:nvPr/>
        </p:nvSpPr>
        <p:spPr bwMode="auto">
          <a:xfrm>
            <a:off x="2514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68" name="Oval 148"/>
          <p:cNvSpPr>
            <a:spLocks noChangeAspect="1" noChangeArrowheads="1"/>
          </p:cNvSpPr>
          <p:nvPr/>
        </p:nvSpPr>
        <p:spPr bwMode="auto">
          <a:xfrm>
            <a:off x="2819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69" name="Oval 149"/>
          <p:cNvSpPr>
            <a:spLocks noChangeAspect="1" noChangeArrowheads="1"/>
          </p:cNvSpPr>
          <p:nvPr/>
        </p:nvSpPr>
        <p:spPr bwMode="auto">
          <a:xfrm>
            <a:off x="3124200" y="40687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70" name="Oval 150"/>
          <p:cNvSpPr>
            <a:spLocks noChangeAspect="1" noChangeArrowheads="1"/>
          </p:cNvSpPr>
          <p:nvPr/>
        </p:nvSpPr>
        <p:spPr bwMode="auto">
          <a:xfrm>
            <a:off x="34290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71" name="Oval 151"/>
          <p:cNvSpPr>
            <a:spLocks noChangeAspect="1" noChangeArrowheads="1"/>
          </p:cNvSpPr>
          <p:nvPr/>
        </p:nvSpPr>
        <p:spPr bwMode="auto">
          <a:xfrm>
            <a:off x="3733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72" name="Oval 152"/>
          <p:cNvSpPr>
            <a:spLocks noChangeAspect="1" noChangeArrowheads="1"/>
          </p:cNvSpPr>
          <p:nvPr/>
        </p:nvSpPr>
        <p:spPr bwMode="auto">
          <a:xfrm>
            <a:off x="4038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73" name="Oval 153"/>
          <p:cNvSpPr>
            <a:spLocks noChangeAspect="1" noChangeArrowheads="1"/>
          </p:cNvSpPr>
          <p:nvPr/>
        </p:nvSpPr>
        <p:spPr bwMode="auto">
          <a:xfrm>
            <a:off x="4343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74" name="Oval 154"/>
          <p:cNvSpPr>
            <a:spLocks noChangeAspect="1" noChangeArrowheads="1"/>
          </p:cNvSpPr>
          <p:nvPr/>
        </p:nvSpPr>
        <p:spPr bwMode="auto">
          <a:xfrm>
            <a:off x="46482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75" name="Oval 155"/>
          <p:cNvSpPr>
            <a:spLocks noChangeAspect="1" noChangeArrowheads="1"/>
          </p:cNvSpPr>
          <p:nvPr/>
        </p:nvSpPr>
        <p:spPr bwMode="auto">
          <a:xfrm>
            <a:off x="49530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76" name="Oval 156"/>
          <p:cNvSpPr>
            <a:spLocks noChangeAspect="1" noChangeArrowheads="1"/>
          </p:cNvSpPr>
          <p:nvPr/>
        </p:nvSpPr>
        <p:spPr bwMode="auto">
          <a:xfrm>
            <a:off x="5257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77" name="Oval 157"/>
          <p:cNvSpPr>
            <a:spLocks noChangeAspect="1" noChangeArrowheads="1"/>
          </p:cNvSpPr>
          <p:nvPr/>
        </p:nvSpPr>
        <p:spPr bwMode="auto">
          <a:xfrm>
            <a:off x="5562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78" name="Oval 158"/>
          <p:cNvSpPr>
            <a:spLocks noChangeAspect="1" noChangeArrowheads="1"/>
          </p:cNvSpPr>
          <p:nvPr/>
        </p:nvSpPr>
        <p:spPr bwMode="auto">
          <a:xfrm>
            <a:off x="5867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79" name="Oval 159"/>
          <p:cNvSpPr>
            <a:spLocks noChangeAspect="1" noChangeArrowheads="1"/>
          </p:cNvSpPr>
          <p:nvPr/>
        </p:nvSpPr>
        <p:spPr bwMode="auto">
          <a:xfrm>
            <a:off x="61722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80" name="Oval 160"/>
          <p:cNvSpPr>
            <a:spLocks noChangeAspect="1" noChangeArrowheads="1"/>
          </p:cNvSpPr>
          <p:nvPr/>
        </p:nvSpPr>
        <p:spPr bwMode="auto">
          <a:xfrm>
            <a:off x="6477000" y="40687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81" name="Oval 161"/>
          <p:cNvSpPr>
            <a:spLocks noChangeAspect="1" noChangeArrowheads="1"/>
          </p:cNvSpPr>
          <p:nvPr/>
        </p:nvSpPr>
        <p:spPr bwMode="auto">
          <a:xfrm>
            <a:off x="6781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82" name="Oval 162"/>
          <p:cNvSpPr>
            <a:spLocks noChangeAspect="1" noChangeArrowheads="1"/>
          </p:cNvSpPr>
          <p:nvPr/>
        </p:nvSpPr>
        <p:spPr bwMode="auto">
          <a:xfrm>
            <a:off x="2209800" y="43735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56483" name="Oval 163"/>
          <p:cNvSpPr>
            <a:spLocks noChangeAspect="1" noChangeArrowheads="1"/>
          </p:cNvSpPr>
          <p:nvPr/>
        </p:nvSpPr>
        <p:spPr bwMode="auto">
          <a:xfrm>
            <a:off x="25146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84" name="Oval 164"/>
          <p:cNvSpPr>
            <a:spLocks noChangeAspect="1" noChangeArrowheads="1"/>
          </p:cNvSpPr>
          <p:nvPr/>
        </p:nvSpPr>
        <p:spPr bwMode="auto">
          <a:xfrm>
            <a:off x="28194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85" name="Oval 165"/>
          <p:cNvSpPr>
            <a:spLocks noChangeAspect="1" noChangeArrowheads="1"/>
          </p:cNvSpPr>
          <p:nvPr/>
        </p:nvSpPr>
        <p:spPr bwMode="auto">
          <a:xfrm>
            <a:off x="3124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86" name="Oval 166"/>
          <p:cNvSpPr>
            <a:spLocks noChangeAspect="1" noChangeArrowheads="1"/>
          </p:cNvSpPr>
          <p:nvPr/>
        </p:nvSpPr>
        <p:spPr bwMode="auto">
          <a:xfrm>
            <a:off x="3429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87" name="Oval 167"/>
          <p:cNvSpPr>
            <a:spLocks noChangeAspect="1" noChangeArrowheads="1"/>
          </p:cNvSpPr>
          <p:nvPr/>
        </p:nvSpPr>
        <p:spPr bwMode="auto">
          <a:xfrm>
            <a:off x="37338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88" name="Oval 168"/>
          <p:cNvSpPr>
            <a:spLocks noChangeAspect="1" noChangeArrowheads="1"/>
          </p:cNvSpPr>
          <p:nvPr/>
        </p:nvSpPr>
        <p:spPr bwMode="auto">
          <a:xfrm>
            <a:off x="40386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89" name="Oval 169"/>
          <p:cNvSpPr>
            <a:spLocks noChangeAspect="1" noChangeArrowheads="1"/>
          </p:cNvSpPr>
          <p:nvPr/>
        </p:nvSpPr>
        <p:spPr bwMode="auto">
          <a:xfrm>
            <a:off x="43434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90" name="Oval 170"/>
          <p:cNvSpPr>
            <a:spLocks noChangeAspect="1" noChangeArrowheads="1"/>
          </p:cNvSpPr>
          <p:nvPr/>
        </p:nvSpPr>
        <p:spPr bwMode="auto">
          <a:xfrm>
            <a:off x="4648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91" name="Oval 171"/>
          <p:cNvSpPr>
            <a:spLocks noChangeAspect="1" noChangeArrowheads="1"/>
          </p:cNvSpPr>
          <p:nvPr/>
        </p:nvSpPr>
        <p:spPr bwMode="auto">
          <a:xfrm>
            <a:off x="4953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92" name="Oval 172"/>
          <p:cNvSpPr>
            <a:spLocks noChangeAspect="1" noChangeArrowheads="1"/>
          </p:cNvSpPr>
          <p:nvPr/>
        </p:nvSpPr>
        <p:spPr bwMode="auto">
          <a:xfrm>
            <a:off x="52578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93" name="Oval 173"/>
          <p:cNvSpPr>
            <a:spLocks noChangeAspect="1" noChangeArrowheads="1"/>
          </p:cNvSpPr>
          <p:nvPr/>
        </p:nvSpPr>
        <p:spPr bwMode="auto">
          <a:xfrm>
            <a:off x="55626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94" name="Oval 174"/>
          <p:cNvSpPr>
            <a:spLocks noChangeAspect="1" noChangeArrowheads="1"/>
          </p:cNvSpPr>
          <p:nvPr/>
        </p:nvSpPr>
        <p:spPr bwMode="auto">
          <a:xfrm>
            <a:off x="58674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95" name="Oval 175"/>
          <p:cNvSpPr>
            <a:spLocks noChangeAspect="1" noChangeArrowheads="1"/>
          </p:cNvSpPr>
          <p:nvPr/>
        </p:nvSpPr>
        <p:spPr bwMode="auto">
          <a:xfrm>
            <a:off x="6172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96" name="Oval 176"/>
          <p:cNvSpPr>
            <a:spLocks noChangeAspect="1" noChangeArrowheads="1"/>
          </p:cNvSpPr>
          <p:nvPr/>
        </p:nvSpPr>
        <p:spPr bwMode="auto">
          <a:xfrm>
            <a:off x="6477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97" name="Oval 177"/>
          <p:cNvSpPr>
            <a:spLocks noChangeAspect="1" noChangeArrowheads="1"/>
          </p:cNvSpPr>
          <p:nvPr/>
        </p:nvSpPr>
        <p:spPr bwMode="auto">
          <a:xfrm>
            <a:off x="67818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498" name="Oval 178"/>
          <p:cNvSpPr>
            <a:spLocks noChangeAspect="1" noChangeArrowheads="1"/>
          </p:cNvSpPr>
          <p:nvPr/>
        </p:nvSpPr>
        <p:spPr bwMode="auto">
          <a:xfrm>
            <a:off x="2209800" y="46783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0</a:t>
            </a:r>
          </a:p>
        </p:txBody>
      </p:sp>
      <p:sp>
        <p:nvSpPr>
          <p:cNvPr id="56499" name="Oval 179"/>
          <p:cNvSpPr>
            <a:spLocks noChangeAspect="1" noChangeArrowheads="1"/>
          </p:cNvSpPr>
          <p:nvPr/>
        </p:nvSpPr>
        <p:spPr bwMode="auto">
          <a:xfrm>
            <a:off x="2514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500" name="Oval 180"/>
          <p:cNvSpPr>
            <a:spLocks noChangeAspect="1" noChangeArrowheads="1"/>
          </p:cNvSpPr>
          <p:nvPr/>
        </p:nvSpPr>
        <p:spPr bwMode="auto">
          <a:xfrm>
            <a:off x="2819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501" name="Oval 181"/>
          <p:cNvSpPr>
            <a:spLocks noChangeAspect="1" noChangeArrowheads="1"/>
          </p:cNvSpPr>
          <p:nvPr/>
        </p:nvSpPr>
        <p:spPr bwMode="auto">
          <a:xfrm>
            <a:off x="3124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502" name="Oval 182"/>
          <p:cNvSpPr>
            <a:spLocks noChangeAspect="1" noChangeArrowheads="1"/>
          </p:cNvSpPr>
          <p:nvPr/>
        </p:nvSpPr>
        <p:spPr bwMode="auto">
          <a:xfrm>
            <a:off x="3429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503" name="Oval 183"/>
          <p:cNvSpPr>
            <a:spLocks noChangeAspect="1" noChangeArrowheads="1"/>
          </p:cNvSpPr>
          <p:nvPr/>
        </p:nvSpPr>
        <p:spPr bwMode="auto">
          <a:xfrm>
            <a:off x="3733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504" name="Oval 184"/>
          <p:cNvSpPr>
            <a:spLocks noChangeAspect="1" noChangeArrowheads="1"/>
          </p:cNvSpPr>
          <p:nvPr/>
        </p:nvSpPr>
        <p:spPr bwMode="auto">
          <a:xfrm>
            <a:off x="4038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505" name="Oval 185"/>
          <p:cNvSpPr>
            <a:spLocks noChangeAspect="1" noChangeArrowheads="1"/>
          </p:cNvSpPr>
          <p:nvPr/>
        </p:nvSpPr>
        <p:spPr bwMode="auto">
          <a:xfrm>
            <a:off x="4343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506" name="Oval 186"/>
          <p:cNvSpPr>
            <a:spLocks noChangeAspect="1" noChangeArrowheads="1"/>
          </p:cNvSpPr>
          <p:nvPr/>
        </p:nvSpPr>
        <p:spPr bwMode="auto">
          <a:xfrm>
            <a:off x="4648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507" name="Oval 187"/>
          <p:cNvSpPr>
            <a:spLocks noChangeAspect="1" noChangeArrowheads="1"/>
          </p:cNvSpPr>
          <p:nvPr/>
        </p:nvSpPr>
        <p:spPr bwMode="auto">
          <a:xfrm>
            <a:off x="4953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508" name="Oval 188"/>
          <p:cNvSpPr>
            <a:spLocks noChangeAspect="1" noChangeArrowheads="1"/>
          </p:cNvSpPr>
          <p:nvPr/>
        </p:nvSpPr>
        <p:spPr bwMode="auto">
          <a:xfrm>
            <a:off x="5257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509" name="Oval 189"/>
          <p:cNvSpPr>
            <a:spLocks noChangeAspect="1" noChangeArrowheads="1"/>
          </p:cNvSpPr>
          <p:nvPr/>
        </p:nvSpPr>
        <p:spPr bwMode="auto">
          <a:xfrm>
            <a:off x="5562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510" name="Oval 190"/>
          <p:cNvSpPr>
            <a:spLocks noChangeAspect="1" noChangeArrowheads="1"/>
          </p:cNvSpPr>
          <p:nvPr/>
        </p:nvSpPr>
        <p:spPr bwMode="auto">
          <a:xfrm>
            <a:off x="5867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511" name="Oval 191"/>
          <p:cNvSpPr>
            <a:spLocks noChangeAspect="1" noChangeArrowheads="1"/>
          </p:cNvSpPr>
          <p:nvPr/>
        </p:nvSpPr>
        <p:spPr bwMode="auto">
          <a:xfrm>
            <a:off x="6172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512" name="Oval 192"/>
          <p:cNvSpPr>
            <a:spLocks noChangeAspect="1" noChangeArrowheads="1"/>
          </p:cNvSpPr>
          <p:nvPr/>
        </p:nvSpPr>
        <p:spPr bwMode="auto">
          <a:xfrm>
            <a:off x="6477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513" name="Oval 193"/>
          <p:cNvSpPr>
            <a:spLocks noChangeAspect="1" noChangeArrowheads="1"/>
          </p:cNvSpPr>
          <p:nvPr/>
        </p:nvSpPr>
        <p:spPr bwMode="auto">
          <a:xfrm>
            <a:off x="6781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6514" name="Oval 194"/>
          <p:cNvSpPr>
            <a:spLocks noChangeAspect="1" noChangeArrowheads="1"/>
          </p:cNvSpPr>
          <p:nvPr/>
        </p:nvSpPr>
        <p:spPr bwMode="auto">
          <a:xfrm>
            <a:off x="2209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6515" name="Oval 195"/>
          <p:cNvSpPr>
            <a:spLocks noChangeAspect="1" noChangeArrowheads="1"/>
          </p:cNvSpPr>
          <p:nvPr/>
        </p:nvSpPr>
        <p:spPr bwMode="auto">
          <a:xfrm>
            <a:off x="2514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0</a:t>
            </a:r>
          </a:p>
        </p:txBody>
      </p:sp>
      <p:sp>
        <p:nvSpPr>
          <p:cNvPr id="56516" name="Oval 196"/>
          <p:cNvSpPr>
            <a:spLocks noChangeAspect="1" noChangeArrowheads="1"/>
          </p:cNvSpPr>
          <p:nvPr/>
        </p:nvSpPr>
        <p:spPr bwMode="auto">
          <a:xfrm>
            <a:off x="2819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56517" name="Oval 197"/>
          <p:cNvSpPr>
            <a:spLocks noChangeAspect="1" noChangeArrowheads="1"/>
          </p:cNvSpPr>
          <p:nvPr/>
        </p:nvSpPr>
        <p:spPr bwMode="auto">
          <a:xfrm>
            <a:off x="3124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56518" name="Oval 198"/>
          <p:cNvSpPr>
            <a:spLocks noChangeAspect="1" noChangeArrowheads="1"/>
          </p:cNvSpPr>
          <p:nvPr/>
        </p:nvSpPr>
        <p:spPr bwMode="auto">
          <a:xfrm>
            <a:off x="3429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56519" name="Oval 199"/>
          <p:cNvSpPr>
            <a:spLocks noChangeAspect="1" noChangeArrowheads="1"/>
          </p:cNvSpPr>
          <p:nvPr/>
        </p:nvSpPr>
        <p:spPr bwMode="auto">
          <a:xfrm>
            <a:off x="3733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56520" name="Oval 200"/>
          <p:cNvSpPr>
            <a:spLocks noChangeAspect="1" noChangeArrowheads="1"/>
          </p:cNvSpPr>
          <p:nvPr/>
        </p:nvSpPr>
        <p:spPr bwMode="auto">
          <a:xfrm>
            <a:off x="4038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56521" name="Oval 201"/>
          <p:cNvSpPr>
            <a:spLocks noChangeAspect="1" noChangeArrowheads="1"/>
          </p:cNvSpPr>
          <p:nvPr/>
        </p:nvSpPr>
        <p:spPr bwMode="auto">
          <a:xfrm>
            <a:off x="4343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56522" name="Oval 202"/>
          <p:cNvSpPr>
            <a:spLocks noChangeAspect="1" noChangeArrowheads="1"/>
          </p:cNvSpPr>
          <p:nvPr/>
        </p:nvSpPr>
        <p:spPr bwMode="auto">
          <a:xfrm>
            <a:off x="4648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56523" name="Oval 203"/>
          <p:cNvSpPr>
            <a:spLocks noChangeAspect="1" noChangeArrowheads="1"/>
          </p:cNvSpPr>
          <p:nvPr/>
        </p:nvSpPr>
        <p:spPr bwMode="auto">
          <a:xfrm>
            <a:off x="4953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56524" name="Oval 204"/>
          <p:cNvSpPr>
            <a:spLocks noChangeAspect="1" noChangeArrowheads="1"/>
          </p:cNvSpPr>
          <p:nvPr/>
        </p:nvSpPr>
        <p:spPr bwMode="auto">
          <a:xfrm>
            <a:off x="5257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56525" name="Oval 205"/>
          <p:cNvSpPr>
            <a:spLocks noChangeAspect="1" noChangeArrowheads="1"/>
          </p:cNvSpPr>
          <p:nvPr/>
        </p:nvSpPr>
        <p:spPr bwMode="auto">
          <a:xfrm>
            <a:off x="5562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56526" name="Oval 206"/>
          <p:cNvSpPr>
            <a:spLocks noChangeAspect="1" noChangeArrowheads="1"/>
          </p:cNvSpPr>
          <p:nvPr/>
        </p:nvSpPr>
        <p:spPr bwMode="auto">
          <a:xfrm>
            <a:off x="5867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56527" name="Oval 207"/>
          <p:cNvSpPr>
            <a:spLocks noChangeAspect="1" noChangeArrowheads="1"/>
          </p:cNvSpPr>
          <p:nvPr/>
        </p:nvSpPr>
        <p:spPr bwMode="auto">
          <a:xfrm>
            <a:off x="6172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12</a:t>
            </a:r>
          </a:p>
        </p:txBody>
      </p:sp>
      <p:sp>
        <p:nvSpPr>
          <p:cNvPr id="56528" name="Oval 208"/>
          <p:cNvSpPr>
            <a:spLocks noChangeAspect="1" noChangeArrowheads="1"/>
          </p:cNvSpPr>
          <p:nvPr/>
        </p:nvSpPr>
        <p:spPr bwMode="auto">
          <a:xfrm>
            <a:off x="6477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13</a:t>
            </a:r>
          </a:p>
        </p:txBody>
      </p:sp>
      <p:sp>
        <p:nvSpPr>
          <p:cNvPr id="56529" name="Oval 209"/>
          <p:cNvSpPr>
            <a:spLocks noChangeAspect="1" noChangeArrowheads="1"/>
          </p:cNvSpPr>
          <p:nvPr/>
        </p:nvSpPr>
        <p:spPr bwMode="auto">
          <a:xfrm>
            <a:off x="6781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14</a:t>
            </a:r>
          </a:p>
        </p:txBody>
      </p:sp>
      <p:graphicFrame>
        <p:nvGraphicFramePr>
          <p:cNvPr id="56530" name="Group 210"/>
          <p:cNvGraphicFramePr>
            <a:graphicFrameLocks noGrp="1"/>
          </p:cNvGraphicFramePr>
          <p:nvPr/>
        </p:nvGraphicFramePr>
        <p:xfrm>
          <a:off x="7543800" y="2362200"/>
          <a:ext cx="457200" cy="1828800"/>
        </p:xfrm>
        <a:graphic>
          <a:graphicData uri="http://schemas.openxmlformats.org/drawingml/2006/table">
            <a:tbl>
              <a:tblPr/>
              <a:tblGrid>
                <a:gridCol w="4572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56548" name="Text Box 228"/>
          <p:cNvSpPr txBox="1">
            <a:spLocks noChangeArrowheads="1"/>
          </p:cNvSpPr>
          <p:nvPr/>
        </p:nvSpPr>
        <p:spPr bwMode="auto">
          <a:xfrm>
            <a:off x="342900" y="228600"/>
            <a:ext cx="845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2800" b="1">
                <a:solidFill>
                  <a:schemeClr val="accent2"/>
                </a:solidFill>
                <a:latin typeface="Arial" charset="0"/>
              </a:rPr>
              <a:t>Span Flood-Fill</a:t>
            </a:r>
            <a:r>
              <a:rPr lang="en-US" altLang="en-US" sz="3200" b="1">
                <a:solidFill>
                  <a:schemeClr val="accent2"/>
                </a:solidFill>
                <a:latin typeface="Arial" charset="0"/>
              </a:rPr>
              <a:t> Algorithm (</a:t>
            </a:r>
            <a:r>
              <a:rPr lang="en-US" altLang="en-US" sz="3200" b="1">
                <a:solidFill>
                  <a:srgbClr val="FF0000"/>
                </a:solidFill>
                <a:latin typeface="Arial" charset="0"/>
              </a:rPr>
              <a:t>example</a:t>
            </a:r>
            <a:r>
              <a:rPr lang="en-US" altLang="en-US" sz="3200" b="1">
                <a:solidFill>
                  <a:schemeClr val="accent2"/>
                </a:solidFill>
                <a:latin typeface="Arial" charset="0"/>
              </a:rPr>
              <a:t>)</a:t>
            </a:r>
            <a:endParaRPr lang="en-US" altLang="en-US" sz="2800">
              <a:latin typeface="Arial" charset="0"/>
              <a:cs typeface="Arial"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Slide Number Placeholder 3"/>
          <p:cNvSpPr>
            <a:spLocks noGrp="1"/>
          </p:cNvSpPr>
          <p:nvPr>
            <p:ph type="sldNum" sz="quarter" idx="12"/>
          </p:nvPr>
        </p:nvSpPr>
        <p:spPr/>
        <p:txBody>
          <a:bodyPr/>
          <a:lstStyle/>
          <a:p>
            <a:fld id="{834EF818-430A-407B-8089-703B9F3B4959}" type="slidenum">
              <a:rPr lang="en-US" altLang="en-US"/>
              <a:pPr/>
              <a:t>49</a:t>
            </a:fld>
            <a:endParaRPr lang="en-US" altLang="en-US"/>
          </a:p>
        </p:txBody>
      </p:sp>
      <p:sp>
        <p:nvSpPr>
          <p:cNvPr id="57346" name="Oval 2"/>
          <p:cNvSpPr>
            <a:spLocks noChangeAspect="1" noChangeArrowheads="1"/>
          </p:cNvSpPr>
          <p:nvPr/>
        </p:nvSpPr>
        <p:spPr bwMode="auto">
          <a:xfrm>
            <a:off x="2179638" y="13255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57347" name="Oval 3"/>
          <p:cNvSpPr>
            <a:spLocks noChangeAspect="1" noChangeArrowheads="1"/>
          </p:cNvSpPr>
          <p:nvPr/>
        </p:nvSpPr>
        <p:spPr bwMode="auto">
          <a:xfrm>
            <a:off x="2484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48" name="Oval 4"/>
          <p:cNvSpPr>
            <a:spLocks noChangeAspect="1" noChangeArrowheads="1"/>
          </p:cNvSpPr>
          <p:nvPr/>
        </p:nvSpPr>
        <p:spPr bwMode="auto">
          <a:xfrm>
            <a:off x="2789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49" name="Oval 5"/>
          <p:cNvSpPr>
            <a:spLocks noChangeAspect="1" noChangeArrowheads="1"/>
          </p:cNvSpPr>
          <p:nvPr/>
        </p:nvSpPr>
        <p:spPr bwMode="auto">
          <a:xfrm>
            <a:off x="3094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50" name="Oval 6"/>
          <p:cNvSpPr>
            <a:spLocks noChangeAspect="1" noChangeArrowheads="1"/>
          </p:cNvSpPr>
          <p:nvPr/>
        </p:nvSpPr>
        <p:spPr bwMode="auto">
          <a:xfrm>
            <a:off x="3398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51" name="Oval 7"/>
          <p:cNvSpPr>
            <a:spLocks noChangeAspect="1" noChangeArrowheads="1"/>
          </p:cNvSpPr>
          <p:nvPr/>
        </p:nvSpPr>
        <p:spPr bwMode="auto">
          <a:xfrm>
            <a:off x="3703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52" name="Oval 8"/>
          <p:cNvSpPr>
            <a:spLocks noChangeAspect="1" noChangeArrowheads="1"/>
          </p:cNvSpPr>
          <p:nvPr/>
        </p:nvSpPr>
        <p:spPr bwMode="auto">
          <a:xfrm>
            <a:off x="4008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53" name="Oval 9"/>
          <p:cNvSpPr>
            <a:spLocks noChangeAspect="1" noChangeArrowheads="1"/>
          </p:cNvSpPr>
          <p:nvPr/>
        </p:nvSpPr>
        <p:spPr bwMode="auto">
          <a:xfrm>
            <a:off x="4313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54" name="Oval 10"/>
          <p:cNvSpPr>
            <a:spLocks noChangeAspect="1" noChangeArrowheads="1"/>
          </p:cNvSpPr>
          <p:nvPr/>
        </p:nvSpPr>
        <p:spPr bwMode="auto">
          <a:xfrm>
            <a:off x="4618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55" name="Oval 11"/>
          <p:cNvSpPr>
            <a:spLocks noChangeAspect="1" noChangeArrowheads="1"/>
          </p:cNvSpPr>
          <p:nvPr/>
        </p:nvSpPr>
        <p:spPr bwMode="auto">
          <a:xfrm>
            <a:off x="4922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56" name="Oval 12"/>
          <p:cNvSpPr>
            <a:spLocks noChangeAspect="1" noChangeArrowheads="1"/>
          </p:cNvSpPr>
          <p:nvPr/>
        </p:nvSpPr>
        <p:spPr bwMode="auto">
          <a:xfrm>
            <a:off x="5227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57" name="Oval 13"/>
          <p:cNvSpPr>
            <a:spLocks noChangeAspect="1" noChangeArrowheads="1"/>
          </p:cNvSpPr>
          <p:nvPr/>
        </p:nvSpPr>
        <p:spPr bwMode="auto">
          <a:xfrm>
            <a:off x="5532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58" name="Oval 14"/>
          <p:cNvSpPr>
            <a:spLocks noChangeAspect="1" noChangeArrowheads="1"/>
          </p:cNvSpPr>
          <p:nvPr/>
        </p:nvSpPr>
        <p:spPr bwMode="auto">
          <a:xfrm>
            <a:off x="5837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59" name="Oval 15"/>
          <p:cNvSpPr>
            <a:spLocks noChangeAspect="1" noChangeArrowheads="1"/>
          </p:cNvSpPr>
          <p:nvPr/>
        </p:nvSpPr>
        <p:spPr bwMode="auto">
          <a:xfrm>
            <a:off x="6142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60" name="Oval 16"/>
          <p:cNvSpPr>
            <a:spLocks noChangeAspect="1" noChangeArrowheads="1"/>
          </p:cNvSpPr>
          <p:nvPr/>
        </p:nvSpPr>
        <p:spPr bwMode="auto">
          <a:xfrm>
            <a:off x="6446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61" name="Oval 17"/>
          <p:cNvSpPr>
            <a:spLocks noChangeAspect="1" noChangeArrowheads="1"/>
          </p:cNvSpPr>
          <p:nvPr/>
        </p:nvSpPr>
        <p:spPr bwMode="auto">
          <a:xfrm>
            <a:off x="6751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62" name="Oval 18"/>
          <p:cNvSpPr>
            <a:spLocks noChangeAspect="1" noChangeArrowheads="1"/>
          </p:cNvSpPr>
          <p:nvPr/>
        </p:nvSpPr>
        <p:spPr bwMode="auto">
          <a:xfrm>
            <a:off x="2179638" y="16303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57363" name="Oval 19"/>
          <p:cNvSpPr>
            <a:spLocks noChangeAspect="1" noChangeArrowheads="1"/>
          </p:cNvSpPr>
          <p:nvPr/>
        </p:nvSpPr>
        <p:spPr bwMode="auto">
          <a:xfrm>
            <a:off x="24844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64" name="Oval 20"/>
          <p:cNvSpPr>
            <a:spLocks noChangeAspect="1" noChangeArrowheads="1"/>
          </p:cNvSpPr>
          <p:nvPr/>
        </p:nvSpPr>
        <p:spPr bwMode="auto">
          <a:xfrm>
            <a:off x="27892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65" name="Oval 21"/>
          <p:cNvSpPr>
            <a:spLocks noChangeAspect="1" noChangeArrowheads="1"/>
          </p:cNvSpPr>
          <p:nvPr/>
        </p:nvSpPr>
        <p:spPr bwMode="auto">
          <a:xfrm>
            <a:off x="30940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66" name="Oval 22"/>
          <p:cNvSpPr>
            <a:spLocks noChangeAspect="1" noChangeArrowheads="1"/>
          </p:cNvSpPr>
          <p:nvPr/>
        </p:nvSpPr>
        <p:spPr bwMode="auto">
          <a:xfrm>
            <a:off x="33988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67" name="Oval 23"/>
          <p:cNvSpPr>
            <a:spLocks noChangeAspect="1" noChangeArrowheads="1"/>
          </p:cNvSpPr>
          <p:nvPr/>
        </p:nvSpPr>
        <p:spPr bwMode="auto">
          <a:xfrm>
            <a:off x="37036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68" name="Oval 24"/>
          <p:cNvSpPr>
            <a:spLocks noChangeAspect="1" noChangeArrowheads="1"/>
          </p:cNvSpPr>
          <p:nvPr/>
        </p:nvSpPr>
        <p:spPr bwMode="auto">
          <a:xfrm>
            <a:off x="40084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69" name="Oval 25"/>
          <p:cNvSpPr>
            <a:spLocks noChangeAspect="1" noChangeArrowheads="1"/>
          </p:cNvSpPr>
          <p:nvPr/>
        </p:nvSpPr>
        <p:spPr bwMode="auto">
          <a:xfrm>
            <a:off x="43132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70" name="Oval 26"/>
          <p:cNvSpPr>
            <a:spLocks noChangeAspect="1" noChangeArrowheads="1"/>
          </p:cNvSpPr>
          <p:nvPr/>
        </p:nvSpPr>
        <p:spPr bwMode="auto">
          <a:xfrm>
            <a:off x="46180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71" name="Oval 27"/>
          <p:cNvSpPr>
            <a:spLocks noChangeAspect="1" noChangeArrowheads="1"/>
          </p:cNvSpPr>
          <p:nvPr/>
        </p:nvSpPr>
        <p:spPr bwMode="auto">
          <a:xfrm>
            <a:off x="49228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72" name="Oval 28"/>
          <p:cNvSpPr>
            <a:spLocks noChangeAspect="1" noChangeArrowheads="1"/>
          </p:cNvSpPr>
          <p:nvPr/>
        </p:nvSpPr>
        <p:spPr bwMode="auto">
          <a:xfrm>
            <a:off x="52276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73" name="Oval 29"/>
          <p:cNvSpPr>
            <a:spLocks noChangeAspect="1" noChangeArrowheads="1"/>
          </p:cNvSpPr>
          <p:nvPr/>
        </p:nvSpPr>
        <p:spPr bwMode="auto">
          <a:xfrm>
            <a:off x="55324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74" name="Oval 30"/>
          <p:cNvSpPr>
            <a:spLocks noChangeAspect="1" noChangeArrowheads="1"/>
          </p:cNvSpPr>
          <p:nvPr/>
        </p:nvSpPr>
        <p:spPr bwMode="auto">
          <a:xfrm>
            <a:off x="58372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75" name="Oval 31"/>
          <p:cNvSpPr>
            <a:spLocks noChangeAspect="1" noChangeArrowheads="1"/>
          </p:cNvSpPr>
          <p:nvPr/>
        </p:nvSpPr>
        <p:spPr bwMode="auto">
          <a:xfrm>
            <a:off x="61420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76" name="Oval 32"/>
          <p:cNvSpPr>
            <a:spLocks noChangeAspect="1" noChangeArrowheads="1"/>
          </p:cNvSpPr>
          <p:nvPr/>
        </p:nvSpPr>
        <p:spPr bwMode="auto">
          <a:xfrm>
            <a:off x="64468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77" name="Oval 33"/>
          <p:cNvSpPr>
            <a:spLocks noChangeAspect="1" noChangeArrowheads="1"/>
          </p:cNvSpPr>
          <p:nvPr/>
        </p:nvSpPr>
        <p:spPr bwMode="auto">
          <a:xfrm>
            <a:off x="67516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78" name="Oval 34"/>
          <p:cNvSpPr>
            <a:spLocks noChangeAspect="1" noChangeArrowheads="1"/>
          </p:cNvSpPr>
          <p:nvPr/>
        </p:nvSpPr>
        <p:spPr bwMode="auto">
          <a:xfrm>
            <a:off x="2179638" y="19351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57379" name="Oval 35"/>
          <p:cNvSpPr>
            <a:spLocks noChangeAspect="1" noChangeArrowheads="1"/>
          </p:cNvSpPr>
          <p:nvPr/>
        </p:nvSpPr>
        <p:spPr bwMode="auto">
          <a:xfrm>
            <a:off x="24844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80" name="Oval 36"/>
          <p:cNvSpPr>
            <a:spLocks noChangeAspect="1" noChangeArrowheads="1"/>
          </p:cNvSpPr>
          <p:nvPr/>
        </p:nvSpPr>
        <p:spPr bwMode="auto">
          <a:xfrm>
            <a:off x="27892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81" name="Oval 37"/>
          <p:cNvSpPr>
            <a:spLocks noChangeAspect="1" noChangeArrowheads="1"/>
          </p:cNvSpPr>
          <p:nvPr/>
        </p:nvSpPr>
        <p:spPr bwMode="auto">
          <a:xfrm>
            <a:off x="30940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82" name="Oval 38"/>
          <p:cNvSpPr>
            <a:spLocks noChangeAspect="1" noChangeArrowheads="1"/>
          </p:cNvSpPr>
          <p:nvPr/>
        </p:nvSpPr>
        <p:spPr bwMode="auto">
          <a:xfrm>
            <a:off x="33988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7383" name="Oval 39"/>
          <p:cNvSpPr>
            <a:spLocks noChangeAspect="1" noChangeArrowheads="1"/>
          </p:cNvSpPr>
          <p:nvPr/>
        </p:nvSpPr>
        <p:spPr bwMode="auto">
          <a:xfrm>
            <a:off x="3703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84" name="Oval 40"/>
          <p:cNvSpPr>
            <a:spLocks noChangeAspect="1" noChangeArrowheads="1"/>
          </p:cNvSpPr>
          <p:nvPr/>
        </p:nvSpPr>
        <p:spPr bwMode="auto">
          <a:xfrm>
            <a:off x="40084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85" name="Oval 41"/>
          <p:cNvSpPr>
            <a:spLocks noChangeAspect="1" noChangeArrowheads="1"/>
          </p:cNvSpPr>
          <p:nvPr/>
        </p:nvSpPr>
        <p:spPr bwMode="auto">
          <a:xfrm>
            <a:off x="43132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86" name="Oval 42"/>
          <p:cNvSpPr>
            <a:spLocks noChangeAspect="1" noChangeArrowheads="1"/>
          </p:cNvSpPr>
          <p:nvPr/>
        </p:nvSpPr>
        <p:spPr bwMode="auto">
          <a:xfrm>
            <a:off x="46180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87" name="Oval 43"/>
          <p:cNvSpPr>
            <a:spLocks noChangeAspect="1" noChangeArrowheads="1"/>
          </p:cNvSpPr>
          <p:nvPr/>
        </p:nvSpPr>
        <p:spPr bwMode="auto">
          <a:xfrm>
            <a:off x="49228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88" name="Oval 44"/>
          <p:cNvSpPr>
            <a:spLocks noChangeAspect="1" noChangeArrowheads="1"/>
          </p:cNvSpPr>
          <p:nvPr/>
        </p:nvSpPr>
        <p:spPr bwMode="auto">
          <a:xfrm>
            <a:off x="5227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89" name="Oval 45"/>
          <p:cNvSpPr>
            <a:spLocks noChangeAspect="1" noChangeArrowheads="1"/>
          </p:cNvSpPr>
          <p:nvPr/>
        </p:nvSpPr>
        <p:spPr bwMode="auto">
          <a:xfrm>
            <a:off x="55324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90" name="Oval 46"/>
          <p:cNvSpPr>
            <a:spLocks noChangeAspect="1" noChangeArrowheads="1"/>
          </p:cNvSpPr>
          <p:nvPr/>
        </p:nvSpPr>
        <p:spPr bwMode="auto">
          <a:xfrm>
            <a:off x="58372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7391" name="Oval 47"/>
          <p:cNvSpPr>
            <a:spLocks noChangeAspect="1" noChangeArrowheads="1"/>
          </p:cNvSpPr>
          <p:nvPr/>
        </p:nvSpPr>
        <p:spPr bwMode="auto">
          <a:xfrm>
            <a:off x="61420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92" name="Oval 48"/>
          <p:cNvSpPr>
            <a:spLocks noChangeAspect="1" noChangeArrowheads="1"/>
          </p:cNvSpPr>
          <p:nvPr/>
        </p:nvSpPr>
        <p:spPr bwMode="auto">
          <a:xfrm>
            <a:off x="64468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93" name="Oval 49"/>
          <p:cNvSpPr>
            <a:spLocks noChangeAspect="1" noChangeArrowheads="1"/>
          </p:cNvSpPr>
          <p:nvPr/>
        </p:nvSpPr>
        <p:spPr bwMode="auto">
          <a:xfrm>
            <a:off x="6751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94" name="Oval 50"/>
          <p:cNvSpPr>
            <a:spLocks noChangeAspect="1" noChangeArrowheads="1"/>
          </p:cNvSpPr>
          <p:nvPr/>
        </p:nvSpPr>
        <p:spPr bwMode="auto">
          <a:xfrm>
            <a:off x="2179638" y="22399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57395" name="Oval 51"/>
          <p:cNvSpPr>
            <a:spLocks noChangeAspect="1" noChangeArrowheads="1"/>
          </p:cNvSpPr>
          <p:nvPr/>
        </p:nvSpPr>
        <p:spPr bwMode="auto">
          <a:xfrm>
            <a:off x="24844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96" name="Oval 52"/>
          <p:cNvSpPr>
            <a:spLocks noChangeAspect="1" noChangeArrowheads="1"/>
          </p:cNvSpPr>
          <p:nvPr/>
        </p:nvSpPr>
        <p:spPr bwMode="auto">
          <a:xfrm>
            <a:off x="27892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97" name="Oval 53"/>
          <p:cNvSpPr>
            <a:spLocks noChangeAspect="1" noChangeArrowheads="1"/>
          </p:cNvSpPr>
          <p:nvPr/>
        </p:nvSpPr>
        <p:spPr bwMode="auto">
          <a:xfrm>
            <a:off x="30940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398" name="Oval 54"/>
          <p:cNvSpPr>
            <a:spLocks noChangeAspect="1" noChangeArrowheads="1"/>
          </p:cNvSpPr>
          <p:nvPr/>
        </p:nvSpPr>
        <p:spPr bwMode="auto">
          <a:xfrm>
            <a:off x="33988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7399" name="Oval 55"/>
          <p:cNvSpPr>
            <a:spLocks noChangeAspect="1" noChangeArrowheads="1"/>
          </p:cNvSpPr>
          <p:nvPr/>
        </p:nvSpPr>
        <p:spPr bwMode="auto">
          <a:xfrm>
            <a:off x="37036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00" name="Oval 56"/>
          <p:cNvSpPr>
            <a:spLocks noChangeAspect="1" noChangeArrowheads="1"/>
          </p:cNvSpPr>
          <p:nvPr/>
        </p:nvSpPr>
        <p:spPr bwMode="auto">
          <a:xfrm>
            <a:off x="40084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01" name="Oval 57"/>
          <p:cNvSpPr>
            <a:spLocks noChangeAspect="1" noChangeArrowheads="1"/>
          </p:cNvSpPr>
          <p:nvPr/>
        </p:nvSpPr>
        <p:spPr bwMode="auto">
          <a:xfrm>
            <a:off x="43132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02" name="Oval 58"/>
          <p:cNvSpPr>
            <a:spLocks noChangeAspect="1" noChangeArrowheads="1"/>
          </p:cNvSpPr>
          <p:nvPr/>
        </p:nvSpPr>
        <p:spPr bwMode="auto">
          <a:xfrm>
            <a:off x="46180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03" name="Oval 59"/>
          <p:cNvSpPr>
            <a:spLocks noChangeAspect="1" noChangeArrowheads="1"/>
          </p:cNvSpPr>
          <p:nvPr/>
        </p:nvSpPr>
        <p:spPr bwMode="auto">
          <a:xfrm>
            <a:off x="49228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04" name="Oval 60"/>
          <p:cNvSpPr>
            <a:spLocks noChangeAspect="1" noChangeArrowheads="1"/>
          </p:cNvSpPr>
          <p:nvPr/>
        </p:nvSpPr>
        <p:spPr bwMode="auto">
          <a:xfrm>
            <a:off x="52276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05" name="Oval 61"/>
          <p:cNvSpPr>
            <a:spLocks noChangeAspect="1" noChangeArrowheads="1"/>
          </p:cNvSpPr>
          <p:nvPr/>
        </p:nvSpPr>
        <p:spPr bwMode="auto">
          <a:xfrm>
            <a:off x="55324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7406" name="Oval 62"/>
          <p:cNvSpPr>
            <a:spLocks noChangeAspect="1" noChangeArrowheads="1"/>
          </p:cNvSpPr>
          <p:nvPr/>
        </p:nvSpPr>
        <p:spPr bwMode="auto">
          <a:xfrm>
            <a:off x="58372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07" name="Oval 63"/>
          <p:cNvSpPr>
            <a:spLocks noChangeAspect="1" noChangeArrowheads="1"/>
          </p:cNvSpPr>
          <p:nvPr/>
        </p:nvSpPr>
        <p:spPr bwMode="auto">
          <a:xfrm>
            <a:off x="61420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08" name="Oval 64"/>
          <p:cNvSpPr>
            <a:spLocks noChangeAspect="1" noChangeArrowheads="1"/>
          </p:cNvSpPr>
          <p:nvPr/>
        </p:nvSpPr>
        <p:spPr bwMode="auto">
          <a:xfrm>
            <a:off x="64468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09" name="Oval 65"/>
          <p:cNvSpPr>
            <a:spLocks noChangeAspect="1" noChangeArrowheads="1"/>
          </p:cNvSpPr>
          <p:nvPr/>
        </p:nvSpPr>
        <p:spPr bwMode="auto">
          <a:xfrm>
            <a:off x="67516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10" name="Oval 66"/>
          <p:cNvSpPr>
            <a:spLocks noChangeAspect="1" noChangeArrowheads="1"/>
          </p:cNvSpPr>
          <p:nvPr/>
        </p:nvSpPr>
        <p:spPr bwMode="auto">
          <a:xfrm>
            <a:off x="2179638" y="25447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57411" name="Oval 67"/>
          <p:cNvSpPr>
            <a:spLocks noChangeAspect="1" noChangeArrowheads="1"/>
          </p:cNvSpPr>
          <p:nvPr/>
        </p:nvSpPr>
        <p:spPr bwMode="auto">
          <a:xfrm>
            <a:off x="24844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12" name="Oval 68"/>
          <p:cNvSpPr>
            <a:spLocks noChangeAspect="1" noChangeArrowheads="1"/>
          </p:cNvSpPr>
          <p:nvPr/>
        </p:nvSpPr>
        <p:spPr bwMode="auto">
          <a:xfrm>
            <a:off x="27892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13" name="Oval 69"/>
          <p:cNvSpPr>
            <a:spLocks noChangeAspect="1" noChangeArrowheads="1"/>
          </p:cNvSpPr>
          <p:nvPr/>
        </p:nvSpPr>
        <p:spPr bwMode="auto">
          <a:xfrm>
            <a:off x="3094038" y="25447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14" name="Oval 70"/>
          <p:cNvSpPr>
            <a:spLocks noChangeAspect="1" noChangeArrowheads="1"/>
          </p:cNvSpPr>
          <p:nvPr/>
        </p:nvSpPr>
        <p:spPr bwMode="auto">
          <a:xfrm>
            <a:off x="33988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7415" name="Oval 71"/>
          <p:cNvSpPr>
            <a:spLocks noChangeAspect="1" noChangeArrowheads="1"/>
          </p:cNvSpPr>
          <p:nvPr/>
        </p:nvSpPr>
        <p:spPr bwMode="auto">
          <a:xfrm>
            <a:off x="37036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16" name="Oval 72"/>
          <p:cNvSpPr>
            <a:spLocks noChangeAspect="1" noChangeArrowheads="1"/>
          </p:cNvSpPr>
          <p:nvPr/>
        </p:nvSpPr>
        <p:spPr bwMode="auto">
          <a:xfrm>
            <a:off x="40084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17" name="Oval 73"/>
          <p:cNvSpPr>
            <a:spLocks noChangeAspect="1" noChangeArrowheads="1"/>
          </p:cNvSpPr>
          <p:nvPr/>
        </p:nvSpPr>
        <p:spPr bwMode="auto">
          <a:xfrm>
            <a:off x="43132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18" name="Oval 74"/>
          <p:cNvSpPr>
            <a:spLocks noChangeAspect="1" noChangeArrowheads="1"/>
          </p:cNvSpPr>
          <p:nvPr/>
        </p:nvSpPr>
        <p:spPr bwMode="auto">
          <a:xfrm>
            <a:off x="46180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19" name="Oval 75"/>
          <p:cNvSpPr>
            <a:spLocks noChangeAspect="1" noChangeArrowheads="1"/>
          </p:cNvSpPr>
          <p:nvPr/>
        </p:nvSpPr>
        <p:spPr bwMode="auto">
          <a:xfrm>
            <a:off x="49228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20" name="Oval 76"/>
          <p:cNvSpPr>
            <a:spLocks noChangeAspect="1" noChangeArrowheads="1"/>
          </p:cNvSpPr>
          <p:nvPr/>
        </p:nvSpPr>
        <p:spPr bwMode="auto">
          <a:xfrm>
            <a:off x="52276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21" name="Oval 77"/>
          <p:cNvSpPr>
            <a:spLocks noChangeAspect="1" noChangeArrowheads="1"/>
          </p:cNvSpPr>
          <p:nvPr/>
        </p:nvSpPr>
        <p:spPr bwMode="auto">
          <a:xfrm>
            <a:off x="55324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22" name="Oval 78"/>
          <p:cNvSpPr>
            <a:spLocks noChangeAspect="1" noChangeArrowheads="1"/>
          </p:cNvSpPr>
          <p:nvPr/>
        </p:nvSpPr>
        <p:spPr bwMode="auto">
          <a:xfrm>
            <a:off x="58372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23" name="Oval 79"/>
          <p:cNvSpPr>
            <a:spLocks noChangeAspect="1" noChangeArrowheads="1"/>
          </p:cNvSpPr>
          <p:nvPr/>
        </p:nvSpPr>
        <p:spPr bwMode="auto">
          <a:xfrm>
            <a:off x="61420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24" name="Oval 80"/>
          <p:cNvSpPr>
            <a:spLocks noChangeAspect="1" noChangeArrowheads="1"/>
          </p:cNvSpPr>
          <p:nvPr/>
        </p:nvSpPr>
        <p:spPr bwMode="auto">
          <a:xfrm>
            <a:off x="6446838" y="25447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25" name="Oval 81"/>
          <p:cNvSpPr>
            <a:spLocks noChangeAspect="1" noChangeArrowheads="1"/>
          </p:cNvSpPr>
          <p:nvPr/>
        </p:nvSpPr>
        <p:spPr bwMode="auto">
          <a:xfrm>
            <a:off x="67516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26" name="Oval 82"/>
          <p:cNvSpPr>
            <a:spLocks noChangeAspect="1" noChangeArrowheads="1"/>
          </p:cNvSpPr>
          <p:nvPr/>
        </p:nvSpPr>
        <p:spPr bwMode="auto">
          <a:xfrm>
            <a:off x="2209800" y="28495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57427" name="Oval 83"/>
          <p:cNvSpPr>
            <a:spLocks noChangeAspect="1" noChangeArrowheads="1"/>
          </p:cNvSpPr>
          <p:nvPr/>
        </p:nvSpPr>
        <p:spPr bwMode="auto">
          <a:xfrm>
            <a:off x="25146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28" name="Oval 84"/>
          <p:cNvSpPr>
            <a:spLocks noChangeAspect="1" noChangeArrowheads="1"/>
          </p:cNvSpPr>
          <p:nvPr/>
        </p:nvSpPr>
        <p:spPr bwMode="auto">
          <a:xfrm>
            <a:off x="28194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29" name="Oval 85"/>
          <p:cNvSpPr>
            <a:spLocks noChangeAspect="1" noChangeArrowheads="1"/>
          </p:cNvSpPr>
          <p:nvPr/>
        </p:nvSpPr>
        <p:spPr bwMode="auto">
          <a:xfrm>
            <a:off x="31242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30" name="Oval 86"/>
          <p:cNvSpPr>
            <a:spLocks noChangeAspect="1" noChangeArrowheads="1"/>
          </p:cNvSpPr>
          <p:nvPr/>
        </p:nvSpPr>
        <p:spPr bwMode="auto">
          <a:xfrm>
            <a:off x="34290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7431" name="Oval 87"/>
          <p:cNvSpPr>
            <a:spLocks noChangeAspect="1" noChangeArrowheads="1"/>
          </p:cNvSpPr>
          <p:nvPr/>
        </p:nvSpPr>
        <p:spPr bwMode="auto">
          <a:xfrm>
            <a:off x="37338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32" name="Oval 88"/>
          <p:cNvSpPr>
            <a:spLocks noChangeAspect="1" noChangeArrowheads="1"/>
          </p:cNvSpPr>
          <p:nvPr/>
        </p:nvSpPr>
        <p:spPr bwMode="auto">
          <a:xfrm>
            <a:off x="40386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33" name="Oval 89"/>
          <p:cNvSpPr>
            <a:spLocks noChangeAspect="1" noChangeArrowheads="1"/>
          </p:cNvSpPr>
          <p:nvPr/>
        </p:nvSpPr>
        <p:spPr bwMode="auto">
          <a:xfrm>
            <a:off x="43434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34" name="Oval 90"/>
          <p:cNvSpPr>
            <a:spLocks noChangeAspect="1" noChangeArrowheads="1"/>
          </p:cNvSpPr>
          <p:nvPr/>
        </p:nvSpPr>
        <p:spPr bwMode="auto">
          <a:xfrm>
            <a:off x="46482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35" name="Oval 91"/>
          <p:cNvSpPr>
            <a:spLocks noChangeAspect="1" noChangeArrowheads="1"/>
          </p:cNvSpPr>
          <p:nvPr/>
        </p:nvSpPr>
        <p:spPr bwMode="auto">
          <a:xfrm>
            <a:off x="49530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36" name="Oval 92"/>
          <p:cNvSpPr>
            <a:spLocks noChangeAspect="1" noChangeArrowheads="1"/>
          </p:cNvSpPr>
          <p:nvPr/>
        </p:nvSpPr>
        <p:spPr bwMode="auto">
          <a:xfrm>
            <a:off x="52578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57437" name="Oval 93"/>
          <p:cNvSpPr>
            <a:spLocks noChangeAspect="1" noChangeArrowheads="1"/>
          </p:cNvSpPr>
          <p:nvPr/>
        </p:nvSpPr>
        <p:spPr bwMode="auto">
          <a:xfrm>
            <a:off x="55626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38" name="Oval 94"/>
          <p:cNvSpPr>
            <a:spLocks noChangeAspect="1" noChangeArrowheads="1"/>
          </p:cNvSpPr>
          <p:nvPr/>
        </p:nvSpPr>
        <p:spPr bwMode="auto">
          <a:xfrm>
            <a:off x="58674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39" name="Oval 95"/>
          <p:cNvSpPr>
            <a:spLocks noChangeAspect="1" noChangeArrowheads="1"/>
          </p:cNvSpPr>
          <p:nvPr/>
        </p:nvSpPr>
        <p:spPr bwMode="auto">
          <a:xfrm>
            <a:off x="61722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40" name="Oval 96"/>
          <p:cNvSpPr>
            <a:spLocks noChangeAspect="1" noChangeArrowheads="1"/>
          </p:cNvSpPr>
          <p:nvPr/>
        </p:nvSpPr>
        <p:spPr bwMode="auto">
          <a:xfrm>
            <a:off x="64770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41" name="Oval 97"/>
          <p:cNvSpPr>
            <a:spLocks noChangeAspect="1" noChangeArrowheads="1"/>
          </p:cNvSpPr>
          <p:nvPr/>
        </p:nvSpPr>
        <p:spPr bwMode="auto">
          <a:xfrm>
            <a:off x="67818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42" name="Oval 98"/>
          <p:cNvSpPr>
            <a:spLocks noChangeAspect="1" noChangeArrowheads="1"/>
          </p:cNvSpPr>
          <p:nvPr/>
        </p:nvSpPr>
        <p:spPr bwMode="auto">
          <a:xfrm>
            <a:off x="2209800" y="31543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57443" name="Oval 99"/>
          <p:cNvSpPr>
            <a:spLocks noChangeAspect="1" noChangeArrowheads="1"/>
          </p:cNvSpPr>
          <p:nvPr/>
        </p:nvSpPr>
        <p:spPr bwMode="auto">
          <a:xfrm>
            <a:off x="25146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44" name="Oval 100"/>
          <p:cNvSpPr>
            <a:spLocks noChangeAspect="1" noChangeArrowheads="1"/>
          </p:cNvSpPr>
          <p:nvPr/>
        </p:nvSpPr>
        <p:spPr bwMode="auto">
          <a:xfrm>
            <a:off x="28194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45" name="Oval 101"/>
          <p:cNvSpPr>
            <a:spLocks noChangeAspect="1" noChangeArrowheads="1"/>
          </p:cNvSpPr>
          <p:nvPr/>
        </p:nvSpPr>
        <p:spPr bwMode="auto">
          <a:xfrm>
            <a:off x="31242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46" name="Oval 102"/>
          <p:cNvSpPr>
            <a:spLocks noChangeAspect="1" noChangeArrowheads="1"/>
          </p:cNvSpPr>
          <p:nvPr/>
        </p:nvSpPr>
        <p:spPr bwMode="auto">
          <a:xfrm>
            <a:off x="34290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7447" name="Oval 103"/>
          <p:cNvSpPr>
            <a:spLocks noChangeAspect="1" noChangeArrowheads="1"/>
          </p:cNvSpPr>
          <p:nvPr/>
        </p:nvSpPr>
        <p:spPr bwMode="auto">
          <a:xfrm>
            <a:off x="37338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48" name="Oval 104"/>
          <p:cNvSpPr>
            <a:spLocks noChangeAspect="1" noChangeArrowheads="1"/>
          </p:cNvSpPr>
          <p:nvPr/>
        </p:nvSpPr>
        <p:spPr bwMode="auto">
          <a:xfrm>
            <a:off x="40386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49" name="Oval 105"/>
          <p:cNvSpPr>
            <a:spLocks noChangeAspect="1" noChangeArrowheads="1"/>
          </p:cNvSpPr>
          <p:nvPr/>
        </p:nvSpPr>
        <p:spPr bwMode="auto">
          <a:xfrm>
            <a:off x="43434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50" name="Oval 106"/>
          <p:cNvSpPr>
            <a:spLocks noChangeAspect="1" noChangeArrowheads="1"/>
          </p:cNvSpPr>
          <p:nvPr/>
        </p:nvSpPr>
        <p:spPr bwMode="auto">
          <a:xfrm>
            <a:off x="46482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51" name="Oval 107"/>
          <p:cNvSpPr>
            <a:spLocks noChangeAspect="1" noChangeArrowheads="1"/>
          </p:cNvSpPr>
          <p:nvPr/>
        </p:nvSpPr>
        <p:spPr bwMode="auto">
          <a:xfrm>
            <a:off x="49530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52" name="Oval 108"/>
          <p:cNvSpPr>
            <a:spLocks noChangeAspect="1" noChangeArrowheads="1"/>
          </p:cNvSpPr>
          <p:nvPr/>
        </p:nvSpPr>
        <p:spPr bwMode="auto">
          <a:xfrm>
            <a:off x="52578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53" name="Oval 109"/>
          <p:cNvSpPr>
            <a:spLocks noChangeAspect="1" noChangeArrowheads="1"/>
          </p:cNvSpPr>
          <p:nvPr/>
        </p:nvSpPr>
        <p:spPr bwMode="auto">
          <a:xfrm>
            <a:off x="55626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54" name="Oval 110"/>
          <p:cNvSpPr>
            <a:spLocks noChangeAspect="1" noChangeArrowheads="1"/>
          </p:cNvSpPr>
          <p:nvPr/>
        </p:nvSpPr>
        <p:spPr bwMode="auto">
          <a:xfrm>
            <a:off x="58674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S</a:t>
            </a:r>
          </a:p>
        </p:txBody>
      </p:sp>
      <p:sp>
        <p:nvSpPr>
          <p:cNvPr id="57455" name="Oval 111"/>
          <p:cNvSpPr>
            <a:spLocks noChangeAspect="1" noChangeArrowheads="1"/>
          </p:cNvSpPr>
          <p:nvPr/>
        </p:nvSpPr>
        <p:spPr bwMode="auto">
          <a:xfrm>
            <a:off x="61722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56" name="Oval 112"/>
          <p:cNvSpPr>
            <a:spLocks noChangeAspect="1" noChangeArrowheads="1"/>
          </p:cNvSpPr>
          <p:nvPr/>
        </p:nvSpPr>
        <p:spPr bwMode="auto">
          <a:xfrm>
            <a:off x="64770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57" name="Oval 113"/>
          <p:cNvSpPr>
            <a:spLocks noChangeAspect="1" noChangeArrowheads="1"/>
          </p:cNvSpPr>
          <p:nvPr/>
        </p:nvSpPr>
        <p:spPr bwMode="auto">
          <a:xfrm>
            <a:off x="67818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58" name="Oval 114"/>
          <p:cNvSpPr>
            <a:spLocks noChangeAspect="1" noChangeArrowheads="1"/>
          </p:cNvSpPr>
          <p:nvPr/>
        </p:nvSpPr>
        <p:spPr bwMode="auto">
          <a:xfrm>
            <a:off x="2209800" y="3459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57459" name="Oval 115"/>
          <p:cNvSpPr>
            <a:spLocks noChangeAspect="1" noChangeArrowheads="1"/>
          </p:cNvSpPr>
          <p:nvPr/>
        </p:nvSpPr>
        <p:spPr bwMode="auto">
          <a:xfrm>
            <a:off x="25146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60" name="Oval 116"/>
          <p:cNvSpPr>
            <a:spLocks noChangeAspect="1" noChangeArrowheads="1"/>
          </p:cNvSpPr>
          <p:nvPr/>
        </p:nvSpPr>
        <p:spPr bwMode="auto">
          <a:xfrm>
            <a:off x="28194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61" name="Oval 117"/>
          <p:cNvSpPr>
            <a:spLocks noChangeAspect="1" noChangeArrowheads="1"/>
          </p:cNvSpPr>
          <p:nvPr/>
        </p:nvSpPr>
        <p:spPr bwMode="auto">
          <a:xfrm>
            <a:off x="31242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62" name="Oval 118"/>
          <p:cNvSpPr>
            <a:spLocks noChangeAspect="1" noChangeArrowheads="1"/>
          </p:cNvSpPr>
          <p:nvPr/>
        </p:nvSpPr>
        <p:spPr bwMode="auto">
          <a:xfrm>
            <a:off x="34290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7463" name="Oval 119"/>
          <p:cNvSpPr>
            <a:spLocks noChangeAspect="1" noChangeArrowheads="1"/>
          </p:cNvSpPr>
          <p:nvPr/>
        </p:nvSpPr>
        <p:spPr bwMode="auto">
          <a:xfrm>
            <a:off x="3733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64" name="Oval 120"/>
          <p:cNvSpPr>
            <a:spLocks noChangeAspect="1" noChangeArrowheads="1"/>
          </p:cNvSpPr>
          <p:nvPr/>
        </p:nvSpPr>
        <p:spPr bwMode="auto">
          <a:xfrm>
            <a:off x="40386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65" name="Oval 121"/>
          <p:cNvSpPr>
            <a:spLocks noChangeAspect="1" noChangeArrowheads="1"/>
          </p:cNvSpPr>
          <p:nvPr/>
        </p:nvSpPr>
        <p:spPr bwMode="auto">
          <a:xfrm>
            <a:off x="43434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66" name="Oval 122"/>
          <p:cNvSpPr>
            <a:spLocks noChangeAspect="1" noChangeArrowheads="1"/>
          </p:cNvSpPr>
          <p:nvPr/>
        </p:nvSpPr>
        <p:spPr bwMode="auto">
          <a:xfrm>
            <a:off x="46482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67" name="Oval 123"/>
          <p:cNvSpPr>
            <a:spLocks noChangeAspect="1" noChangeArrowheads="1"/>
          </p:cNvSpPr>
          <p:nvPr/>
        </p:nvSpPr>
        <p:spPr bwMode="auto">
          <a:xfrm>
            <a:off x="49530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68" name="Oval 124"/>
          <p:cNvSpPr>
            <a:spLocks noChangeAspect="1" noChangeArrowheads="1"/>
          </p:cNvSpPr>
          <p:nvPr/>
        </p:nvSpPr>
        <p:spPr bwMode="auto">
          <a:xfrm>
            <a:off x="5257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57469" name="Oval 125"/>
          <p:cNvSpPr>
            <a:spLocks noChangeAspect="1" noChangeArrowheads="1"/>
          </p:cNvSpPr>
          <p:nvPr/>
        </p:nvSpPr>
        <p:spPr bwMode="auto">
          <a:xfrm>
            <a:off x="55626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70" name="Oval 126"/>
          <p:cNvSpPr>
            <a:spLocks noChangeAspect="1" noChangeArrowheads="1"/>
          </p:cNvSpPr>
          <p:nvPr/>
        </p:nvSpPr>
        <p:spPr bwMode="auto">
          <a:xfrm>
            <a:off x="58674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71" name="Oval 127"/>
          <p:cNvSpPr>
            <a:spLocks noChangeAspect="1" noChangeArrowheads="1"/>
          </p:cNvSpPr>
          <p:nvPr/>
        </p:nvSpPr>
        <p:spPr bwMode="auto">
          <a:xfrm>
            <a:off x="61722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72" name="Oval 128"/>
          <p:cNvSpPr>
            <a:spLocks noChangeAspect="1" noChangeArrowheads="1"/>
          </p:cNvSpPr>
          <p:nvPr/>
        </p:nvSpPr>
        <p:spPr bwMode="auto">
          <a:xfrm>
            <a:off x="64770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73" name="Oval 129"/>
          <p:cNvSpPr>
            <a:spLocks noChangeAspect="1" noChangeArrowheads="1"/>
          </p:cNvSpPr>
          <p:nvPr/>
        </p:nvSpPr>
        <p:spPr bwMode="auto">
          <a:xfrm>
            <a:off x="6781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74" name="Oval 130"/>
          <p:cNvSpPr>
            <a:spLocks noChangeAspect="1" noChangeArrowheads="1"/>
          </p:cNvSpPr>
          <p:nvPr/>
        </p:nvSpPr>
        <p:spPr bwMode="auto">
          <a:xfrm>
            <a:off x="2209800" y="37639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57475" name="Oval 131"/>
          <p:cNvSpPr>
            <a:spLocks noChangeAspect="1" noChangeArrowheads="1"/>
          </p:cNvSpPr>
          <p:nvPr/>
        </p:nvSpPr>
        <p:spPr bwMode="auto">
          <a:xfrm>
            <a:off x="2514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76" name="Oval 132"/>
          <p:cNvSpPr>
            <a:spLocks noChangeAspect="1" noChangeArrowheads="1"/>
          </p:cNvSpPr>
          <p:nvPr/>
        </p:nvSpPr>
        <p:spPr bwMode="auto">
          <a:xfrm>
            <a:off x="2819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77" name="Oval 133"/>
          <p:cNvSpPr>
            <a:spLocks noChangeAspect="1" noChangeArrowheads="1"/>
          </p:cNvSpPr>
          <p:nvPr/>
        </p:nvSpPr>
        <p:spPr bwMode="auto">
          <a:xfrm>
            <a:off x="3124200" y="37639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78" name="Oval 134"/>
          <p:cNvSpPr>
            <a:spLocks noChangeAspect="1" noChangeArrowheads="1"/>
          </p:cNvSpPr>
          <p:nvPr/>
        </p:nvSpPr>
        <p:spPr bwMode="auto">
          <a:xfrm>
            <a:off x="34290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7479" name="Oval 135"/>
          <p:cNvSpPr>
            <a:spLocks noChangeAspect="1" noChangeArrowheads="1"/>
          </p:cNvSpPr>
          <p:nvPr/>
        </p:nvSpPr>
        <p:spPr bwMode="auto">
          <a:xfrm>
            <a:off x="3733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80" name="Oval 136"/>
          <p:cNvSpPr>
            <a:spLocks noChangeAspect="1" noChangeArrowheads="1"/>
          </p:cNvSpPr>
          <p:nvPr/>
        </p:nvSpPr>
        <p:spPr bwMode="auto">
          <a:xfrm>
            <a:off x="4038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81" name="Oval 137"/>
          <p:cNvSpPr>
            <a:spLocks noChangeAspect="1" noChangeArrowheads="1"/>
          </p:cNvSpPr>
          <p:nvPr/>
        </p:nvSpPr>
        <p:spPr bwMode="auto">
          <a:xfrm>
            <a:off x="4343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82" name="Oval 138"/>
          <p:cNvSpPr>
            <a:spLocks noChangeAspect="1" noChangeArrowheads="1"/>
          </p:cNvSpPr>
          <p:nvPr/>
        </p:nvSpPr>
        <p:spPr bwMode="auto">
          <a:xfrm>
            <a:off x="46482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83" name="Oval 139"/>
          <p:cNvSpPr>
            <a:spLocks noChangeAspect="1" noChangeArrowheads="1"/>
          </p:cNvSpPr>
          <p:nvPr/>
        </p:nvSpPr>
        <p:spPr bwMode="auto">
          <a:xfrm>
            <a:off x="49530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84" name="Oval 140"/>
          <p:cNvSpPr>
            <a:spLocks noChangeAspect="1" noChangeArrowheads="1"/>
          </p:cNvSpPr>
          <p:nvPr/>
        </p:nvSpPr>
        <p:spPr bwMode="auto">
          <a:xfrm>
            <a:off x="5257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85" name="Oval 141"/>
          <p:cNvSpPr>
            <a:spLocks noChangeAspect="1" noChangeArrowheads="1"/>
          </p:cNvSpPr>
          <p:nvPr/>
        </p:nvSpPr>
        <p:spPr bwMode="auto">
          <a:xfrm>
            <a:off x="5562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86" name="Oval 142"/>
          <p:cNvSpPr>
            <a:spLocks noChangeAspect="1" noChangeArrowheads="1"/>
          </p:cNvSpPr>
          <p:nvPr/>
        </p:nvSpPr>
        <p:spPr bwMode="auto">
          <a:xfrm>
            <a:off x="5867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87" name="Oval 143"/>
          <p:cNvSpPr>
            <a:spLocks noChangeAspect="1" noChangeArrowheads="1"/>
          </p:cNvSpPr>
          <p:nvPr/>
        </p:nvSpPr>
        <p:spPr bwMode="auto">
          <a:xfrm>
            <a:off x="61722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88" name="Oval 144"/>
          <p:cNvSpPr>
            <a:spLocks noChangeAspect="1" noChangeArrowheads="1"/>
          </p:cNvSpPr>
          <p:nvPr/>
        </p:nvSpPr>
        <p:spPr bwMode="auto">
          <a:xfrm>
            <a:off x="6477000" y="37639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89" name="Oval 145"/>
          <p:cNvSpPr>
            <a:spLocks noChangeAspect="1" noChangeArrowheads="1"/>
          </p:cNvSpPr>
          <p:nvPr/>
        </p:nvSpPr>
        <p:spPr bwMode="auto">
          <a:xfrm>
            <a:off x="6781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90" name="Oval 146"/>
          <p:cNvSpPr>
            <a:spLocks noChangeAspect="1" noChangeArrowheads="1"/>
          </p:cNvSpPr>
          <p:nvPr/>
        </p:nvSpPr>
        <p:spPr bwMode="auto">
          <a:xfrm>
            <a:off x="2209800" y="40687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57491" name="Oval 147"/>
          <p:cNvSpPr>
            <a:spLocks noChangeAspect="1" noChangeArrowheads="1"/>
          </p:cNvSpPr>
          <p:nvPr/>
        </p:nvSpPr>
        <p:spPr bwMode="auto">
          <a:xfrm>
            <a:off x="2514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92" name="Oval 148"/>
          <p:cNvSpPr>
            <a:spLocks noChangeAspect="1" noChangeArrowheads="1"/>
          </p:cNvSpPr>
          <p:nvPr/>
        </p:nvSpPr>
        <p:spPr bwMode="auto">
          <a:xfrm>
            <a:off x="2819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93" name="Oval 149"/>
          <p:cNvSpPr>
            <a:spLocks noChangeAspect="1" noChangeArrowheads="1"/>
          </p:cNvSpPr>
          <p:nvPr/>
        </p:nvSpPr>
        <p:spPr bwMode="auto">
          <a:xfrm>
            <a:off x="3124200" y="40687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94" name="Oval 150"/>
          <p:cNvSpPr>
            <a:spLocks noChangeAspect="1" noChangeArrowheads="1"/>
          </p:cNvSpPr>
          <p:nvPr/>
        </p:nvSpPr>
        <p:spPr bwMode="auto">
          <a:xfrm>
            <a:off x="34290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7495" name="Oval 151"/>
          <p:cNvSpPr>
            <a:spLocks noChangeAspect="1" noChangeArrowheads="1"/>
          </p:cNvSpPr>
          <p:nvPr/>
        </p:nvSpPr>
        <p:spPr bwMode="auto">
          <a:xfrm>
            <a:off x="3733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96" name="Oval 152"/>
          <p:cNvSpPr>
            <a:spLocks noChangeAspect="1" noChangeArrowheads="1"/>
          </p:cNvSpPr>
          <p:nvPr/>
        </p:nvSpPr>
        <p:spPr bwMode="auto">
          <a:xfrm>
            <a:off x="4038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97" name="Oval 153"/>
          <p:cNvSpPr>
            <a:spLocks noChangeAspect="1" noChangeArrowheads="1"/>
          </p:cNvSpPr>
          <p:nvPr/>
        </p:nvSpPr>
        <p:spPr bwMode="auto">
          <a:xfrm>
            <a:off x="4343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98" name="Oval 154"/>
          <p:cNvSpPr>
            <a:spLocks noChangeAspect="1" noChangeArrowheads="1"/>
          </p:cNvSpPr>
          <p:nvPr/>
        </p:nvSpPr>
        <p:spPr bwMode="auto">
          <a:xfrm>
            <a:off x="46482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499" name="Oval 155"/>
          <p:cNvSpPr>
            <a:spLocks noChangeAspect="1" noChangeArrowheads="1"/>
          </p:cNvSpPr>
          <p:nvPr/>
        </p:nvSpPr>
        <p:spPr bwMode="auto">
          <a:xfrm>
            <a:off x="49530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00" name="Oval 156"/>
          <p:cNvSpPr>
            <a:spLocks noChangeAspect="1" noChangeArrowheads="1"/>
          </p:cNvSpPr>
          <p:nvPr/>
        </p:nvSpPr>
        <p:spPr bwMode="auto">
          <a:xfrm>
            <a:off x="5257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01" name="Oval 157"/>
          <p:cNvSpPr>
            <a:spLocks noChangeAspect="1" noChangeArrowheads="1"/>
          </p:cNvSpPr>
          <p:nvPr/>
        </p:nvSpPr>
        <p:spPr bwMode="auto">
          <a:xfrm>
            <a:off x="5562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02" name="Oval 158"/>
          <p:cNvSpPr>
            <a:spLocks noChangeAspect="1" noChangeArrowheads="1"/>
          </p:cNvSpPr>
          <p:nvPr/>
        </p:nvSpPr>
        <p:spPr bwMode="auto">
          <a:xfrm>
            <a:off x="5867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03" name="Oval 159"/>
          <p:cNvSpPr>
            <a:spLocks noChangeAspect="1" noChangeArrowheads="1"/>
          </p:cNvSpPr>
          <p:nvPr/>
        </p:nvSpPr>
        <p:spPr bwMode="auto">
          <a:xfrm>
            <a:off x="61722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04" name="Oval 160"/>
          <p:cNvSpPr>
            <a:spLocks noChangeAspect="1" noChangeArrowheads="1"/>
          </p:cNvSpPr>
          <p:nvPr/>
        </p:nvSpPr>
        <p:spPr bwMode="auto">
          <a:xfrm>
            <a:off x="6477000" y="40687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05" name="Oval 161"/>
          <p:cNvSpPr>
            <a:spLocks noChangeAspect="1" noChangeArrowheads="1"/>
          </p:cNvSpPr>
          <p:nvPr/>
        </p:nvSpPr>
        <p:spPr bwMode="auto">
          <a:xfrm>
            <a:off x="6781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06" name="Oval 162"/>
          <p:cNvSpPr>
            <a:spLocks noChangeAspect="1" noChangeArrowheads="1"/>
          </p:cNvSpPr>
          <p:nvPr/>
        </p:nvSpPr>
        <p:spPr bwMode="auto">
          <a:xfrm>
            <a:off x="2209800" y="43735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57507" name="Oval 163"/>
          <p:cNvSpPr>
            <a:spLocks noChangeAspect="1" noChangeArrowheads="1"/>
          </p:cNvSpPr>
          <p:nvPr/>
        </p:nvSpPr>
        <p:spPr bwMode="auto">
          <a:xfrm>
            <a:off x="25146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08" name="Oval 164"/>
          <p:cNvSpPr>
            <a:spLocks noChangeAspect="1" noChangeArrowheads="1"/>
          </p:cNvSpPr>
          <p:nvPr/>
        </p:nvSpPr>
        <p:spPr bwMode="auto">
          <a:xfrm>
            <a:off x="28194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09" name="Oval 165"/>
          <p:cNvSpPr>
            <a:spLocks noChangeAspect="1" noChangeArrowheads="1"/>
          </p:cNvSpPr>
          <p:nvPr/>
        </p:nvSpPr>
        <p:spPr bwMode="auto">
          <a:xfrm>
            <a:off x="3124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10" name="Oval 166"/>
          <p:cNvSpPr>
            <a:spLocks noChangeAspect="1" noChangeArrowheads="1"/>
          </p:cNvSpPr>
          <p:nvPr/>
        </p:nvSpPr>
        <p:spPr bwMode="auto">
          <a:xfrm>
            <a:off x="3429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11" name="Oval 167"/>
          <p:cNvSpPr>
            <a:spLocks noChangeAspect="1" noChangeArrowheads="1"/>
          </p:cNvSpPr>
          <p:nvPr/>
        </p:nvSpPr>
        <p:spPr bwMode="auto">
          <a:xfrm>
            <a:off x="37338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12" name="Oval 168"/>
          <p:cNvSpPr>
            <a:spLocks noChangeAspect="1" noChangeArrowheads="1"/>
          </p:cNvSpPr>
          <p:nvPr/>
        </p:nvSpPr>
        <p:spPr bwMode="auto">
          <a:xfrm>
            <a:off x="40386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13" name="Oval 169"/>
          <p:cNvSpPr>
            <a:spLocks noChangeAspect="1" noChangeArrowheads="1"/>
          </p:cNvSpPr>
          <p:nvPr/>
        </p:nvSpPr>
        <p:spPr bwMode="auto">
          <a:xfrm>
            <a:off x="43434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14" name="Oval 170"/>
          <p:cNvSpPr>
            <a:spLocks noChangeAspect="1" noChangeArrowheads="1"/>
          </p:cNvSpPr>
          <p:nvPr/>
        </p:nvSpPr>
        <p:spPr bwMode="auto">
          <a:xfrm>
            <a:off x="4648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15" name="Oval 171"/>
          <p:cNvSpPr>
            <a:spLocks noChangeAspect="1" noChangeArrowheads="1"/>
          </p:cNvSpPr>
          <p:nvPr/>
        </p:nvSpPr>
        <p:spPr bwMode="auto">
          <a:xfrm>
            <a:off x="4953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16" name="Oval 172"/>
          <p:cNvSpPr>
            <a:spLocks noChangeAspect="1" noChangeArrowheads="1"/>
          </p:cNvSpPr>
          <p:nvPr/>
        </p:nvSpPr>
        <p:spPr bwMode="auto">
          <a:xfrm>
            <a:off x="52578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17" name="Oval 173"/>
          <p:cNvSpPr>
            <a:spLocks noChangeAspect="1" noChangeArrowheads="1"/>
          </p:cNvSpPr>
          <p:nvPr/>
        </p:nvSpPr>
        <p:spPr bwMode="auto">
          <a:xfrm>
            <a:off x="55626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18" name="Oval 174"/>
          <p:cNvSpPr>
            <a:spLocks noChangeAspect="1" noChangeArrowheads="1"/>
          </p:cNvSpPr>
          <p:nvPr/>
        </p:nvSpPr>
        <p:spPr bwMode="auto">
          <a:xfrm>
            <a:off x="58674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19" name="Oval 175"/>
          <p:cNvSpPr>
            <a:spLocks noChangeAspect="1" noChangeArrowheads="1"/>
          </p:cNvSpPr>
          <p:nvPr/>
        </p:nvSpPr>
        <p:spPr bwMode="auto">
          <a:xfrm>
            <a:off x="6172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20" name="Oval 176"/>
          <p:cNvSpPr>
            <a:spLocks noChangeAspect="1" noChangeArrowheads="1"/>
          </p:cNvSpPr>
          <p:nvPr/>
        </p:nvSpPr>
        <p:spPr bwMode="auto">
          <a:xfrm>
            <a:off x="6477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21" name="Oval 177"/>
          <p:cNvSpPr>
            <a:spLocks noChangeAspect="1" noChangeArrowheads="1"/>
          </p:cNvSpPr>
          <p:nvPr/>
        </p:nvSpPr>
        <p:spPr bwMode="auto">
          <a:xfrm>
            <a:off x="67818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22" name="Oval 178"/>
          <p:cNvSpPr>
            <a:spLocks noChangeAspect="1" noChangeArrowheads="1"/>
          </p:cNvSpPr>
          <p:nvPr/>
        </p:nvSpPr>
        <p:spPr bwMode="auto">
          <a:xfrm>
            <a:off x="2209800" y="46783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0</a:t>
            </a:r>
          </a:p>
        </p:txBody>
      </p:sp>
      <p:sp>
        <p:nvSpPr>
          <p:cNvPr id="57523" name="Oval 179"/>
          <p:cNvSpPr>
            <a:spLocks noChangeAspect="1" noChangeArrowheads="1"/>
          </p:cNvSpPr>
          <p:nvPr/>
        </p:nvSpPr>
        <p:spPr bwMode="auto">
          <a:xfrm>
            <a:off x="2514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24" name="Oval 180"/>
          <p:cNvSpPr>
            <a:spLocks noChangeAspect="1" noChangeArrowheads="1"/>
          </p:cNvSpPr>
          <p:nvPr/>
        </p:nvSpPr>
        <p:spPr bwMode="auto">
          <a:xfrm>
            <a:off x="2819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25" name="Oval 181"/>
          <p:cNvSpPr>
            <a:spLocks noChangeAspect="1" noChangeArrowheads="1"/>
          </p:cNvSpPr>
          <p:nvPr/>
        </p:nvSpPr>
        <p:spPr bwMode="auto">
          <a:xfrm>
            <a:off x="3124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26" name="Oval 182"/>
          <p:cNvSpPr>
            <a:spLocks noChangeAspect="1" noChangeArrowheads="1"/>
          </p:cNvSpPr>
          <p:nvPr/>
        </p:nvSpPr>
        <p:spPr bwMode="auto">
          <a:xfrm>
            <a:off x="3429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27" name="Oval 183"/>
          <p:cNvSpPr>
            <a:spLocks noChangeAspect="1" noChangeArrowheads="1"/>
          </p:cNvSpPr>
          <p:nvPr/>
        </p:nvSpPr>
        <p:spPr bwMode="auto">
          <a:xfrm>
            <a:off x="3733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28" name="Oval 184"/>
          <p:cNvSpPr>
            <a:spLocks noChangeAspect="1" noChangeArrowheads="1"/>
          </p:cNvSpPr>
          <p:nvPr/>
        </p:nvSpPr>
        <p:spPr bwMode="auto">
          <a:xfrm>
            <a:off x="4038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29" name="Oval 185"/>
          <p:cNvSpPr>
            <a:spLocks noChangeAspect="1" noChangeArrowheads="1"/>
          </p:cNvSpPr>
          <p:nvPr/>
        </p:nvSpPr>
        <p:spPr bwMode="auto">
          <a:xfrm>
            <a:off x="4343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30" name="Oval 186"/>
          <p:cNvSpPr>
            <a:spLocks noChangeAspect="1" noChangeArrowheads="1"/>
          </p:cNvSpPr>
          <p:nvPr/>
        </p:nvSpPr>
        <p:spPr bwMode="auto">
          <a:xfrm>
            <a:off x="4648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31" name="Oval 187"/>
          <p:cNvSpPr>
            <a:spLocks noChangeAspect="1" noChangeArrowheads="1"/>
          </p:cNvSpPr>
          <p:nvPr/>
        </p:nvSpPr>
        <p:spPr bwMode="auto">
          <a:xfrm>
            <a:off x="4953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32" name="Oval 188"/>
          <p:cNvSpPr>
            <a:spLocks noChangeAspect="1" noChangeArrowheads="1"/>
          </p:cNvSpPr>
          <p:nvPr/>
        </p:nvSpPr>
        <p:spPr bwMode="auto">
          <a:xfrm>
            <a:off x="5257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33" name="Oval 189"/>
          <p:cNvSpPr>
            <a:spLocks noChangeAspect="1" noChangeArrowheads="1"/>
          </p:cNvSpPr>
          <p:nvPr/>
        </p:nvSpPr>
        <p:spPr bwMode="auto">
          <a:xfrm>
            <a:off x="5562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34" name="Oval 190"/>
          <p:cNvSpPr>
            <a:spLocks noChangeAspect="1" noChangeArrowheads="1"/>
          </p:cNvSpPr>
          <p:nvPr/>
        </p:nvSpPr>
        <p:spPr bwMode="auto">
          <a:xfrm>
            <a:off x="5867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35" name="Oval 191"/>
          <p:cNvSpPr>
            <a:spLocks noChangeAspect="1" noChangeArrowheads="1"/>
          </p:cNvSpPr>
          <p:nvPr/>
        </p:nvSpPr>
        <p:spPr bwMode="auto">
          <a:xfrm>
            <a:off x="6172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36" name="Oval 192"/>
          <p:cNvSpPr>
            <a:spLocks noChangeAspect="1" noChangeArrowheads="1"/>
          </p:cNvSpPr>
          <p:nvPr/>
        </p:nvSpPr>
        <p:spPr bwMode="auto">
          <a:xfrm>
            <a:off x="6477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37" name="Oval 193"/>
          <p:cNvSpPr>
            <a:spLocks noChangeAspect="1" noChangeArrowheads="1"/>
          </p:cNvSpPr>
          <p:nvPr/>
        </p:nvSpPr>
        <p:spPr bwMode="auto">
          <a:xfrm>
            <a:off x="6781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7538" name="Oval 194"/>
          <p:cNvSpPr>
            <a:spLocks noChangeAspect="1" noChangeArrowheads="1"/>
          </p:cNvSpPr>
          <p:nvPr/>
        </p:nvSpPr>
        <p:spPr bwMode="auto">
          <a:xfrm>
            <a:off x="2209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7539" name="Oval 195"/>
          <p:cNvSpPr>
            <a:spLocks noChangeAspect="1" noChangeArrowheads="1"/>
          </p:cNvSpPr>
          <p:nvPr/>
        </p:nvSpPr>
        <p:spPr bwMode="auto">
          <a:xfrm>
            <a:off x="2514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0</a:t>
            </a:r>
          </a:p>
        </p:txBody>
      </p:sp>
      <p:sp>
        <p:nvSpPr>
          <p:cNvPr id="57540" name="Oval 196"/>
          <p:cNvSpPr>
            <a:spLocks noChangeAspect="1" noChangeArrowheads="1"/>
          </p:cNvSpPr>
          <p:nvPr/>
        </p:nvSpPr>
        <p:spPr bwMode="auto">
          <a:xfrm>
            <a:off x="2819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57541" name="Oval 197"/>
          <p:cNvSpPr>
            <a:spLocks noChangeAspect="1" noChangeArrowheads="1"/>
          </p:cNvSpPr>
          <p:nvPr/>
        </p:nvSpPr>
        <p:spPr bwMode="auto">
          <a:xfrm>
            <a:off x="3124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57542" name="Oval 198"/>
          <p:cNvSpPr>
            <a:spLocks noChangeAspect="1" noChangeArrowheads="1"/>
          </p:cNvSpPr>
          <p:nvPr/>
        </p:nvSpPr>
        <p:spPr bwMode="auto">
          <a:xfrm>
            <a:off x="3429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57543" name="Oval 199"/>
          <p:cNvSpPr>
            <a:spLocks noChangeAspect="1" noChangeArrowheads="1"/>
          </p:cNvSpPr>
          <p:nvPr/>
        </p:nvSpPr>
        <p:spPr bwMode="auto">
          <a:xfrm>
            <a:off x="3733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57544" name="Oval 200"/>
          <p:cNvSpPr>
            <a:spLocks noChangeAspect="1" noChangeArrowheads="1"/>
          </p:cNvSpPr>
          <p:nvPr/>
        </p:nvSpPr>
        <p:spPr bwMode="auto">
          <a:xfrm>
            <a:off x="4038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57545" name="Oval 201"/>
          <p:cNvSpPr>
            <a:spLocks noChangeAspect="1" noChangeArrowheads="1"/>
          </p:cNvSpPr>
          <p:nvPr/>
        </p:nvSpPr>
        <p:spPr bwMode="auto">
          <a:xfrm>
            <a:off x="4343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57546" name="Oval 202"/>
          <p:cNvSpPr>
            <a:spLocks noChangeAspect="1" noChangeArrowheads="1"/>
          </p:cNvSpPr>
          <p:nvPr/>
        </p:nvSpPr>
        <p:spPr bwMode="auto">
          <a:xfrm>
            <a:off x="4648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57547" name="Oval 203"/>
          <p:cNvSpPr>
            <a:spLocks noChangeAspect="1" noChangeArrowheads="1"/>
          </p:cNvSpPr>
          <p:nvPr/>
        </p:nvSpPr>
        <p:spPr bwMode="auto">
          <a:xfrm>
            <a:off x="4953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57548" name="Oval 204"/>
          <p:cNvSpPr>
            <a:spLocks noChangeAspect="1" noChangeArrowheads="1"/>
          </p:cNvSpPr>
          <p:nvPr/>
        </p:nvSpPr>
        <p:spPr bwMode="auto">
          <a:xfrm>
            <a:off x="5257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57549" name="Oval 205"/>
          <p:cNvSpPr>
            <a:spLocks noChangeAspect="1" noChangeArrowheads="1"/>
          </p:cNvSpPr>
          <p:nvPr/>
        </p:nvSpPr>
        <p:spPr bwMode="auto">
          <a:xfrm>
            <a:off x="5562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57550" name="Oval 206"/>
          <p:cNvSpPr>
            <a:spLocks noChangeAspect="1" noChangeArrowheads="1"/>
          </p:cNvSpPr>
          <p:nvPr/>
        </p:nvSpPr>
        <p:spPr bwMode="auto">
          <a:xfrm>
            <a:off x="5867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57551" name="Oval 207"/>
          <p:cNvSpPr>
            <a:spLocks noChangeAspect="1" noChangeArrowheads="1"/>
          </p:cNvSpPr>
          <p:nvPr/>
        </p:nvSpPr>
        <p:spPr bwMode="auto">
          <a:xfrm>
            <a:off x="6172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12</a:t>
            </a:r>
          </a:p>
        </p:txBody>
      </p:sp>
      <p:sp>
        <p:nvSpPr>
          <p:cNvPr id="57552" name="Oval 208"/>
          <p:cNvSpPr>
            <a:spLocks noChangeAspect="1" noChangeArrowheads="1"/>
          </p:cNvSpPr>
          <p:nvPr/>
        </p:nvSpPr>
        <p:spPr bwMode="auto">
          <a:xfrm>
            <a:off x="6477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13</a:t>
            </a:r>
          </a:p>
        </p:txBody>
      </p:sp>
      <p:sp>
        <p:nvSpPr>
          <p:cNvPr id="57553" name="Oval 209"/>
          <p:cNvSpPr>
            <a:spLocks noChangeAspect="1" noChangeArrowheads="1"/>
          </p:cNvSpPr>
          <p:nvPr/>
        </p:nvSpPr>
        <p:spPr bwMode="auto">
          <a:xfrm>
            <a:off x="6781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14</a:t>
            </a:r>
          </a:p>
        </p:txBody>
      </p:sp>
      <p:graphicFrame>
        <p:nvGraphicFramePr>
          <p:cNvPr id="57554" name="Group 210"/>
          <p:cNvGraphicFramePr>
            <a:graphicFrameLocks noGrp="1"/>
          </p:cNvGraphicFramePr>
          <p:nvPr/>
        </p:nvGraphicFramePr>
        <p:xfrm>
          <a:off x="7543800" y="2362200"/>
          <a:ext cx="457200" cy="1828800"/>
        </p:xfrm>
        <a:graphic>
          <a:graphicData uri="http://schemas.openxmlformats.org/drawingml/2006/table">
            <a:tbl>
              <a:tblPr/>
              <a:tblGrid>
                <a:gridCol w="4572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57572" name="Text Box 228"/>
          <p:cNvSpPr txBox="1">
            <a:spLocks noChangeArrowheads="1"/>
          </p:cNvSpPr>
          <p:nvPr/>
        </p:nvSpPr>
        <p:spPr bwMode="auto">
          <a:xfrm>
            <a:off x="342900" y="228600"/>
            <a:ext cx="845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2800" b="1">
                <a:solidFill>
                  <a:schemeClr val="accent2"/>
                </a:solidFill>
                <a:latin typeface="Arial" charset="0"/>
              </a:rPr>
              <a:t>Span Flood-Fill</a:t>
            </a:r>
            <a:r>
              <a:rPr lang="en-US" altLang="en-US" sz="3200" b="1">
                <a:solidFill>
                  <a:schemeClr val="accent2"/>
                </a:solidFill>
                <a:latin typeface="Arial" charset="0"/>
              </a:rPr>
              <a:t> Algorithm (</a:t>
            </a:r>
            <a:r>
              <a:rPr lang="en-US" altLang="en-US" sz="3200" b="1">
                <a:solidFill>
                  <a:srgbClr val="FF0000"/>
                </a:solidFill>
                <a:latin typeface="Arial" charset="0"/>
              </a:rPr>
              <a:t>example</a:t>
            </a:r>
            <a:r>
              <a:rPr lang="en-US" altLang="en-US" sz="3200" b="1">
                <a:solidFill>
                  <a:schemeClr val="accent2"/>
                </a:solidFill>
                <a:latin typeface="Arial" charset="0"/>
              </a:rPr>
              <a:t>)</a:t>
            </a:r>
            <a:endParaRPr lang="en-US" altLang="en-US" sz="2800">
              <a:latin typeface="Arial" charset="0"/>
              <a:cs typeface="Arial"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Slide Number Placeholder 3"/>
          <p:cNvSpPr>
            <a:spLocks noGrp="1"/>
          </p:cNvSpPr>
          <p:nvPr>
            <p:ph type="sldNum" sz="quarter" idx="12"/>
          </p:nvPr>
        </p:nvSpPr>
        <p:spPr/>
        <p:txBody>
          <a:bodyPr/>
          <a:lstStyle/>
          <a:p>
            <a:fld id="{9D846F1D-B21B-4B8C-9680-D3ACD3314C91}" type="slidenum">
              <a:rPr lang="en-US" altLang="en-US"/>
              <a:pPr/>
              <a:t>50</a:t>
            </a:fld>
            <a:endParaRPr lang="en-US" altLang="en-US"/>
          </a:p>
        </p:txBody>
      </p:sp>
      <p:sp>
        <p:nvSpPr>
          <p:cNvPr id="58370" name="Oval 2"/>
          <p:cNvSpPr>
            <a:spLocks noChangeAspect="1" noChangeArrowheads="1"/>
          </p:cNvSpPr>
          <p:nvPr/>
        </p:nvSpPr>
        <p:spPr bwMode="auto">
          <a:xfrm>
            <a:off x="2179638" y="13255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58371" name="Oval 3"/>
          <p:cNvSpPr>
            <a:spLocks noChangeAspect="1" noChangeArrowheads="1"/>
          </p:cNvSpPr>
          <p:nvPr/>
        </p:nvSpPr>
        <p:spPr bwMode="auto">
          <a:xfrm>
            <a:off x="2484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372" name="Oval 4"/>
          <p:cNvSpPr>
            <a:spLocks noChangeAspect="1" noChangeArrowheads="1"/>
          </p:cNvSpPr>
          <p:nvPr/>
        </p:nvSpPr>
        <p:spPr bwMode="auto">
          <a:xfrm>
            <a:off x="2789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373" name="Oval 5"/>
          <p:cNvSpPr>
            <a:spLocks noChangeAspect="1" noChangeArrowheads="1"/>
          </p:cNvSpPr>
          <p:nvPr/>
        </p:nvSpPr>
        <p:spPr bwMode="auto">
          <a:xfrm>
            <a:off x="3094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374" name="Oval 6"/>
          <p:cNvSpPr>
            <a:spLocks noChangeAspect="1" noChangeArrowheads="1"/>
          </p:cNvSpPr>
          <p:nvPr/>
        </p:nvSpPr>
        <p:spPr bwMode="auto">
          <a:xfrm>
            <a:off x="3398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375" name="Oval 7"/>
          <p:cNvSpPr>
            <a:spLocks noChangeAspect="1" noChangeArrowheads="1"/>
          </p:cNvSpPr>
          <p:nvPr/>
        </p:nvSpPr>
        <p:spPr bwMode="auto">
          <a:xfrm>
            <a:off x="3703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376" name="Oval 8"/>
          <p:cNvSpPr>
            <a:spLocks noChangeAspect="1" noChangeArrowheads="1"/>
          </p:cNvSpPr>
          <p:nvPr/>
        </p:nvSpPr>
        <p:spPr bwMode="auto">
          <a:xfrm>
            <a:off x="4008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377" name="Oval 9"/>
          <p:cNvSpPr>
            <a:spLocks noChangeAspect="1" noChangeArrowheads="1"/>
          </p:cNvSpPr>
          <p:nvPr/>
        </p:nvSpPr>
        <p:spPr bwMode="auto">
          <a:xfrm>
            <a:off x="4313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378" name="Oval 10"/>
          <p:cNvSpPr>
            <a:spLocks noChangeAspect="1" noChangeArrowheads="1"/>
          </p:cNvSpPr>
          <p:nvPr/>
        </p:nvSpPr>
        <p:spPr bwMode="auto">
          <a:xfrm>
            <a:off x="4618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379" name="Oval 11"/>
          <p:cNvSpPr>
            <a:spLocks noChangeAspect="1" noChangeArrowheads="1"/>
          </p:cNvSpPr>
          <p:nvPr/>
        </p:nvSpPr>
        <p:spPr bwMode="auto">
          <a:xfrm>
            <a:off x="4922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380" name="Oval 12"/>
          <p:cNvSpPr>
            <a:spLocks noChangeAspect="1" noChangeArrowheads="1"/>
          </p:cNvSpPr>
          <p:nvPr/>
        </p:nvSpPr>
        <p:spPr bwMode="auto">
          <a:xfrm>
            <a:off x="5227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381" name="Oval 13"/>
          <p:cNvSpPr>
            <a:spLocks noChangeAspect="1" noChangeArrowheads="1"/>
          </p:cNvSpPr>
          <p:nvPr/>
        </p:nvSpPr>
        <p:spPr bwMode="auto">
          <a:xfrm>
            <a:off x="5532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382" name="Oval 14"/>
          <p:cNvSpPr>
            <a:spLocks noChangeAspect="1" noChangeArrowheads="1"/>
          </p:cNvSpPr>
          <p:nvPr/>
        </p:nvSpPr>
        <p:spPr bwMode="auto">
          <a:xfrm>
            <a:off x="5837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383" name="Oval 15"/>
          <p:cNvSpPr>
            <a:spLocks noChangeAspect="1" noChangeArrowheads="1"/>
          </p:cNvSpPr>
          <p:nvPr/>
        </p:nvSpPr>
        <p:spPr bwMode="auto">
          <a:xfrm>
            <a:off x="6142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384" name="Oval 16"/>
          <p:cNvSpPr>
            <a:spLocks noChangeAspect="1" noChangeArrowheads="1"/>
          </p:cNvSpPr>
          <p:nvPr/>
        </p:nvSpPr>
        <p:spPr bwMode="auto">
          <a:xfrm>
            <a:off x="6446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385" name="Oval 17"/>
          <p:cNvSpPr>
            <a:spLocks noChangeAspect="1" noChangeArrowheads="1"/>
          </p:cNvSpPr>
          <p:nvPr/>
        </p:nvSpPr>
        <p:spPr bwMode="auto">
          <a:xfrm>
            <a:off x="6751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386" name="Oval 18"/>
          <p:cNvSpPr>
            <a:spLocks noChangeAspect="1" noChangeArrowheads="1"/>
          </p:cNvSpPr>
          <p:nvPr/>
        </p:nvSpPr>
        <p:spPr bwMode="auto">
          <a:xfrm>
            <a:off x="2179638" y="16303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58387" name="Oval 19"/>
          <p:cNvSpPr>
            <a:spLocks noChangeAspect="1" noChangeArrowheads="1"/>
          </p:cNvSpPr>
          <p:nvPr/>
        </p:nvSpPr>
        <p:spPr bwMode="auto">
          <a:xfrm>
            <a:off x="24844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388" name="Oval 20"/>
          <p:cNvSpPr>
            <a:spLocks noChangeAspect="1" noChangeArrowheads="1"/>
          </p:cNvSpPr>
          <p:nvPr/>
        </p:nvSpPr>
        <p:spPr bwMode="auto">
          <a:xfrm>
            <a:off x="27892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389" name="Oval 21"/>
          <p:cNvSpPr>
            <a:spLocks noChangeAspect="1" noChangeArrowheads="1"/>
          </p:cNvSpPr>
          <p:nvPr/>
        </p:nvSpPr>
        <p:spPr bwMode="auto">
          <a:xfrm>
            <a:off x="30940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390" name="Oval 22"/>
          <p:cNvSpPr>
            <a:spLocks noChangeAspect="1" noChangeArrowheads="1"/>
          </p:cNvSpPr>
          <p:nvPr/>
        </p:nvSpPr>
        <p:spPr bwMode="auto">
          <a:xfrm>
            <a:off x="33988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391" name="Oval 23"/>
          <p:cNvSpPr>
            <a:spLocks noChangeAspect="1" noChangeArrowheads="1"/>
          </p:cNvSpPr>
          <p:nvPr/>
        </p:nvSpPr>
        <p:spPr bwMode="auto">
          <a:xfrm>
            <a:off x="37036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392" name="Oval 24"/>
          <p:cNvSpPr>
            <a:spLocks noChangeAspect="1" noChangeArrowheads="1"/>
          </p:cNvSpPr>
          <p:nvPr/>
        </p:nvSpPr>
        <p:spPr bwMode="auto">
          <a:xfrm>
            <a:off x="40084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393" name="Oval 25"/>
          <p:cNvSpPr>
            <a:spLocks noChangeAspect="1" noChangeArrowheads="1"/>
          </p:cNvSpPr>
          <p:nvPr/>
        </p:nvSpPr>
        <p:spPr bwMode="auto">
          <a:xfrm>
            <a:off x="43132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394" name="Oval 26"/>
          <p:cNvSpPr>
            <a:spLocks noChangeAspect="1" noChangeArrowheads="1"/>
          </p:cNvSpPr>
          <p:nvPr/>
        </p:nvSpPr>
        <p:spPr bwMode="auto">
          <a:xfrm>
            <a:off x="46180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395" name="Oval 27"/>
          <p:cNvSpPr>
            <a:spLocks noChangeAspect="1" noChangeArrowheads="1"/>
          </p:cNvSpPr>
          <p:nvPr/>
        </p:nvSpPr>
        <p:spPr bwMode="auto">
          <a:xfrm>
            <a:off x="49228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396" name="Oval 28"/>
          <p:cNvSpPr>
            <a:spLocks noChangeAspect="1" noChangeArrowheads="1"/>
          </p:cNvSpPr>
          <p:nvPr/>
        </p:nvSpPr>
        <p:spPr bwMode="auto">
          <a:xfrm>
            <a:off x="52276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397" name="Oval 29"/>
          <p:cNvSpPr>
            <a:spLocks noChangeAspect="1" noChangeArrowheads="1"/>
          </p:cNvSpPr>
          <p:nvPr/>
        </p:nvSpPr>
        <p:spPr bwMode="auto">
          <a:xfrm>
            <a:off x="55324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398" name="Oval 30"/>
          <p:cNvSpPr>
            <a:spLocks noChangeAspect="1" noChangeArrowheads="1"/>
          </p:cNvSpPr>
          <p:nvPr/>
        </p:nvSpPr>
        <p:spPr bwMode="auto">
          <a:xfrm>
            <a:off x="58372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399" name="Oval 31"/>
          <p:cNvSpPr>
            <a:spLocks noChangeAspect="1" noChangeArrowheads="1"/>
          </p:cNvSpPr>
          <p:nvPr/>
        </p:nvSpPr>
        <p:spPr bwMode="auto">
          <a:xfrm>
            <a:off x="61420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00" name="Oval 32"/>
          <p:cNvSpPr>
            <a:spLocks noChangeAspect="1" noChangeArrowheads="1"/>
          </p:cNvSpPr>
          <p:nvPr/>
        </p:nvSpPr>
        <p:spPr bwMode="auto">
          <a:xfrm>
            <a:off x="64468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01" name="Oval 33"/>
          <p:cNvSpPr>
            <a:spLocks noChangeAspect="1" noChangeArrowheads="1"/>
          </p:cNvSpPr>
          <p:nvPr/>
        </p:nvSpPr>
        <p:spPr bwMode="auto">
          <a:xfrm>
            <a:off x="67516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02" name="Oval 34"/>
          <p:cNvSpPr>
            <a:spLocks noChangeAspect="1" noChangeArrowheads="1"/>
          </p:cNvSpPr>
          <p:nvPr/>
        </p:nvSpPr>
        <p:spPr bwMode="auto">
          <a:xfrm>
            <a:off x="2179638" y="19351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58403" name="Oval 35"/>
          <p:cNvSpPr>
            <a:spLocks noChangeAspect="1" noChangeArrowheads="1"/>
          </p:cNvSpPr>
          <p:nvPr/>
        </p:nvSpPr>
        <p:spPr bwMode="auto">
          <a:xfrm>
            <a:off x="24844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04" name="Oval 36"/>
          <p:cNvSpPr>
            <a:spLocks noChangeAspect="1" noChangeArrowheads="1"/>
          </p:cNvSpPr>
          <p:nvPr/>
        </p:nvSpPr>
        <p:spPr bwMode="auto">
          <a:xfrm>
            <a:off x="27892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05" name="Oval 37"/>
          <p:cNvSpPr>
            <a:spLocks noChangeAspect="1" noChangeArrowheads="1"/>
          </p:cNvSpPr>
          <p:nvPr/>
        </p:nvSpPr>
        <p:spPr bwMode="auto">
          <a:xfrm>
            <a:off x="30940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06" name="Oval 38"/>
          <p:cNvSpPr>
            <a:spLocks noChangeAspect="1" noChangeArrowheads="1"/>
          </p:cNvSpPr>
          <p:nvPr/>
        </p:nvSpPr>
        <p:spPr bwMode="auto">
          <a:xfrm>
            <a:off x="33988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8407" name="Oval 39"/>
          <p:cNvSpPr>
            <a:spLocks noChangeAspect="1" noChangeArrowheads="1"/>
          </p:cNvSpPr>
          <p:nvPr/>
        </p:nvSpPr>
        <p:spPr bwMode="auto">
          <a:xfrm>
            <a:off x="3703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08" name="Oval 40"/>
          <p:cNvSpPr>
            <a:spLocks noChangeAspect="1" noChangeArrowheads="1"/>
          </p:cNvSpPr>
          <p:nvPr/>
        </p:nvSpPr>
        <p:spPr bwMode="auto">
          <a:xfrm>
            <a:off x="40084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09" name="Oval 41"/>
          <p:cNvSpPr>
            <a:spLocks noChangeAspect="1" noChangeArrowheads="1"/>
          </p:cNvSpPr>
          <p:nvPr/>
        </p:nvSpPr>
        <p:spPr bwMode="auto">
          <a:xfrm>
            <a:off x="43132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10" name="Oval 42"/>
          <p:cNvSpPr>
            <a:spLocks noChangeAspect="1" noChangeArrowheads="1"/>
          </p:cNvSpPr>
          <p:nvPr/>
        </p:nvSpPr>
        <p:spPr bwMode="auto">
          <a:xfrm>
            <a:off x="46180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11" name="Oval 43"/>
          <p:cNvSpPr>
            <a:spLocks noChangeAspect="1" noChangeArrowheads="1"/>
          </p:cNvSpPr>
          <p:nvPr/>
        </p:nvSpPr>
        <p:spPr bwMode="auto">
          <a:xfrm>
            <a:off x="49228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12" name="Oval 44"/>
          <p:cNvSpPr>
            <a:spLocks noChangeAspect="1" noChangeArrowheads="1"/>
          </p:cNvSpPr>
          <p:nvPr/>
        </p:nvSpPr>
        <p:spPr bwMode="auto">
          <a:xfrm>
            <a:off x="5227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13" name="Oval 45"/>
          <p:cNvSpPr>
            <a:spLocks noChangeAspect="1" noChangeArrowheads="1"/>
          </p:cNvSpPr>
          <p:nvPr/>
        </p:nvSpPr>
        <p:spPr bwMode="auto">
          <a:xfrm>
            <a:off x="55324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14" name="Oval 46"/>
          <p:cNvSpPr>
            <a:spLocks noChangeAspect="1" noChangeArrowheads="1"/>
          </p:cNvSpPr>
          <p:nvPr/>
        </p:nvSpPr>
        <p:spPr bwMode="auto">
          <a:xfrm>
            <a:off x="58372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8415" name="Oval 47"/>
          <p:cNvSpPr>
            <a:spLocks noChangeAspect="1" noChangeArrowheads="1"/>
          </p:cNvSpPr>
          <p:nvPr/>
        </p:nvSpPr>
        <p:spPr bwMode="auto">
          <a:xfrm>
            <a:off x="61420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16" name="Oval 48"/>
          <p:cNvSpPr>
            <a:spLocks noChangeAspect="1" noChangeArrowheads="1"/>
          </p:cNvSpPr>
          <p:nvPr/>
        </p:nvSpPr>
        <p:spPr bwMode="auto">
          <a:xfrm>
            <a:off x="64468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17" name="Oval 49"/>
          <p:cNvSpPr>
            <a:spLocks noChangeAspect="1" noChangeArrowheads="1"/>
          </p:cNvSpPr>
          <p:nvPr/>
        </p:nvSpPr>
        <p:spPr bwMode="auto">
          <a:xfrm>
            <a:off x="6751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18" name="Oval 50"/>
          <p:cNvSpPr>
            <a:spLocks noChangeAspect="1" noChangeArrowheads="1"/>
          </p:cNvSpPr>
          <p:nvPr/>
        </p:nvSpPr>
        <p:spPr bwMode="auto">
          <a:xfrm>
            <a:off x="2179638" y="22399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58419" name="Oval 51"/>
          <p:cNvSpPr>
            <a:spLocks noChangeAspect="1" noChangeArrowheads="1"/>
          </p:cNvSpPr>
          <p:nvPr/>
        </p:nvSpPr>
        <p:spPr bwMode="auto">
          <a:xfrm>
            <a:off x="24844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20" name="Oval 52"/>
          <p:cNvSpPr>
            <a:spLocks noChangeAspect="1" noChangeArrowheads="1"/>
          </p:cNvSpPr>
          <p:nvPr/>
        </p:nvSpPr>
        <p:spPr bwMode="auto">
          <a:xfrm>
            <a:off x="27892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21" name="Oval 53"/>
          <p:cNvSpPr>
            <a:spLocks noChangeAspect="1" noChangeArrowheads="1"/>
          </p:cNvSpPr>
          <p:nvPr/>
        </p:nvSpPr>
        <p:spPr bwMode="auto">
          <a:xfrm>
            <a:off x="30940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22" name="Oval 54"/>
          <p:cNvSpPr>
            <a:spLocks noChangeAspect="1" noChangeArrowheads="1"/>
          </p:cNvSpPr>
          <p:nvPr/>
        </p:nvSpPr>
        <p:spPr bwMode="auto">
          <a:xfrm>
            <a:off x="33988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8423" name="Oval 55"/>
          <p:cNvSpPr>
            <a:spLocks noChangeAspect="1" noChangeArrowheads="1"/>
          </p:cNvSpPr>
          <p:nvPr/>
        </p:nvSpPr>
        <p:spPr bwMode="auto">
          <a:xfrm>
            <a:off x="37036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24" name="Oval 56"/>
          <p:cNvSpPr>
            <a:spLocks noChangeAspect="1" noChangeArrowheads="1"/>
          </p:cNvSpPr>
          <p:nvPr/>
        </p:nvSpPr>
        <p:spPr bwMode="auto">
          <a:xfrm>
            <a:off x="40084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25" name="Oval 57"/>
          <p:cNvSpPr>
            <a:spLocks noChangeAspect="1" noChangeArrowheads="1"/>
          </p:cNvSpPr>
          <p:nvPr/>
        </p:nvSpPr>
        <p:spPr bwMode="auto">
          <a:xfrm>
            <a:off x="43132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26" name="Oval 58"/>
          <p:cNvSpPr>
            <a:spLocks noChangeAspect="1" noChangeArrowheads="1"/>
          </p:cNvSpPr>
          <p:nvPr/>
        </p:nvSpPr>
        <p:spPr bwMode="auto">
          <a:xfrm>
            <a:off x="46180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27" name="Oval 59"/>
          <p:cNvSpPr>
            <a:spLocks noChangeAspect="1" noChangeArrowheads="1"/>
          </p:cNvSpPr>
          <p:nvPr/>
        </p:nvSpPr>
        <p:spPr bwMode="auto">
          <a:xfrm>
            <a:off x="49228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28" name="Oval 60"/>
          <p:cNvSpPr>
            <a:spLocks noChangeAspect="1" noChangeArrowheads="1"/>
          </p:cNvSpPr>
          <p:nvPr/>
        </p:nvSpPr>
        <p:spPr bwMode="auto">
          <a:xfrm>
            <a:off x="52276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29" name="Oval 61"/>
          <p:cNvSpPr>
            <a:spLocks noChangeAspect="1" noChangeArrowheads="1"/>
          </p:cNvSpPr>
          <p:nvPr/>
        </p:nvSpPr>
        <p:spPr bwMode="auto">
          <a:xfrm>
            <a:off x="55324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8430" name="Oval 62"/>
          <p:cNvSpPr>
            <a:spLocks noChangeAspect="1" noChangeArrowheads="1"/>
          </p:cNvSpPr>
          <p:nvPr/>
        </p:nvSpPr>
        <p:spPr bwMode="auto">
          <a:xfrm>
            <a:off x="58372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31" name="Oval 63"/>
          <p:cNvSpPr>
            <a:spLocks noChangeAspect="1" noChangeArrowheads="1"/>
          </p:cNvSpPr>
          <p:nvPr/>
        </p:nvSpPr>
        <p:spPr bwMode="auto">
          <a:xfrm>
            <a:off x="61420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32" name="Oval 64"/>
          <p:cNvSpPr>
            <a:spLocks noChangeAspect="1" noChangeArrowheads="1"/>
          </p:cNvSpPr>
          <p:nvPr/>
        </p:nvSpPr>
        <p:spPr bwMode="auto">
          <a:xfrm>
            <a:off x="64468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33" name="Oval 65"/>
          <p:cNvSpPr>
            <a:spLocks noChangeAspect="1" noChangeArrowheads="1"/>
          </p:cNvSpPr>
          <p:nvPr/>
        </p:nvSpPr>
        <p:spPr bwMode="auto">
          <a:xfrm>
            <a:off x="67516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34" name="Oval 66"/>
          <p:cNvSpPr>
            <a:spLocks noChangeAspect="1" noChangeArrowheads="1"/>
          </p:cNvSpPr>
          <p:nvPr/>
        </p:nvSpPr>
        <p:spPr bwMode="auto">
          <a:xfrm>
            <a:off x="2179638" y="25447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58435" name="Oval 67"/>
          <p:cNvSpPr>
            <a:spLocks noChangeAspect="1" noChangeArrowheads="1"/>
          </p:cNvSpPr>
          <p:nvPr/>
        </p:nvSpPr>
        <p:spPr bwMode="auto">
          <a:xfrm>
            <a:off x="24844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36" name="Oval 68"/>
          <p:cNvSpPr>
            <a:spLocks noChangeAspect="1" noChangeArrowheads="1"/>
          </p:cNvSpPr>
          <p:nvPr/>
        </p:nvSpPr>
        <p:spPr bwMode="auto">
          <a:xfrm>
            <a:off x="27892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37" name="Oval 69"/>
          <p:cNvSpPr>
            <a:spLocks noChangeAspect="1" noChangeArrowheads="1"/>
          </p:cNvSpPr>
          <p:nvPr/>
        </p:nvSpPr>
        <p:spPr bwMode="auto">
          <a:xfrm>
            <a:off x="3094038" y="25447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38" name="Oval 70"/>
          <p:cNvSpPr>
            <a:spLocks noChangeAspect="1" noChangeArrowheads="1"/>
          </p:cNvSpPr>
          <p:nvPr/>
        </p:nvSpPr>
        <p:spPr bwMode="auto">
          <a:xfrm>
            <a:off x="33988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58439" name="Oval 71"/>
          <p:cNvSpPr>
            <a:spLocks noChangeAspect="1" noChangeArrowheads="1"/>
          </p:cNvSpPr>
          <p:nvPr/>
        </p:nvSpPr>
        <p:spPr bwMode="auto">
          <a:xfrm>
            <a:off x="37036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40" name="Oval 72"/>
          <p:cNvSpPr>
            <a:spLocks noChangeAspect="1" noChangeArrowheads="1"/>
          </p:cNvSpPr>
          <p:nvPr/>
        </p:nvSpPr>
        <p:spPr bwMode="auto">
          <a:xfrm>
            <a:off x="40084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41" name="Oval 73"/>
          <p:cNvSpPr>
            <a:spLocks noChangeAspect="1" noChangeArrowheads="1"/>
          </p:cNvSpPr>
          <p:nvPr/>
        </p:nvSpPr>
        <p:spPr bwMode="auto">
          <a:xfrm>
            <a:off x="43132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42" name="Oval 74"/>
          <p:cNvSpPr>
            <a:spLocks noChangeAspect="1" noChangeArrowheads="1"/>
          </p:cNvSpPr>
          <p:nvPr/>
        </p:nvSpPr>
        <p:spPr bwMode="auto">
          <a:xfrm>
            <a:off x="46180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43" name="Oval 75"/>
          <p:cNvSpPr>
            <a:spLocks noChangeAspect="1" noChangeArrowheads="1"/>
          </p:cNvSpPr>
          <p:nvPr/>
        </p:nvSpPr>
        <p:spPr bwMode="auto">
          <a:xfrm>
            <a:off x="49228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44" name="Oval 76"/>
          <p:cNvSpPr>
            <a:spLocks noChangeAspect="1" noChangeArrowheads="1"/>
          </p:cNvSpPr>
          <p:nvPr/>
        </p:nvSpPr>
        <p:spPr bwMode="auto">
          <a:xfrm>
            <a:off x="52276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45" name="Oval 77"/>
          <p:cNvSpPr>
            <a:spLocks noChangeAspect="1" noChangeArrowheads="1"/>
          </p:cNvSpPr>
          <p:nvPr/>
        </p:nvSpPr>
        <p:spPr bwMode="auto">
          <a:xfrm>
            <a:off x="55324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46" name="Oval 78"/>
          <p:cNvSpPr>
            <a:spLocks noChangeAspect="1" noChangeArrowheads="1"/>
          </p:cNvSpPr>
          <p:nvPr/>
        </p:nvSpPr>
        <p:spPr bwMode="auto">
          <a:xfrm>
            <a:off x="58372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47" name="Oval 79"/>
          <p:cNvSpPr>
            <a:spLocks noChangeAspect="1" noChangeArrowheads="1"/>
          </p:cNvSpPr>
          <p:nvPr/>
        </p:nvSpPr>
        <p:spPr bwMode="auto">
          <a:xfrm>
            <a:off x="61420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48" name="Oval 80"/>
          <p:cNvSpPr>
            <a:spLocks noChangeAspect="1" noChangeArrowheads="1"/>
          </p:cNvSpPr>
          <p:nvPr/>
        </p:nvSpPr>
        <p:spPr bwMode="auto">
          <a:xfrm>
            <a:off x="6446838" y="25447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49" name="Oval 81"/>
          <p:cNvSpPr>
            <a:spLocks noChangeAspect="1" noChangeArrowheads="1"/>
          </p:cNvSpPr>
          <p:nvPr/>
        </p:nvSpPr>
        <p:spPr bwMode="auto">
          <a:xfrm>
            <a:off x="67516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50" name="Oval 82"/>
          <p:cNvSpPr>
            <a:spLocks noChangeAspect="1" noChangeArrowheads="1"/>
          </p:cNvSpPr>
          <p:nvPr/>
        </p:nvSpPr>
        <p:spPr bwMode="auto">
          <a:xfrm>
            <a:off x="2209800" y="28495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58451" name="Oval 83"/>
          <p:cNvSpPr>
            <a:spLocks noChangeAspect="1" noChangeArrowheads="1"/>
          </p:cNvSpPr>
          <p:nvPr/>
        </p:nvSpPr>
        <p:spPr bwMode="auto">
          <a:xfrm>
            <a:off x="25146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52" name="Oval 84"/>
          <p:cNvSpPr>
            <a:spLocks noChangeAspect="1" noChangeArrowheads="1"/>
          </p:cNvSpPr>
          <p:nvPr/>
        </p:nvSpPr>
        <p:spPr bwMode="auto">
          <a:xfrm>
            <a:off x="28194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53" name="Oval 85"/>
          <p:cNvSpPr>
            <a:spLocks noChangeAspect="1" noChangeArrowheads="1"/>
          </p:cNvSpPr>
          <p:nvPr/>
        </p:nvSpPr>
        <p:spPr bwMode="auto">
          <a:xfrm>
            <a:off x="31242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54" name="Oval 86"/>
          <p:cNvSpPr>
            <a:spLocks noChangeAspect="1" noChangeArrowheads="1"/>
          </p:cNvSpPr>
          <p:nvPr/>
        </p:nvSpPr>
        <p:spPr bwMode="auto">
          <a:xfrm>
            <a:off x="34290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8455" name="Oval 87"/>
          <p:cNvSpPr>
            <a:spLocks noChangeAspect="1" noChangeArrowheads="1"/>
          </p:cNvSpPr>
          <p:nvPr/>
        </p:nvSpPr>
        <p:spPr bwMode="auto">
          <a:xfrm>
            <a:off x="37338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56" name="Oval 88"/>
          <p:cNvSpPr>
            <a:spLocks noChangeAspect="1" noChangeArrowheads="1"/>
          </p:cNvSpPr>
          <p:nvPr/>
        </p:nvSpPr>
        <p:spPr bwMode="auto">
          <a:xfrm>
            <a:off x="40386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57" name="Oval 89"/>
          <p:cNvSpPr>
            <a:spLocks noChangeAspect="1" noChangeArrowheads="1"/>
          </p:cNvSpPr>
          <p:nvPr/>
        </p:nvSpPr>
        <p:spPr bwMode="auto">
          <a:xfrm>
            <a:off x="43434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58" name="Oval 90"/>
          <p:cNvSpPr>
            <a:spLocks noChangeAspect="1" noChangeArrowheads="1"/>
          </p:cNvSpPr>
          <p:nvPr/>
        </p:nvSpPr>
        <p:spPr bwMode="auto">
          <a:xfrm>
            <a:off x="46482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59" name="Oval 91"/>
          <p:cNvSpPr>
            <a:spLocks noChangeAspect="1" noChangeArrowheads="1"/>
          </p:cNvSpPr>
          <p:nvPr/>
        </p:nvSpPr>
        <p:spPr bwMode="auto">
          <a:xfrm>
            <a:off x="49530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60" name="Oval 92"/>
          <p:cNvSpPr>
            <a:spLocks noChangeAspect="1" noChangeArrowheads="1"/>
          </p:cNvSpPr>
          <p:nvPr/>
        </p:nvSpPr>
        <p:spPr bwMode="auto">
          <a:xfrm>
            <a:off x="52578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58461" name="Oval 93"/>
          <p:cNvSpPr>
            <a:spLocks noChangeAspect="1" noChangeArrowheads="1"/>
          </p:cNvSpPr>
          <p:nvPr/>
        </p:nvSpPr>
        <p:spPr bwMode="auto">
          <a:xfrm>
            <a:off x="55626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62" name="Oval 94"/>
          <p:cNvSpPr>
            <a:spLocks noChangeAspect="1" noChangeArrowheads="1"/>
          </p:cNvSpPr>
          <p:nvPr/>
        </p:nvSpPr>
        <p:spPr bwMode="auto">
          <a:xfrm>
            <a:off x="58674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63" name="Oval 95"/>
          <p:cNvSpPr>
            <a:spLocks noChangeAspect="1" noChangeArrowheads="1"/>
          </p:cNvSpPr>
          <p:nvPr/>
        </p:nvSpPr>
        <p:spPr bwMode="auto">
          <a:xfrm>
            <a:off x="61722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64" name="Oval 96"/>
          <p:cNvSpPr>
            <a:spLocks noChangeAspect="1" noChangeArrowheads="1"/>
          </p:cNvSpPr>
          <p:nvPr/>
        </p:nvSpPr>
        <p:spPr bwMode="auto">
          <a:xfrm>
            <a:off x="64770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65" name="Oval 97"/>
          <p:cNvSpPr>
            <a:spLocks noChangeAspect="1" noChangeArrowheads="1"/>
          </p:cNvSpPr>
          <p:nvPr/>
        </p:nvSpPr>
        <p:spPr bwMode="auto">
          <a:xfrm>
            <a:off x="67818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66" name="Oval 98"/>
          <p:cNvSpPr>
            <a:spLocks noChangeAspect="1" noChangeArrowheads="1"/>
          </p:cNvSpPr>
          <p:nvPr/>
        </p:nvSpPr>
        <p:spPr bwMode="auto">
          <a:xfrm>
            <a:off x="2209800" y="31543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58467" name="Oval 99"/>
          <p:cNvSpPr>
            <a:spLocks noChangeAspect="1" noChangeArrowheads="1"/>
          </p:cNvSpPr>
          <p:nvPr/>
        </p:nvSpPr>
        <p:spPr bwMode="auto">
          <a:xfrm>
            <a:off x="25146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68" name="Oval 100"/>
          <p:cNvSpPr>
            <a:spLocks noChangeAspect="1" noChangeArrowheads="1"/>
          </p:cNvSpPr>
          <p:nvPr/>
        </p:nvSpPr>
        <p:spPr bwMode="auto">
          <a:xfrm>
            <a:off x="28194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69" name="Oval 101"/>
          <p:cNvSpPr>
            <a:spLocks noChangeAspect="1" noChangeArrowheads="1"/>
          </p:cNvSpPr>
          <p:nvPr/>
        </p:nvSpPr>
        <p:spPr bwMode="auto">
          <a:xfrm>
            <a:off x="31242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70" name="Oval 102"/>
          <p:cNvSpPr>
            <a:spLocks noChangeAspect="1" noChangeArrowheads="1"/>
          </p:cNvSpPr>
          <p:nvPr/>
        </p:nvSpPr>
        <p:spPr bwMode="auto">
          <a:xfrm>
            <a:off x="34290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8471" name="Oval 103"/>
          <p:cNvSpPr>
            <a:spLocks noChangeAspect="1" noChangeArrowheads="1"/>
          </p:cNvSpPr>
          <p:nvPr/>
        </p:nvSpPr>
        <p:spPr bwMode="auto">
          <a:xfrm>
            <a:off x="37338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72" name="Oval 104"/>
          <p:cNvSpPr>
            <a:spLocks noChangeAspect="1" noChangeArrowheads="1"/>
          </p:cNvSpPr>
          <p:nvPr/>
        </p:nvSpPr>
        <p:spPr bwMode="auto">
          <a:xfrm>
            <a:off x="40386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73" name="Oval 105"/>
          <p:cNvSpPr>
            <a:spLocks noChangeAspect="1" noChangeArrowheads="1"/>
          </p:cNvSpPr>
          <p:nvPr/>
        </p:nvSpPr>
        <p:spPr bwMode="auto">
          <a:xfrm>
            <a:off x="43434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74" name="Oval 106"/>
          <p:cNvSpPr>
            <a:spLocks noChangeAspect="1" noChangeArrowheads="1"/>
          </p:cNvSpPr>
          <p:nvPr/>
        </p:nvSpPr>
        <p:spPr bwMode="auto">
          <a:xfrm>
            <a:off x="46482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75" name="Oval 107"/>
          <p:cNvSpPr>
            <a:spLocks noChangeAspect="1" noChangeArrowheads="1"/>
          </p:cNvSpPr>
          <p:nvPr/>
        </p:nvSpPr>
        <p:spPr bwMode="auto">
          <a:xfrm>
            <a:off x="49530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76" name="Oval 108"/>
          <p:cNvSpPr>
            <a:spLocks noChangeAspect="1" noChangeArrowheads="1"/>
          </p:cNvSpPr>
          <p:nvPr/>
        </p:nvSpPr>
        <p:spPr bwMode="auto">
          <a:xfrm>
            <a:off x="52578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77" name="Oval 109"/>
          <p:cNvSpPr>
            <a:spLocks noChangeAspect="1" noChangeArrowheads="1"/>
          </p:cNvSpPr>
          <p:nvPr/>
        </p:nvSpPr>
        <p:spPr bwMode="auto">
          <a:xfrm>
            <a:off x="55626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78" name="Oval 110"/>
          <p:cNvSpPr>
            <a:spLocks noChangeAspect="1" noChangeArrowheads="1"/>
          </p:cNvSpPr>
          <p:nvPr/>
        </p:nvSpPr>
        <p:spPr bwMode="auto">
          <a:xfrm>
            <a:off x="58674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S</a:t>
            </a:r>
          </a:p>
        </p:txBody>
      </p:sp>
      <p:sp>
        <p:nvSpPr>
          <p:cNvPr id="58479" name="Oval 111"/>
          <p:cNvSpPr>
            <a:spLocks noChangeAspect="1" noChangeArrowheads="1"/>
          </p:cNvSpPr>
          <p:nvPr/>
        </p:nvSpPr>
        <p:spPr bwMode="auto">
          <a:xfrm>
            <a:off x="61722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80" name="Oval 112"/>
          <p:cNvSpPr>
            <a:spLocks noChangeAspect="1" noChangeArrowheads="1"/>
          </p:cNvSpPr>
          <p:nvPr/>
        </p:nvSpPr>
        <p:spPr bwMode="auto">
          <a:xfrm>
            <a:off x="64770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81" name="Oval 113"/>
          <p:cNvSpPr>
            <a:spLocks noChangeAspect="1" noChangeArrowheads="1"/>
          </p:cNvSpPr>
          <p:nvPr/>
        </p:nvSpPr>
        <p:spPr bwMode="auto">
          <a:xfrm>
            <a:off x="67818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82" name="Oval 114"/>
          <p:cNvSpPr>
            <a:spLocks noChangeAspect="1" noChangeArrowheads="1"/>
          </p:cNvSpPr>
          <p:nvPr/>
        </p:nvSpPr>
        <p:spPr bwMode="auto">
          <a:xfrm>
            <a:off x="2209800" y="3459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58483" name="Oval 115"/>
          <p:cNvSpPr>
            <a:spLocks noChangeAspect="1" noChangeArrowheads="1"/>
          </p:cNvSpPr>
          <p:nvPr/>
        </p:nvSpPr>
        <p:spPr bwMode="auto">
          <a:xfrm>
            <a:off x="25146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84" name="Oval 116"/>
          <p:cNvSpPr>
            <a:spLocks noChangeAspect="1" noChangeArrowheads="1"/>
          </p:cNvSpPr>
          <p:nvPr/>
        </p:nvSpPr>
        <p:spPr bwMode="auto">
          <a:xfrm>
            <a:off x="28194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85" name="Oval 117"/>
          <p:cNvSpPr>
            <a:spLocks noChangeAspect="1" noChangeArrowheads="1"/>
          </p:cNvSpPr>
          <p:nvPr/>
        </p:nvSpPr>
        <p:spPr bwMode="auto">
          <a:xfrm>
            <a:off x="31242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86" name="Oval 118"/>
          <p:cNvSpPr>
            <a:spLocks noChangeAspect="1" noChangeArrowheads="1"/>
          </p:cNvSpPr>
          <p:nvPr/>
        </p:nvSpPr>
        <p:spPr bwMode="auto">
          <a:xfrm>
            <a:off x="34290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8487" name="Oval 119"/>
          <p:cNvSpPr>
            <a:spLocks noChangeAspect="1" noChangeArrowheads="1"/>
          </p:cNvSpPr>
          <p:nvPr/>
        </p:nvSpPr>
        <p:spPr bwMode="auto">
          <a:xfrm>
            <a:off x="3733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88" name="Oval 120"/>
          <p:cNvSpPr>
            <a:spLocks noChangeAspect="1" noChangeArrowheads="1"/>
          </p:cNvSpPr>
          <p:nvPr/>
        </p:nvSpPr>
        <p:spPr bwMode="auto">
          <a:xfrm>
            <a:off x="40386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89" name="Oval 121"/>
          <p:cNvSpPr>
            <a:spLocks noChangeAspect="1" noChangeArrowheads="1"/>
          </p:cNvSpPr>
          <p:nvPr/>
        </p:nvSpPr>
        <p:spPr bwMode="auto">
          <a:xfrm>
            <a:off x="43434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90" name="Oval 122"/>
          <p:cNvSpPr>
            <a:spLocks noChangeAspect="1" noChangeArrowheads="1"/>
          </p:cNvSpPr>
          <p:nvPr/>
        </p:nvSpPr>
        <p:spPr bwMode="auto">
          <a:xfrm>
            <a:off x="46482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91" name="Oval 123"/>
          <p:cNvSpPr>
            <a:spLocks noChangeAspect="1" noChangeArrowheads="1"/>
          </p:cNvSpPr>
          <p:nvPr/>
        </p:nvSpPr>
        <p:spPr bwMode="auto">
          <a:xfrm>
            <a:off x="49530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92" name="Oval 124"/>
          <p:cNvSpPr>
            <a:spLocks noChangeAspect="1" noChangeArrowheads="1"/>
          </p:cNvSpPr>
          <p:nvPr/>
        </p:nvSpPr>
        <p:spPr bwMode="auto">
          <a:xfrm>
            <a:off x="5257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58493" name="Oval 125"/>
          <p:cNvSpPr>
            <a:spLocks noChangeAspect="1" noChangeArrowheads="1"/>
          </p:cNvSpPr>
          <p:nvPr/>
        </p:nvSpPr>
        <p:spPr bwMode="auto">
          <a:xfrm>
            <a:off x="55626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94" name="Oval 126"/>
          <p:cNvSpPr>
            <a:spLocks noChangeAspect="1" noChangeArrowheads="1"/>
          </p:cNvSpPr>
          <p:nvPr/>
        </p:nvSpPr>
        <p:spPr bwMode="auto">
          <a:xfrm>
            <a:off x="58674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95" name="Oval 127"/>
          <p:cNvSpPr>
            <a:spLocks noChangeAspect="1" noChangeArrowheads="1"/>
          </p:cNvSpPr>
          <p:nvPr/>
        </p:nvSpPr>
        <p:spPr bwMode="auto">
          <a:xfrm>
            <a:off x="61722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96" name="Oval 128"/>
          <p:cNvSpPr>
            <a:spLocks noChangeAspect="1" noChangeArrowheads="1"/>
          </p:cNvSpPr>
          <p:nvPr/>
        </p:nvSpPr>
        <p:spPr bwMode="auto">
          <a:xfrm>
            <a:off x="64770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97" name="Oval 129"/>
          <p:cNvSpPr>
            <a:spLocks noChangeAspect="1" noChangeArrowheads="1"/>
          </p:cNvSpPr>
          <p:nvPr/>
        </p:nvSpPr>
        <p:spPr bwMode="auto">
          <a:xfrm>
            <a:off x="6781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498" name="Oval 130"/>
          <p:cNvSpPr>
            <a:spLocks noChangeAspect="1" noChangeArrowheads="1"/>
          </p:cNvSpPr>
          <p:nvPr/>
        </p:nvSpPr>
        <p:spPr bwMode="auto">
          <a:xfrm>
            <a:off x="2209800" y="37639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58499" name="Oval 131"/>
          <p:cNvSpPr>
            <a:spLocks noChangeAspect="1" noChangeArrowheads="1"/>
          </p:cNvSpPr>
          <p:nvPr/>
        </p:nvSpPr>
        <p:spPr bwMode="auto">
          <a:xfrm>
            <a:off x="2514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00" name="Oval 132"/>
          <p:cNvSpPr>
            <a:spLocks noChangeAspect="1" noChangeArrowheads="1"/>
          </p:cNvSpPr>
          <p:nvPr/>
        </p:nvSpPr>
        <p:spPr bwMode="auto">
          <a:xfrm>
            <a:off x="2819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01" name="Oval 133"/>
          <p:cNvSpPr>
            <a:spLocks noChangeAspect="1" noChangeArrowheads="1"/>
          </p:cNvSpPr>
          <p:nvPr/>
        </p:nvSpPr>
        <p:spPr bwMode="auto">
          <a:xfrm>
            <a:off x="3124200" y="37639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02" name="Oval 134"/>
          <p:cNvSpPr>
            <a:spLocks noChangeAspect="1" noChangeArrowheads="1"/>
          </p:cNvSpPr>
          <p:nvPr/>
        </p:nvSpPr>
        <p:spPr bwMode="auto">
          <a:xfrm>
            <a:off x="34290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8503" name="Oval 135"/>
          <p:cNvSpPr>
            <a:spLocks noChangeAspect="1" noChangeArrowheads="1"/>
          </p:cNvSpPr>
          <p:nvPr/>
        </p:nvSpPr>
        <p:spPr bwMode="auto">
          <a:xfrm>
            <a:off x="3733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04" name="Oval 136"/>
          <p:cNvSpPr>
            <a:spLocks noChangeAspect="1" noChangeArrowheads="1"/>
          </p:cNvSpPr>
          <p:nvPr/>
        </p:nvSpPr>
        <p:spPr bwMode="auto">
          <a:xfrm>
            <a:off x="4038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05" name="Oval 137"/>
          <p:cNvSpPr>
            <a:spLocks noChangeAspect="1" noChangeArrowheads="1"/>
          </p:cNvSpPr>
          <p:nvPr/>
        </p:nvSpPr>
        <p:spPr bwMode="auto">
          <a:xfrm>
            <a:off x="4343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06" name="Oval 138"/>
          <p:cNvSpPr>
            <a:spLocks noChangeAspect="1" noChangeArrowheads="1"/>
          </p:cNvSpPr>
          <p:nvPr/>
        </p:nvSpPr>
        <p:spPr bwMode="auto">
          <a:xfrm>
            <a:off x="46482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07" name="Oval 139"/>
          <p:cNvSpPr>
            <a:spLocks noChangeAspect="1" noChangeArrowheads="1"/>
          </p:cNvSpPr>
          <p:nvPr/>
        </p:nvSpPr>
        <p:spPr bwMode="auto">
          <a:xfrm>
            <a:off x="49530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08" name="Oval 140"/>
          <p:cNvSpPr>
            <a:spLocks noChangeAspect="1" noChangeArrowheads="1"/>
          </p:cNvSpPr>
          <p:nvPr/>
        </p:nvSpPr>
        <p:spPr bwMode="auto">
          <a:xfrm>
            <a:off x="5257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09" name="Oval 141"/>
          <p:cNvSpPr>
            <a:spLocks noChangeAspect="1" noChangeArrowheads="1"/>
          </p:cNvSpPr>
          <p:nvPr/>
        </p:nvSpPr>
        <p:spPr bwMode="auto">
          <a:xfrm>
            <a:off x="5562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10" name="Oval 142"/>
          <p:cNvSpPr>
            <a:spLocks noChangeAspect="1" noChangeArrowheads="1"/>
          </p:cNvSpPr>
          <p:nvPr/>
        </p:nvSpPr>
        <p:spPr bwMode="auto">
          <a:xfrm>
            <a:off x="5867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11" name="Oval 143"/>
          <p:cNvSpPr>
            <a:spLocks noChangeAspect="1" noChangeArrowheads="1"/>
          </p:cNvSpPr>
          <p:nvPr/>
        </p:nvSpPr>
        <p:spPr bwMode="auto">
          <a:xfrm>
            <a:off x="61722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12" name="Oval 144"/>
          <p:cNvSpPr>
            <a:spLocks noChangeAspect="1" noChangeArrowheads="1"/>
          </p:cNvSpPr>
          <p:nvPr/>
        </p:nvSpPr>
        <p:spPr bwMode="auto">
          <a:xfrm>
            <a:off x="6477000" y="37639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13" name="Oval 145"/>
          <p:cNvSpPr>
            <a:spLocks noChangeAspect="1" noChangeArrowheads="1"/>
          </p:cNvSpPr>
          <p:nvPr/>
        </p:nvSpPr>
        <p:spPr bwMode="auto">
          <a:xfrm>
            <a:off x="6781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14" name="Oval 146"/>
          <p:cNvSpPr>
            <a:spLocks noChangeAspect="1" noChangeArrowheads="1"/>
          </p:cNvSpPr>
          <p:nvPr/>
        </p:nvSpPr>
        <p:spPr bwMode="auto">
          <a:xfrm>
            <a:off x="2209800" y="40687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58515" name="Oval 147"/>
          <p:cNvSpPr>
            <a:spLocks noChangeAspect="1" noChangeArrowheads="1"/>
          </p:cNvSpPr>
          <p:nvPr/>
        </p:nvSpPr>
        <p:spPr bwMode="auto">
          <a:xfrm>
            <a:off x="2514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16" name="Oval 148"/>
          <p:cNvSpPr>
            <a:spLocks noChangeAspect="1" noChangeArrowheads="1"/>
          </p:cNvSpPr>
          <p:nvPr/>
        </p:nvSpPr>
        <p:spPr bwMode="auto">
          <a:xfrm>
            <a:off x="2819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17" name="Oval 149"/>
          <p:cNvSpPr>
            <a:spLocks noChangeAspect="1" noChangeArrowheads="1"/>
          </p:cNvSpPr>
          <p:nvPr/>
        </p:nvSpPr>
        <p:spPr bwMode="auto">
          <a:xfrm>
            <a:off x="3124200" y="40687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18" name="Oval 150"/>
          <p:cNvSpPr>
            <a:spLocks noChangeAspect="1" noChangeArrowheads="1"/>
          </p:cNvSpPr>
          <p:nvPr/>
        </p:nvSpPr>
        <p:spPr bwMode="auto">
          <a:xfrm>
            <a:off x="34290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8519" name="Oval 151"/>
          <p:cNvSpPr>
            <a:spLocks noChangeAspect="1" noChangeArrowheads="1"/>
          </p:cNvSpPr>
          <p:nvPr/>
        </p:nvSpPr>
        <p:spPr bwMode="auto">
          <a:xfrm>
            <a:off x="3733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20" name="Oval 152"/>
          <p:cNvSpPr>
            <a:spLocks noChangeAspect="1" noChangeArrowheads="1"/>
          </p:cNvSpPr>
          <p:nvPr/>
        </p:nvSpPr>
        <p:spPr bwMode="auto">
          <a:xfrm>
            <a:off x="4038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21" name="Oval 153"/>
          <p:cNvSpPr>
            <a:spLocks noChangeAspect="1" noChangeArrowheads="1"/>
          </p:cNvSpPr>
          <p:nvPr/>
        </p:nvSpPr>
        <p:spPr bwMode="auto">
          <a:xfrm>
            <a:off x="4343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22" name="Oval 154"/>
          <p:cNvSpPr>
            <a:spLocks noChangeAspect="1" noChangeArrowheads="1"/>
          </p:cNvSpPr>
          <p:nvPr/>
        </p:nvSpPr>
        <p:spPr bwMode="auto">
          <a:xfrm>
            <a:off x="46482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23" name="Oval 155"/>
          <p:cNvSpPr>
            <a:spLocks noChangeAspect="1" noChangeArrowheads="1"/>
          </p:cNvSpPr>
          <p:nvPr/>
        </p:nvSpPr>
        <p:spPr bwMode="auto">
          <a:xfrm>
            <a:off x="49530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24" name="Oval 156"/>
          <p:cNvSpPr>
            <a:spLocks noChangeAspect="1" noChangeArrowheads="1"/>
          </p:cNvSpPr>
          <p:nvPr/>
        </p:nvSpPr>
        <p:spPr bwMode="auto">
          <a:xfrm>
            <a:off x="5257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25" name="Oval 157"/>
          <p:cNvSpPr>
            <a:spLocks noChangeAspect="1" noChangeArrowheads="1"/>
          </p:cNvSpPr>
          <p:nvPr/>
        </p:nvSpPr>
        <p:spPr bwMode="auto">
          <a:xfrm>
            <a:off x="5562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26" name="Oval 158"/>
          <p:cNvSpPr>
            <a:spLocks noChangeAspect="1" noChangeArrowheads="1"/>
          </p:cNvSpPr>
          <p:nvPr/>
        </p:nvSpPr>
        <p:spPr bwMode="auto">
          <a:xfrm>
            <a:off x="5867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27" name="Oval 159"/>
          <p:cNvSpPr>
            <a:spLocks noChangeAspect="1" noChangeArrowheads="1"/>
          </p:cNvSpPr>
          <p:nvPr/>
        </p:nvSpPr>
        <p:spPr bwMode="auto">
          <a:xfrm>
            <a:off x="61722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28" name="Oval 160"/>
          <p:cNvSpPr>
            <a:spLocks noChangeAspect="1" noChangeArrowheads="1"/>
          </p:cNvSpPr>
          <p:nvPr/>
        </p:nvSpPr>
        <p:spPr bwMode="auto">
          <a:xfrm>
            <a:off x="6477000" y="40687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29" name="Oval 161"/>
          <p:cNvSpPr>
            <a:spLocks noChangeAspect="1" noChangeArrowheads="1"/>
          </p:cNvSpPr>
          <p:nvPr/>
        </p:nvSpPr>
        <p:spPr bwMode="auto">
          <a:xfrm>
            <a:off x="6781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30" name="Oval 162"/>
          <p:cNvSpPr>
            <a:spLocks noChangeAspect="1" noChangeArrowheads="1"/>
          </p:cNvSpPr>
          <p:nvPr/>
        </p:nvSpPr>
        <p:spPr bwMode="auto">
          <a:xfrm>
            <a:off x="2209800" y="43735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58531" name="Oval 163"/>
          <p:cNvSpPr>
            <a:spLocks noChangeAspect="1" noChangeArrowheads="1"/>
          </p:cNvSpPr>
          <p:nvPr/>
        </p:nvSpPr>
        <p:spPr bwMode="auto">
          <a:xfrm>
            <a:off x="25146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32" name="Oval 164"/>
          <p:cNvSpPr>
            <a:spLocks noChangeAspect="1" noChangeArrowheads="1"/>
          </p:cNvSpPr>
          <p:nvPr/>
        </p:nvSpPr>
        <p:spPr bwMode="auto">
          <a:xfrm>
            <a:off x="28194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33" name="Oval 165"/>
          <p:cNvSpPr>
            <a:spLocks noChangeAspect="1" noChangeArrowheads="1"/>
          </p:cNvSpPr>
          <p:nvPr/>
        </p:nvSpPr>
        <p:spPr bwMode="auto">
          <a:xfrm>
            <a:off x="3124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34" name="Oval 166"/>
          <p:cNvSpPr>
            <a:spLocks noChangeAspect="1" noChangeArrowheads="1"/>
          </p:cNvSpPr>
          <p:nvPr/>
        </p:nvSpPr>
        <p:spPr bwMode="auto">
          <a:xfrm>
            <a:off x="3429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35" name="Oval 167"/>
          <p:cNvSpPr>
            <a:spLocks noChangeAspect="1" noChangeArrowheads="1"/>
          </p:cNvSpPr>
          <p:nvPr/>
        </p:nvSpPr>
        <p:spPr bwMode="auto">
          <a:xfrm>
            <a:off x="37338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36" name="Oval 168"/>
          <p:cNvSpPr>
            <a:spLocks noChangeAspect="1" noChangeArrowheads="1"/>
          </p:cNvSpPr>
          <p:nvPr/>
        </p:nvSpPr>
        <p:spPr bwMode="auto">
          <a:xfrm>
            <a:off x="40386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37" name="Oval 169"/>
          <p:cNvSpPr>
            <a:spLocks noChangeAspect="1" noChangeArrowheads="1"/>
          </p:cNvSpPr>
          <p:nvPr/>
        </p:nvSpPr>
        <p:spPr bwMode="auto">
          <a:xfrm>
            <a:off x="43434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38" name="Oval 170"/>
          <p:cNvSpPr>
            <a:spLocks noChangeAspect="1" noChangeArrowheads="1"/>
          </p:cNvSpPr>
          <p:nvPr/>
        </p:nvSpPr>
        <p:spPr bwMode="auto">
          <a:xfrm>
            <a:off x="4648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39" name="Oval 171"/>
          <p:cNvSpPr>
            <a:spLocks noChangeAspect="1" noChangeArrowheads="1"/>
          </p:cNvSpPr>
          <p:nvPr/>
        </p:nvSpPr>
        <p:spPr bwMode="auto">
          <a:xfrm>
            <a:off x="4953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40" name="Oval 172"/>
          <p:cNvSpPr>
            <a:spLocks noChangeAspect="1" noChangeArrowheads="1"/>
          </p:cNvSpPr>
          <p:nvPr/>
        </p:nvSpPr>
        <p:spPr bwMode="auto">
          <a:xfrm>
            <a:off x="52578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41" name="Oval 173"/>
          <p:cNvSpPr>
            <a:spLocks noChangeAspect="1" noChangeArrowheads="1"/>
          </p:cNvSpPr>
          <p:nvPr/>
        </p:nvSpPr>
        <p:spPr bwMode="auto">
          <a:xfrm>
            <a:off x="55626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42" name="Oval 174"/>
          <p:cNvSpPr>
            <a:spLocks noChangeAspect="1" noChangeArrowheads="1"/>
          </p:cNvSpPr>
          <p:nvPr/>
        </p:nvSpPr>
        <p:spPr bwMode="auto">
          <a:xfrm>
            <a:off x="58674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43" name="Oval 175"/>
          <p:cNvSpPr>
            <a:spLocks noChangeAspect="1" noChangeArrowheads="1"/>
          </p:cNvSpPr>
          <p:nvPr/>
        </p:nvSpPr>
        <p:spPr bwMode="auto">
          <a:xfrm>
            <a:off x="6172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44" name="Oval 176"/>
          <p:cNvSpPr>
            <a:spLocks noChangeAspect="1" noChangeArrowheads="1"/>
          </p:cNvSpPr>
          <p:nvPr/>
        </p:nvSpPr>
        <p:spPr bwMode="auto">
          <a:xfrm>
            <a:off x="6477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45" name="Oval 177"/>
          <p:cNvSpPr>
            <a:spLocks noChangeAspect="1" noChangeArrowheads="1"/>
          </p:cNvSpPr>
          <p:nvPr/>
        </p:nvSpPr>
        <p:spPr bwMode="auto">
          <a:xfrm>
            <a:off x="67818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46" name="Oval 178"/>
          <p:cNvSpPr>
            <a:spLocks noChangeAspect="1" noChangeArrowheads="1"/>
          </p:cNvSpPr>
          <p:nvPr/>
        </p:nvSpPr>
        <p:spPr bwMode="auto">
          <a:xfrm>
            <a:off x="2209800" y="46783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0</a:t>
            </a:r>
          </a:p>
        </p:txBody>
      </p:sp>
      <p:sp>
        <p:nvSpPr>
          <p:cNvPr id="58547" name="Oval 179"/>
          <p:cNvSpPr>
            <a:spLocks noChangeAspect="1" noChangeArrowheads="1"/>
          </p:cNvSpPr>
          <p:nvPr/>
        </p:nvSpPr>
        <p:spPr bwMode="auto">
          <a:xfrm>
            <a:off x="2514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48" name="Oval 180"/>
          <p:cNvSpPr>
            <a:spLocks noChangeAspect="1" noChangeArrowheads="1"/>
          </p:cNvSpPr>
          <p:nvPr/>
        </p:nvSpPr>
        <p:spPr bwMode="auto">
          <a:xfrm>
            <a:off x="2819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49" name="Oval 181"/>
          <p:cNvSpPr>
            <a:spLocks noChangeAspect="1" noChangeArrowheads="1"/>
          </p:cNvSpPr>
          <p:nvPr/>
        </p:nvSpPr>
        <p:spPr bwMode="auto">
          <a:xfrm>
            <a:off x="3124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50" name="Oval 182"/>
          <p:cNvSpPr>
            <a:spLocks noChangeAspect="1" noChangeArrowheads="1"/>
          </p:cNvSpPr>
          <p:nvPr/>
        </p:nvSpPr>
        <p:spPr bwMode="auto">
          <a:xfrm>
            <a:off x="3429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51" name="Oval 183"/>
          <p:cNvSpPr>
            <a:spLocks noChangeAspect="1" noChangeArrowheads="1"/>
          </p:cNvSpPr>
          <p:nvPr/>
        </p:nvSpPr>
        <p:spPr bwMode="auto">
          <a:xfrm>
            <a:off x="3733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52" name="Oval 184"/>
          <p:cNvSpPr>
            <a:spLocks noChangeAspect="1" noChangeArrowheads="1"/>
          </p:cNvSpPr>
          <p:nvPr/>
        </p:nvSpPr>
        <p:spPr bwMode="auto">
          <a:xfrm>
            <a:off x="4038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53" name="Oval 185"/>
          <p:cNvSpPr>
            <a:spLocks noChangeAspect="1" noChangeArrowheads="1"/>
          </p:cNvSpPr>
          <p:nvPr/>
        </p:nvSpPr>
        <p:spPr bwMode="auto">
          <a:xfrm>
            <a:off x="4343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54" name="Oval 186"/>
          <p:cNvSpPr>
            <a:spLocks noChangeAspect="1" noChangeArrowheads="1"/>
          </p:cNvSpPr>
          <p:nvPr/>
        </p:nvSpPr>
        <p:spPr bwMode="auto">
          <a:xfrm>
            <a:off x="4648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55" name="Oval 187"/>
          <p:cNvSpPr>
            <a:spLocks noChangeAspect="1" noChangeArrowheads="1"/>
          </p:cNvSpPr>
          <p:nvPr/>
        </p:nvSpPr>
        <p:spPr bwMode="auto">
          <a:xfrm>
            <a:off x="4953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56" name="Oval 188"/>
          <p:cNvSpPr>
            <a:spLocks noChangeAspect="1" noChangeArrowheads="1"/>
          </p:cNvSpPr>
          <p:nvPr/>
        </p:nvSpPr>
        <p:spPr bwMode="auto">
          <a:xfrm>
            <a:off x="5257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57" name="Oval 189"/>
          <p:cNvSpPr>
            <a:spLocks noChangeAspect="1" noChangeArrowheads="1"/>
          </p:cNvSpPr>
          <p:nvPr/>
        </p:nvSpPr>
        <p:spPr bwMode="auto">
          <a:xfrm>
            <a:off x="5562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58" name="Oval 190"/>
          <p:cNvSpPr>
            <a:spLocks noChangeAspect="1" noChangeArrowheads="1"/>
          </p:cNvSpPr>
          <p:nvPr/>
        </p:nvSpPr>
        <p:spPr bwMode="auto">
          <a:xfrm>
            <a:off x="5867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59" name="Oval 191"/>
          <p:cNvSpPr>
            <a:spLocks noChangeAspect="1" noChangeArrowheads="1"/>
          </p:cNvSpPr>
          <p:nvPr/>
        </p:nvSpPr>
        <p:spPr bwMode="auto">
          <a:xfrm>
            <a:off x="6172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60" name="Oval 192"/>
          <p:cNvSpPr>
            <a:spLocks noChangeAspect="1" noChangeArrowheads="1"/>
          </p:cNvSpPr>
          <p:nvPr/>
        </p:nvSpPr>
        <p:spPr bwMode="auto">
          <a:xfrm>
            <a:off x="6477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61" name="Oval 193"/>
          <p:cNvSpPr>
            <a:spLocks noChangeAspect="1" noChangeArrowheads="1"/>
          </p:cNvSpPr>
          <p:nvPr/>
        </p:nvSpPr>
        <p:spPr bwMode="auto">
          <a:xfrm>
            <a:off x="6781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8562" name="Oval 194"/>
          <p:cNvSpPr>
            <a:spLocks noChangeAspect="1" noChangeArrowheads="1"/>
          </p:cNvSpPr>
          <p:nvPr/>
        </p:nvSpPr>
        <p:spPr bwMode="auto">
          <a:xfrm>
            <a:off x="2209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8563" name="Oval 195"/>
          <p:cNvSpPr>
            <a:spLocks noChangeAspect="1" noChangeArrowheads="1"/>
          </p:cNvSpPr>
          <p:nvPr/>
        </p:nvSpPr>
        <p:spPr bwMode="auto">
          <a:xfrm>
            <a:off x="2514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0</a:t>
            </a:r>
          </a:p>
        </p:txBody>
      </p:sp>
      <p:sp>
        <p:nvSpPr>
          <p:cNvPr id="58564" name="Oval 196"/>
          <p:cNvSpPr>
            <a:spLocks noChangeAspect="1" noChangeArrowheads="1"/>
          </p:cNvSpPr>
          <p:nvPr/>
        </p:nvSpPr>
        <p:spPr bwMode="auto">
          <a:xfrm>
            <a:off x="2819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58565" name="Oval 197"/>
          <p:cNvSpPr>
            <a:spLocks noChangeAspect="1" noChangeArrowheads="1"/>
          </p:cNvSpPr>
          <p:nvPr/>
        </p:nvSpPr>
        <p:spPr bwMode="auto">
          <a:xfrm>
            <a:off x="3124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58566" name="Oval 198"/>
          <p:cNvSpPr>
            <a:spLocks noChangeAspect="1" noChangeArrowheads="1"/>
          </p:cNvSpPr>
          <p:nvPr/>
        </p:nvSpPr>
        <p:spPr bwMode="auto">
          <a:xfrm>
            <a:off x="3429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58567" name="Oval 199"/>
          <p:cNvSpPr>
            <a:spLocks noChangeAspect="1" noChangeArrowheads="1"/>
          </p:cNvSpPr>
          <p:nvPr/>
        </p:nvSpPr>
        <p:spPr bwMode="auto">
          <a:xfrm>
            <a:off x="3733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58568" name="Oval 200"/>
          <p:cNvSpPr>
            <a:spLocks noChangeAspect="1" noChangeArrowheads="1"/>
          </p:cNvSpPr>
          <p:nvPr/>
        </p:nvSpPr>
        <p:spPr bwMode="auto">
          <a:xfrm>
            <a:off x="4038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58569" name="Oval 201"/>
          <p:cNvSpPr>
            <a:spLocks noChangeAspect="1" noChangeArrowheads="1"/>
          </p:cNvSpPr>
          <p:nvPr/>
        </p:nvSpPr>
        <p:spPr bwMode="auto">
          <a:xfrm>
            <a:off x="4343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58570" name="Oval 202"/>
          <p:cNvSpPr>
            <a:spLocks noChangeAspect="1" noChangeArrowheads="1"/>
          </p:cNvSpPr>
          <p:nvPr/>
        </p:nvSpPr>
        <p:spPr bwMode="auto">
          <a:xfrm>
            <a:off x="4648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58571" name="Oval 203"/>
          <p:cNvSpPr>
            <a:spLocks noChangeAspect="1" noChangeArrowheads="1"/>
          </p:cNvSpPr>
          <p:nvPr/>
        </p:nvSpPr>
        <p:spPr bwMode="auto">
          <a:xfrm>
            <a:off x="4953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58572" name="Oval 204"/>
          <p:cNvSpPr>
            <a:spLocks noChangeAspect="1" noChangeArrowheads="1"/>
          </p:cNvSpPr>
          <p:nvPr/>
        </p:nvSpPr>
        <p:spPr bwMode="auto">
          <a:xfrm>
            <a:off x="5257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58573" name="Oval 205"/>
          <p:cNvSpPr>
            <a:spLocks noChangeAspect="1" noChangeArrowheads="1"/>
          </p:cNvSpPr>
          <p:nvPr/>
        </p:nvSpPr>
        <p:spPr bwMode="auto">
          <a:xfrm>
            <a:off x="5562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58574" name="Oval 206"/>
          <p:cNvSpPr>
            <a:spLocks noChangeAspect="1" noChangeArrowheads="1"/>
          </p:cNvSpPr>
          <p:nvPr/>
        </p:nvSpPr>
        <p:spPr bwMode="auto">
          <a:xfrm>
            <a:off x="5867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58575" name="Oval 207"/>
          <p:cNvSpPr>
            <a:spLocks noChangeAspect="1" noChangeArrowheads="1"/>
          </p:cNvSpPr>
          <p:nvPr/>
        </p:nvSpPr>
        <p:spPr bwMode="auto">
          <a:xfrm>
            <a:off x="6172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12</a:t>
            </a:r>
          </a:p>
        </p:txBody>
      </p:sp>
      <p:sp>
        <p:nvSpPr>
          <p:cNvPr id="58576" name="Oval 208"/>
          <p:cNvSpPr>
            <a:spLocks noChangeAspect="1" noChangeArrowheads="1"/>
          </p:cNvSpPr>
          <p:nvPr/>
        </p:nvSpPr>
        <p:spPr bwMode="auto">
          <a:xfrm>
            <a:off x="6477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13</a:t>
            </a:r>
          </a:p>
        </p:txBody>
      </p:sp>
      <p:sp>
        <p:nvSpPr>
          <p:cNvPr id="58577" name="Oval 209"/>
          <p:cNvSpPr>
            <a:spLocks noChangeAspect="1" noChangeArrowheads="1"/>
          </p:cNvSpPr>
          <p:nvPr/>
        </p:nvSpPr>
        <p:spPr bwMode="auto">
          <a:xfrm>
            <a:off x="6781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14</a:t>
            </a:r>
          </a:p>
        </p:txBody>
      </p:sp>
      <p:graphicFrame>
        <p:nvGraphicFramePr>
          <p:cNvPr id="58578" name="Group 210"/>
          <p:cNvGraphicFramePr>
            <a:graphicFrameLocks noGrp="1"/>
          </p:cNvGraphicFramePr>
          <p:nvPr/>
        </p:nvGraphicFramePr>
        <p:xfrm>
          <a:off x="7543800" y="2362200"/>
          <a:ext cx="457200" cy="1828800"/>
        </p:xfrm>
        <a:graphic>
          <a:graphicData uri="http://schemas.openxmlformats.org/drawingml/2006/table">
            <a:tbl>
              <a:tblPr/>
              <a:tblGrid>
                <a:gridCol w="4572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58596" name="Text Box 228"/>
          <p:cNvSpPr txBox="1">
            <a:spLocks noChangeArrowheads="1"/>
          </p:cNvSpPr>
          <p:nvPr/>
        </p:nvSpPr>
        <p:spPr bwMode="auto">
          <a:xfrm>
            <a:off x="342900" y="228600"/>
            <a:ext cx="845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2800" b="1">
                <a:solidFill>
                  <a:schemeClr val="accent2"/>
                </a:solidFill>
                <a:latin typeface="Arial" charset="0"/>
              </a:rPr>
              <a:t>Span Flood-Fill</a:t>
            </a:r>
            <a:r>
              <a:rPr lang="en-US" altLang="en-US" sz="3200" b="1">
                <a:solidFill>
                  <a:schemeClr val="accent2"/>
                </a:solidFill>
                <a:latin typeface="Arial" charset="0"/>
              </a:rPr>
              <a:t> Algorithm (</a:t>
            </a:r>
            <a:r>
              <a:rPr lang="en-US" altLang="en-US" sz="3200" b="1">
                <a:solidFill>
                  <a:srgbClr val="FF0000"/>
                </a:solidFill>
                <a:latin typeface="Arial" charset="0"/>
              </a:rPr>
              <a:t>example</a:t>
            </a:r>
            <a:r>
              <a:rPr lang="en-US" altLang="en-US" sz="3200" b="1">
                <a:solidFill>
                  <a:schemeClr val="accent2"/>
                </a:solidFill>
                <a:latin typeface="Arial" charset="0"/>
              </a:rPr>
              <a:t>)</a:t>
            </a:r>
            <a:endParaRPr lang="en-US" altLang="en-US" sz="2800">
              <a:latin typeface="Arial" charset="0"/>
              <a:cs typeface="Arial"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Slide Number Placeholder 3"/>
          <p:cNvSpPr>
            <a:spLocks noGrp="1"/>
          </p:cNvSpPr>
          <p:nvPr>
            <p:ph type="sldNum" sz="quarter" idx="12"/>
          </p:nvPr>
        </p:nvSpPr>
        <p:spPr/>
        <p:txBody>
          <a:bodyPr/>
          <a:lstStyle/>
          <a:p>
            <a:fld id="{B8F417ED-4EE2-4424-A020-969DFE5F4B93}" type="slidenum">
              <a:rPr lang="en-US" altLang="en-US"/>
              <a:pPr/>
              <a:t>51</a:t>
            </a:fld>
            <a:endParaRPr lang="en-US" altLang="en-US"/>
          </a:p>
        </p:txBody>
      </p:sp>
      <p:sp>
        <p:nvSpPr>
          <p:cNvPr id="59394" name="Oval 2"/>
          <p:cNvSpPr>
            <a:spLocks noChangeAspect="1" noChangeArrowheads="1"/>
          </p:cNvSpPr>
          <p:nvPr/>
        </p:nvSpPr>
        <p:spPr bwMode="auto">
          <a:xfrm>
            <a:off x="2179638" y="13255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59395" name="Oval 3"/>
          <p:cNvSpPr>
            <a:spLocks noChangeAspect="1" noChangeArrowheads="1"/>
          </p:cNvSpPr>
          <p:nvPr/>
        </p:nvSpPr>
        <p:spPr bwMode="auto">
          <a:xfrm>
            <a:off x="2484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396" name="Oval 4"/>
          <p:cNvSpPr>
            <a:spLocks noChangeAspect="1" noChangeArrowheads="1"/>
          </p:cNvSpPr>
          <p:nvPr/>
        </p:nvSpPr>
        <p:spPr bwMode="auto">
          <a:xfrm>
            <a:off x="2789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397" name="Oval 5"/>
          <p:cNvSpPr>
            <a:spLocks noChangeAspect="1" noChangeArrowheads="1"/>
          </p:cNvSpPr>
          <p:nvPr/>
        </p:nvSpPr>
        <p:spPr bwMode="auto">
          <a:xfrm>
            <a:off x="3094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398" name="Oval 6"/>
          <p:cNvSpPr>
            <a:spLocks noChangeAspect="1" noChangeArrowheads="1"/>
          </p:cNvSpPr>
          <p:nvPr/>
        </p:nvSpPr>
        <p:spPr bwMode="auto">
          <a:xfrm>
            <a:off x="3398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399" name="Oval 7"/>
          <p:cNvSpPr>
            <a:spLocks noChangeAspect="1" noChangeArrowheads="1"/>
          </p:cNvSpPr>
          <p:nvPr/>
        </p:nvSpPr>
        <p:spPr bwMode="auto">
          <a:xfrm>
            <a:off x="3703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00" name="Oval 8"/>
          <p:cNvSpPr>
            <a:spLocks noChangeAspect="1" noChangeArrowheads="1"/>
          </p:cNvSpPr>
          <p:nvPr/>
        </p:nvSpPr>
        <p:spPr bwMode="auto">
          <a:xfrm>
            <a:off x="4008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01" name="Oval 9"/>
          <p:cNvSpPr>
            <a:spLocks noChangeAspect="1" noChangeArrowheads="1"/>
          </p:cNvSpPr>
          <p:nvPr/>
        </p:nvSpPr>
        <p:spPr bwMode="auto">
          <a:xfrm>
            <a:off x="4313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02" name="Oval 10"/>
          <p:cNvSpPr>
            <a:spLocks noChangeAspect="1" noChangeArrowheads="1"/>
          </p:cNvSpPr>
          <p:nvPr/>
        </p:nvSpPr>
        <p:spPr bwMode="auto">
          <a:xfrm>
            <a:off x="4618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03" name="Oval 11"/>
          <p:cNvSpPr>
            <a:spLocks noChangeAspect="1" noChangeArrowheads="1"/>
          </p:cNvSpPr>
          <p:nvPr/>
        </p:nvSpPr>
        <p:spPr bwMode="auto">
          <a:xfrm>
            <a:off x="4922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04" name="Oval 12"/>
          <p:cNvSpPr>
            <a:spLocks noChangeAspect="1" noChangeArrowheads="1"/>
          </p:cNvSpPr>
          <p:nvPr/>
        </p:nvSpPr>
        <p:spPr bwMode="auto">
          <a:xfrm>
            <a:off x="5227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05" name="Oval 13"/>
          <p:cNvSpPr>
            <a:spLocks noChangeAspect="1" noChangeArrowheads="1"/>
          </p:cNvSpPr>
          <p:nvPr/>
        </p:nvSpPr>
        <p:spPr bwMode="auto">
          <a:xfrm>
            <a:off x="5532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06" name="Oval 14"/>
          <p:cNvSpPr>
            <a:spLocks noChangeAspect="1" noChangeArrowheads="1"/>
          </p:cNvSpPr>
          <p:nvPr/>
        </p:nvSpPr>
        <p:spPr bwMode="auto">
          <a:xfrm>
            <a:off x="5837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07" name="Oval 15"/>
          <p:cNvSpPr>
            <a:spLocks noChangeAspect="1" noChangeArrowheads="1"/>
          </p:cNvSpPr>
          <p:nvPr/>
        </p:nvSpPr>
        <p:spPr bwMode="auto">
          <a:xfrm>
            <a:off x="6142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08" name="Oval 16"/>
          <p:cNvSpPr>
            <a:spLocks noChangeAspect="1" noChangeArrowheads="1"/>
          </p:cNvSpPr>
          <p:nvPr/>
        </p:nvSpPr>
        <p:spPr bwMode="auto">
          <a:xfrm>
            <a:off x="6446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09" name="Oval 17"/>
          <p:cNvSpPr>
            <a:spLocks noChangeAspect="1" noChangeArrowheads="1"/>
          </p:cNvSpPr>
          <p:nvPr/>
        </p:nvSpPr>
        <p:spPr bwMode="auto">
          <a:xfrm>
            <a:off x="6751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10" name="Oval 18"/>
          <p:cNvSpPr>
            <a:spLocks noChangeAspect="1" noChangeArrowheads="1"/>
          </p:cNvSpPr>
          <p:nvPr/>
        </p:nvSpPr>
        <p:spPr bwMode="auto">
          <a:xfrm>
            <a:off x="2179638" y="16303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59411" name="Oval 19"/>
          <p:cNvSpPr>
            <a:spLocks noChangeAspect="1" noChangeArrowheads="1"/>
          </p:cNvSpPr>
          <p:nvPr/>
        </p:nvSpPr>
        <p:spPr bwMode="auto">
          <a:xfrm>
            <a:off x="24844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12" name="Oval 20"/>
          <p:cNvSpPr>
            <a:spLocks noChangeAspect="1" noChangeArrowheads="1"/>
          </p:cNvSpPr>
          <p:nvPr/>
        </p:nvSpPr>
        <p:spPr bwMode="auto">
          <a:xfrm>
            <a:off x="27892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13" name="Oval 21"/>
          <p:cNvSpPr>
            <a:spLocks noChangeAspect="1" noChangeArrowheads="1"/>
          </p:cNvSpPr>
          <p:nvPr/>
        </p:nvSpPr>
        <p:spPr bwMode="auto">
          <a:xfrm>
            <a:off x="30940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14" name="Oval 22"/>
          <p:cNvSpPr>
            <a:spLocks noChangeAspect="1" noChangeArrowheads="1"/>
          </p:cNvSpPr>
          <p:nvPr/>
        </p:nvSpPr>
        <p:spPr bwMode="auto">
          <a:xfrm>
            <a:off x="33988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15" name="Oval 23"/>
          <p:cNvSpPr>
            <a:spLocks noChangeAspect="1" noChangeArrowheads="1"/>
          </p:cNvSpPr>
          <p:nvPr/>
        </p:nvSpPr>
        <p:spPr bwMode="auto">
          <a:xfrm>
            <a:off x="37036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16" name="Oval 24"/>
          <p:cNvSpPr>
            <a:spLocks noChangeAspect="1" noChangeArrowheads="1"/>
          </p:cNvSpPr>
          <p:nvPr/>
        </p:nvSpPr>
        <p:spPr bwMode="auto">
          <a:xfrm>
            <a:off x="40084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17" name="Oval 25"/>
          <p:cNvSpPr>
            <a:spLocks noChangeAspect="1" noChangeArrowheads="1"/>
          </p:cNvSpPr>
          <p:nvPr/>
        </p:nvSpPr>
        <p:spPr bwMode="auto">
          <a:xfrm>
            <a:off x="43132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18" name="Oval 26"/>
          <p:cNvSpPr>
            <a:spLocks noChangeAspect="1" noChangeArrowheads="1"/>
          </p:cNvSpPr>
          <p:nvPr/>
        </p:nvSpPr>
        <p:spPr bwMode="auto">
          <a:xfrm>
            <a:off x="46180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19" name="Oval 27"/>
          <p:cNvSpPr>
            <a:spLocks noChangeAspect="1" noChangeArrowheads="1"/>
          </p:cNvSpPr>
          <p:nvPr/>
        </p:nvSpPr>
        <p:spPr bwMode="auto">
          <a:xfrm>
            <a:off x="49228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20" name="Oval 28"/>
          <p:cNvSpPr>
            <a:spLocks noChangeAspect="1" noChangeArrowheads="1"/>
          </p:cNvSpPr>
          <p:nvPr/>
        </p:nvSpPr>
        <p:spPr bwMode="auto">
          <a:xfrm>
            <a:off x="52276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21" name="Oval 29"/>
          <p:cNvSpPr>
            <a:spLocks noChangeAspect="1" noChangeArrowheads="1"/>
          </p:cNvSpPr>
          <p:nvPr/>
        </p:nvSpPr>
        <p:spPr bwMode="auto">
          <a:xfrm>
            <a:off x="55324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22" name="Oval 30"/>
          <p:cNvSpPr>
            <a:spLocks noChangeAspect="1" noChangeArrowheads="1"/>
          </p:cNvSpPr>
          <p:nvPr/>
        </p:nvSpPr>
        <p:spPr bwMode="auto">
          <a:xfrm>
            <a:off x="58372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23" name="Oval 31"/>
          <p:cNvSpPr>
            <a:spLocks noChangeAspect="1" noChangeArrowheads="1"/>
          </p:cNvSpPr>
          <p:nvPr/>
        </p:nvSpPr>
        <p:spPr bwMode="auto">
          <a:xfrm>
            <a:off x="61420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24" name="Oval 32"/>
          <p:cNvSpPr>
            <a:spLocks noChangeAspect="1" noChangeArrowheads="1"/>
          </p:cNvSpPr>
          <p:nvPr/>
        </p:nvSpPr>
        <p:spPr bwMode="auto">
          <a:xfrm>
            <a:off x="64468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25" name="Oval 33"/>
          <p:cNvSpPr>
            <a:spLocks noChangeAspect="1" noChangeArrowheads="1"/>
          </p:cNvSpPr>
          <p:nvPr/>
        </p:nvSpPr>
        <p:spPr bwMode="auto">
          <a:xfrm>
            <a:off x="67516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26" name="Oval 34"/>
          <p:cNvSpPr>
            <a:spLocks noChangeAspect="1" noChangeArrowheads="1"/>
          </p:cNvSpPr>
          <p:nvPr/>
        </p:nvSpPr>
        <p:spPr bwMode="auto">
          <a:xfrm>
            <a:off x="2179638" y="19351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59427" name="Oval 35"/>
          <p:cNvSpPr>
            <a:spLocks noChangeAspect="1" noChangeArrowheads="1"/>
          </p:cNvSpPr>
          <p:nvPr/>
        </p:nvSpPr>
        <p:spPr bwMode="auto">
          <a:xfrm>
            <a:off x="24844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28" name="Oval 36"/>
          <p:cNvSpPr>
            <a:spLocks noChangeAspect="1" noChangeArrowheads="1"/>
          </p:cNvSpPr>
          <p:nvPr/>
        </p:nvSpPr>
        <p:spPr bwMode="auto">
          <a:xfrm>
            <a:off x="27892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29" name="Oval 37"/>
          <p:cNvSpPr>
            <a:spLocks noChangeAspect="1" noChangeArrowheads="1"/>
          </p:cNvSpPr>
          <p:nvPr/>
        </p:nvSpPr>
        <p:spPr bwMode="auto">
          <a:xfrm>
            <a:off x="30940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30" name="Oval 38"/>
          <p:cNvSpPr>
            <a:spLocks noChangeAspect="1" noChangeArrowheads="1"/>
          </p:cNvSpPr>
          <p:nvPr/>
        </p:nvSpPr>
        <p:spPr bwMode="auto">
          <a:xfrm>
            <a:off x="33988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9431" name="Oval 39"/>
          <p:cNvSpPr>
            <a:spLocks noChangeAspect="1" noChangeArrowheads="1"/>
          </p:cNvSpPr>
          <p:nvPr/>
        </p:nvSpPr>
        <p:spPr bwMode="auto">
          <a:xfrm>
            <a:off x="3703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32" name="Oval 40"/>
          <p:cNvSpPr>
            <a:spLocks noChangeAspect="1" noChangeArrowheads="1"/>
          </p:cNvSpPr>
          <p:nvPr/>
        </p:nvSpPr>
        <p:spPr bwMode="auto">
          <a:xfrm>
            <a:off x="40084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33" name="Oval 41"/>
          <p:cNvSpPr>
            <a:spLocks noChangeAspect="1" noChangeArrowheads="1"/>
          </p:cNvSpPr>
          <p:nvPr/>
        </p:nvSpPr>
        <p:spPr bwMode="auto">
          <a:xfrm>
            <a:off x="43132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34" name="Oval 42"/>
          <p:cNvSpPr>
            <a:spLocks noChangeAspect="1" noChangeArrowheads="1"/>
          </p:cNvSpPr>
          <p:nvPr/>
        </p:nvSpPr>
        <p:spPr bwMode="auto">
          <a:xfrm>
            <a:off x="46180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35" name="Oval 43"/>
          <p:cNvSpPr>
            <a:spLocks noChangeAspect="1" noChangeArrowheads="1"/>
          </p:cNvSpPr>
          <p:nvPr/>
        </p:nvSpPr>
        <p:spPr bwMode="auto">
          <a:xfrm>
            <a:off x="49228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36" name="Oval 44"/>
          <p:cNvSpPr>
            <a:spLocks noChangeAspect="1" noChangeArrowheads="1"/>
          </p:cNvSpPr>
          <p:nvPr/>
        </p:nvSpPr>
        <p:spPr bwMode="auto">
          <a:xfrm>
            <a:off x="5227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37" name="Oval 45"/>
          <p:cNvSpPr>
            <a:spLocks noChangeAspect="1" noChangeArrowheads="1"/>
          </p:cNvSpPr>
          <p:nvPr/>
        </p:nvSpPr>
        <p:spPr bwMode="auto">
          <a:xfrm>
            <a:off x="55324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38" name="Oval 46"/>
          <p:cNvSpPr>
            <a:spLocks noChangeAspect="1" noChangeArrowheads="1"/>
          </p:cNvSpPr>
          <p:nvPr/>
        </p:nvSpPr>
        <p:spPr bwMode="auto">
          <a:xfrm>
            <a:off x="58372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9439" name="Oval 47"/>
          <p:cNvSpPr>
            <a:spLocks noChangeAspect="1" noChangeArrowheads="1"/>
          </p:cNvSpPr>
          <p:nvPr/>
        </p:nvSpPr>
        <p:spPr bwMode="auto">
          <a:xfrm>
            <a:off x="61420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40" name="Oval 48"/>
          <p:cNvSpPr>
            <a:spLocks noChangeAspect="1" noChangeArrowheads="1"/>
          </p:cNvSpPr>
          <p:nvPr/>
        </p:nvSpPr>
        <p:spPr bwMode="auto">
          <a:xfrm>
            <a:off x="64468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41" name="Oval 49"/>
          <p:cNvSpPr>
            <a:spLocks noChangeAspect="1" noChangeArrowheads="1"/>
          </p:cNvSpPr>
          <p:nvPr/>
        </p:nvSpPr>
        <p:spPr bwMode="auto">
          <a:xfrm>
            <a:off x="6751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42" name="Oval 50"/>
          <p:cNvSpPr>
            <a:spLocks noChangeAspect="1" noChangeArrowheads="1"/>
          </p:cNvSpPr>
          <p:nvPr/>
        </p:nvSpPr>
        <p:spPr bwMode="auto">
          <a:xfrm>
            <a:off x="2179638" y="22399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59443" name="Oval 51"/>
          <p:cNvSpPr>
            <a:spLocks noChangeAspect="1" noChangeArrowheads="1"/>
          </p:cNvSpPr>
          <p:nvPr/>
        </p:nvSpPr>
        <p:spPr bwMode="auto">
          <a:xfrm>
            <a:off x="24844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44" name="Oval 52"/>
          <p:cNvSpPr>
            <a:spLocks noChangeAspect="1" noChangeArrowheads="1"/>
          </p:cNvSpPr>
          <p:nvPr/>
        </p:nvSpPr>
        <p:spPr bwMode="auto">
          <a:xfrm>
            <a:off x="27892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45" name="Oval 53"/>
          <p:cNvSpPr>
            <a:spLocks noChangeAspect="1" noChangeArrowheads="1"/>
          </p:cNvSpPr>
          <p:nvPr/>
        </p:nvSpPr>
        <p:spPr bwMode="auto">
          <a:xfrm>
            <a:off x="30940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46" name="Oval 54"/>
          <p:cNvSpPr>
            <a:spLocks noChangeAspect="1" noChangeArrowheads="1"/>
          </p:cNvSpPr>
          <p:nvPr/>
        </p:nvSpPr>
        <p:spPr bwMode="auto">
          <a:xfrm>
            <a:off x="33988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59447" name="Oval 55"/>
          <p:cNvSpPr>
            <a:spLocks noChangeAspect="1" noChangeArrowheads="1"/>
          </p:cNvSpPr>
          <p:nvPr/>
        </p:nvSpPr>
        <p:spPr bwMode="auto">
          <a:xfrm>
            <a:off x="37036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48" name="Oval 56"/>
          <p:cNvSpPr>
            <a:spLocks noChangeAspect="1" noChangeArrowheads="1"/>
          </p:cNvSpPr>
          <p:nvPr/>
        </p:nvSpPr>
        <p:spPr bwMode="auto">
          <a:xfrm>
            <a:off x="40084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49" name="Oval 57"/>
          <p:cNvSpPr>
            <a:spLocks noChangeAspect="1" noChangeArrowheads="1"/>
          </p:cNvSpPr>
          <p:nvPr/>
        </p:nvSpPr>
        <p:spPr bwMode="auto">
          <a:xfrm>
            <a:off x="43132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50" name="Oval 58"/>
          <p:cNvSpPr>
            <a:spLocks noChangeAspect="1" noChangeArrowheads="1"/>
          </p:cNvSpPr>
          <p:nvPr/>
        </p:nvSpPr>
        <p:spPr bwMode="auto">
          <a:xfrm>
            <a:off x="46180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51" name="Oval 59"/>
          <p:cNvSpPr>
            <a:spLocks noChangeAspect="1" noChangeArrowheads="1"/>
          </p:cNvSpPr>
          <p:nvPr/>
        </p:nvSpPr>
        <p:spPr bwMode="auto">
          <a:xfrm>
            <a:off x="49228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52" name="Oval 60"/>
          <p:cNvSpPr>
            <a:spLocks noChangeAspect="1" noChangeArrowheads="1"/>
          </p:cNvSpPr>
          <p:nvPr/>
        </p:nvSpPr>
        <p:spPr bwMode="auto">
          <a:xfrm>
            <a:off x="52276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53" name="Oval 61"/>
          <p:cNvSpPr>
            <a:spLocks noChangeAspect="1" noChangeArrowheads="1"/>
          </p:cNvSpPr>
          <p:nvPr/>
        </p:nvSpPr>
        <p:spPr bwMode="auto">
          <a:xfrm>
            <a:off x="55324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59454" name="Oval 62"/>
          <p:cNvSpPr>
            <a:spLocks noChangeAspect="1" noChangeArrowheads="1"/>
          </p:cNvSpPr>
          <p:nvPr/>
        </p:nvSpPr>
        <p:spPr bwMode="auto">
          <a:xfrm>
            <a:off x="58372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55" name="Oval 63"/>
          <p:cNvSpPr>
            <a:spLocks noChangeAspect="1" noChangeArrowheads="1"/>
          </p:cNvSpPr>
          <p:nvPr/>
        </p:nvSpPr>
        <p:spPr bwMode="auto">
          <a:xfrm>
            <a:off x="61420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56" name="Oval 64"/>
          <p:cNvSpPr>
            <a:spLocks noChangeAspect="1" noChangeArrowheads="1"/>
          </p:cNvSpPr>
          <p:nvPr/>
        </p:nvSpPr>
        <p:spPr bwMode="auto">
          <a:xfrm>
            <a:off x="64468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57" name="Oval 65"/>
          <p:cNvSpPr>
            <a:spLocks noChangeAspect="1" noChangeArrowheads="1"/>
          </p:cNvSpPr>
          <p:nvPr/>
        </p:nvSpPr>
        <p:spPr bwMode="auto">
          <a:xfrm>
            <a:off x="67516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58" name="Oval 66"/>
          <p:cNvSpPr>
            <a:spLocks noChangeAspect="1" noChangeArrowheads="1"/>
          </p:cNvSpPr>
          <p:nvPr/>
        </p:nvSpPr>
        <p:spPr bwMode="auto">
          <a:xfrm>
            <a:off x="2179638" y="25447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59459" name="Oval 67"/>
          <p:cNvSpPr>
            <a:spLocks noChangeAspect="1" noChangeArrowheads="1"/>
          </p:cNvSpPr>
          <p:nvPr/>
        </p:nvSpPr>
        <p:spPr bwMode="auto">
          <a:xfrm>
            <a:off x="24844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60" name="Oval 68"/>
          <p:cNvSpPr>
            <a:spLocks noChangeAspect="1" noChangeArrowheads="1"/>
          </p:cNvSpPr>
          <p:nvPr/>
        </p:nvSpPr>
        <p:spPr bwMode="auto">
          <a:xfrm>
            <a:off x="27892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61" name="Oval 69"/>
          <p:cNvSpPr>
            <a:spLocks noChangeAspect="1" noChangeArrowheads="1"/>
          </p:cNvSpPr>
          <p:nvPr/>
        </p:nvSpPr>
        <p:spPr bwMode="auto">
          <a:xfrm>
            <a:off x="3094038" y="25447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62" name="Oval 70"/>
          <p:cNvSpPr>
            <a:spLocks noChangeAspect="1" noChangeArrowheads="1"/>
          </p:cNvSpPr>
          <p:nvPr/>
        </p:nvSpPr>
        <p:spPr bwMode="auto">
          <a:xfrm>
            <a:off x="33988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59463" name="Oval 71"/>
          <p:cNvSpPr>
            <a:spLocks noChangeAspect="1" noChangeArrowheads="1"/>
          </p:cNvSpPr>
          <p:nvPr/>
        </p:nvSpPr>
        <p:spPr bwMode="auto">
          <a:xfrm>
            <a:off x="37036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64" name="Oval 72"/>
          <p:cNvSpPr>
            <a:spLocks noChangeAspect="1" noChangeArrowheads="1"/>
          </p:cNvSpPr>
          <p:nvPr/>
        </p:nvSpPr>
        <p:spPr bwMode="auto">
          <a:xfrm>
            <a:off x="40084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65" name="Oval 73"/>
          <p:cNvSpPr>
            <a:spLocks noChangeAspect="1" noChangeArrowheads="1"/>
          </p:cNvSpPr>
          <p:nvPr/>
        </p:nvSpPr>
        <p:spPr bwMode="auto">
          <a:xfrm>
            <a:off x="43132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66" name="Oval 74"/>
          <p:cNvSpPr>
            <a:spLocks noChangeAspect="1" noChangeArrowheads="1"/>
          </p:cNvSpPr>
          <p:nvPr/>
        </p:nvSpPr>
        <p:spPr bwMode="auto">
          <a:xfrm>
            <a:off x="46180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67" name="Oval 75"/>
          <p:cNvSpPr>
            <a:spLocks noChangeAspect="1" noChangeArrowheads="1"/>
          </p:cNvSpPr>
          <p:nvPr/>
        </p:nvSpPr>
        <p:spPr bwMode="auto">
          <a:xfrm>
            <a:off x="49228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68" name="Oval 76"/>
          <p:cNvSpPr>
            <a:spLocks noChangeAspect="1" noChangeArrowheads="1"/>
          </p:cNvSpPr>
          <p:nvPr/>
        </p:nvSpPr>
        <p:spPr bwMode="auto">
          <a:xfrm>
            <a:off x="52276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69" name="Oval 77"/>
          <p:cNvSpPr>
            <a:spLocks noChangeAspect="1" noChangeArrowheads="1"/>
          </p:cNvSpPr>
          <p:nvPr/>
        </p:nvSpPr>
        <p:spPr bwMode="auto">
          <a:xfrm>
            <a:off x="55324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70" name="Oval 78"/>
          <p:cNvSpPr>
            <a:spLocks noChangeAspect="1" noChangeArrowheads="1"/>
          </p:cNvSpPr>
          <p:nvPr/>
        </p:nvSpPr>
        <p:spPr bwMode="auto">
          <a:xfrm>
            <a:off x="58372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71" name="Oval 79"/>
          <p:cNvSpPr>
            <a:spLocks noChangeAspect="1" noChangeArrowheads="1"/>
          </p:cNvSpPr>
          <p:nvPr/>
        </p:nvSpPr>
        <p:spPr bwMode="auto">
          <a:xfrm>
            <a:off x="61420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72" name="Oval 80"/>
          <p:cNvSpPr>
            <a:spLocks noChangeAspect="1" noChangeArrowheads="1"/>
          </p:cNvSpPr>
          <p:nvPr/>
        </p:nvSpPr>
        <p:spPr bwMode="auto">
          <a:xfrm>
            <a:off x="6446838" y="25447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73" name="Oval 81"/>
          <p:cNvSpPr>
            <a:spLocks noChangeAspect="1" noChangeArrowheads="1"/>
          </p:cNvSpPr>
          <p:nvPr/>
        </p:nvSpPr>
        <p:spPr bwMode="auto">
          <a:xfrm>
            <a:off x="67516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74" name="Oval 82"/>
          <p:cNvSpPr>
            <a:spLocks noChangeAspect="1" noChangeArrowheads="1"/>
          </p:cNvSpPr>
          <p:nvPr/>
        </p:nvSpPr>
        <p:spPr bwMode="auto">
          <a:xfrm>
            <a:off x="2209800" y="28495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59475" name="Oval 83"/>
          <p:cNvSpPr>
            <a:spLocks noChangeAspect="1" noChangeArrowheads="1"/>
          </p:cNvSpPr>
          <p:nvPr/>
        </p:nvSpPr>
        <p:spPr bwMode="auto">
          <a:xfrm>
            <a:off x="25146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76" name="Oval 84"/>
          <p:cNvSpPr>
            <a:spLocks noChangeAspect="1" noChangeArrowheads="1"/>
          </p:cNvSpPr>
          <p:nvPr/>
        </p:nvSpPr>
        <p:spPr bwMode="auto">
          <a:xfrm>
            <a:off x="28194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77" name="Oval 85"/>
          <p:cNvSpPr>
            <a:spLocks noChangeAspect="1" noChangeArrowheads="1"/>
          </p:cNvSpPr>
          <p:nvPr/>
        </p:nvSpPr>
        <p:spPr bwMode="auto">
          <a:xfrm>
            <a:off x="31242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78" name="Oval 86"/>
          <p:cNvSpPr>
            <a:spLocks noChangeAspect="1" noChangeArrowheads="1"/>
          </p:cNvSpPr>
          <p:nvPr/>
        </p:nvSpPr>
        <p:spPr bwMode="auto">
          <a:xfrm>
            <a:off x="34290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59479" name="Oval 87"/>
          <p:cNvSpPr>
            <a:spLocks noChangeAspect="1" noChangeArrowheads="1"/>
          </p:cNvSpPr>
          <p:nvPr/>
        </p:nvSpPr>
        <p:spPr bwMode="auto">
          <a:xfrm>
            <a:off x="37338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80" name="Oval 88"/>
          <p:cNvSpPr>
            <a:spLocks noChangeAspect="1" noChangeArrowheads="1"/>
          </p:cNvSpPr>
          <p:nvPr/>
        </p:nvSpPr>
        <p:spPr bwMode="auto">
          <a:xfrm>
            <a:off x="40386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81" name="Oval 89"/>
          <p:cNvSpPr>
            <a:spLocks noChangeAspect="1" noChangeArrowheads="1"/>
          </p:cNvSpPr>
          <p:nvPr/>
        </p:nvSpPr>
        <p:spPr bwMode="auto">
          <a:xfrm>
            <a:off x="43434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82" name="Oval 90"/>
          <p:cNvSpPr>
            <a:spLocks noChangeAspect="1" noChangeArrowheads="1"/>
          </p:cNvSpPr>
          <p:nvPr/>
        </p:nvSpPr>
        <p:spPr bwMode="auto">
          <a:xfrm>
            <a:off x="46482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83" name="Oval 91"/>
          <p:cNvSpPr>
            <a:spLocks noChangeAspect="1" noChangeArrowheads="1"/>
          </p:cNvSpPr>
          <p:nvPr/>
        </p:nvSpPr>
        <p:spPr bwMode="auto">
          <a:xfrm>
            <a:off x="49530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84" name="Oval 92"/>
          <p:cNvSpPr>
            <a:spLocks noChangeAspect="1" noChangeArrowheads="1"/>
          </p:cNvSpPr>
          <p:nvPr/>
        </p:nvSpPr>
        <p:spPr bwMode="auto">
          <a:xfrm>
            <a:off x="52578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59485" name="Oval 93"/>
          <p:cNvSpPr>
            <a:spLocks noChangeAspect="1" noChangeArrowheads="1"/>
          </p:cNvSpPr>
          <p:nvPr/>
        </p:nvSpPr>
        <p:spPr bwMode="auto">
          <a:xfrm>
            <a:off x="55626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86" name="Oval 94"/>
          <p:cNvSpPr>
            <a:spLocks noChangeAspect="1" noChangeArrowheads="1"/>
          </p:cNvSpPr>
          <p:nvPr/>
        </p:nvSpPr>
        <p:spPr bwMode="auto">
          <a:xfrm>
            <a:off x="58674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87" name="Oval 95"/>
          <p:cNvSpPr>
            <a:spLocks noChangeAspect="1" noChangeArrowheads="1"/>
          </p:cNvSpPr>
          <p:nvPr/>
        </p:nvSpPr>
        <p:spPr bwMode="auto">
          <a:xfrm>
            <a:off x="61722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88" name="Oval 96"/>
          <p:cNvSpPr>
            <a:spLocks noChangeAspect="1" noChangeArrowheads="1"/>
          </p:cNvSpPr>
          <p:nvPr/>
        </p:nvSpPr>
        <p:spPr bwMode="auto">
          <a:xfrm>
            <a:off x="64770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89" name="Oval 97"/>
          <p:cNvSpPr>
            <a:spLocks noChangeAspect="1" noChangeArrowheads="1"/>
          </p:cNvSpPr>
          <p:nvPr/>
        </p:nvSpPr>
        <p:spPr bwMode="auto">
          <a:xfrm>
            <a:off x="67818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90" name="Oval 98"/>
          <p:cNvSpPr>
            <a:spLocks noChangeAspect="1" noChangeArrowheads="1"/>
          </p:cNvSpPr>
          <p:nvPr/>
        </p:nvSpPr>
        <p:spPr bwMode="auto">
          <a:xfrm>
            <a:off x="2209800" y="31543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59491" name="Oval 99"/>
          <p:cNvSpPr>
            <a:spLocks noChangeAspect="1" noChangeArrowheads="1"/>
          </p:cNvSpPr>
          <p:nvPr/>
        </p:nvSpPr>
        <p:spPr bwMode="auto">
          <a:xfrm>
            <a:off x="25146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92" name="Oval 100"/>
          <p:cNvSpPr>
            <a:spLocks noChangeAspect="1" noChangeArrowheads="1"/>
          </p:cNvSpPr>
          <p:nvPr/>
        </p:nvSpPr>
        <p:spPr bwMode="auto">
          <a:xfrm>
            <a:off x="28194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93" name="Oval 101"/>
          <p:cNvSpPr>
            <a:spLocks noChangeAspect="1" noChangeArrowheads="1"/>
          </p:cNvSpPr>
          <p:nvPr/>
        </p:nvSpPr>
        <p:spPr bwMode="auto">
          <a:xfrm>
            <a:off x="31242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94" name="Oval 102"/>
          <p:cNvSpPr>
            <a:spLocks noChangeAspect="1" noChangeArrowheads="1"/>
          </p:cNvSpPr>
          <p:nvPr/>
        </p:nvSpPr>
        <p:spPr bwMode="auto">
          <a:xfrm>
            <a:off x="34290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9495" name="Oval 103"/>
          <p:cNvSpPr>
            <a:spLocks noChangeAspect="1" noChangeArrowheads="1"/>
          </p:cNvSpPr>
          <p:nvPr/>
        </p:nvSpPr>
        <p:spPr bwMode="auto">
          <a:xfrm>
            <a:off x="37338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96" name="Oval 104"/>
          <p:cNvSpPr>
            <a:spLocks noChangeAspect="1" noChangeArrowheads="1"/>
          </p:cNvSpPr>
          <p:nvPr/>
        </p:nvSpPr>
        <p:spPr bwMode="auto">
          <a:xfrm>
            <a:off x="40386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97" name="Oval 105"/>
          <p:cNvSpPr>
            <a:spLocks noChangeAspect="1" noChangeArrowheads="1"/>
          </p:cNvSpPr>
          <p:nvPr/>
        </p:nvSpPr>
        <p:spPr bwMode="auto">
          <a:xfrm>
            <a:off x="43434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98" name="Oval 106"/>
          <p:cNvSpPr>
            <a:spLocks noChangeAspect="1" noChangeArrowheads="1"/>
          </p:cNvSpPr>
          <p:nvPr/>
        </p:nvSpPr>
        <p:spPr bwMode="auto">
          <a:xfrm>
            <a:off x="46482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499" name="Oval 107"/>
          <p:cNvSpPr>
            <a:spLocks noChangeAspect="1" noChangeArrowheads="1"/>
          </p:cNvSpPr>
          <p:nvPr/>
        </p:nvSpPr>
        <p:spPr bwMode="auto">
          <a:xfrm>
            <a:off x="49530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00" name="Oval 108"/>
          <p:cNvSpPr>
            <a:spLocks noChangeAspect="1" noChangeArrowheads="1"/>
          </p:cNvSpPr>
          <p:nvPr/>
        </p:nvSpPr>
        <p:spPr bwMode="auto">
          <a:xfrm>
            <a:off x="52578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01" name="Oval 109"/>
          <p:cNvSpPr>
            <a:spLocks noChangeAspect="1" noChangeArrowheads="1"/>
          </p:cNvSpPr>
          <p:nvPr/>
        </p:nvSpPr>
        <p:spPr bwMode="auto">
          <a:xfrm>
            <a:off x="55626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02" name="Oval 110"/>
          <p:cNvSpPr>
            <a:spLocks noChangeAspect="1" noChangeArrowheads="1"/>
          </p:cNvSpPr>
          <p:nvPr/>
        </p:nvSpPr>
        <p:spPr bwMode="auto">
          <a:xfrm>
            <a:off x="58674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S</a:t>
            </a:r>
          </a:p>
        </p:txBody>
      </p:sp>
      <p:sp>
        <p:nvSpPr>
          <p:cNvPr id="59503" name="Oval 111"/>
          <p:cNvSpPr>
            <a:spLocks noChangeAspect="1" noChangeArrowheads="1"/>
          </p:cNvSpPr>
          <p:nvPr/>
        </p:nvSpPr>
        <p:spPr bwMode="auto">
          <a:xfrm>
            <a:off x="61722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04" name="Oval 112"/>
          <p:cNvSpPr>
            <a:spLocks noChangeAspect="1" noChangeArrowheads="1"/>
          </p:cNvSpPr>
          <p:nvPr/>
        </p:nvSpPr>
        <p:spPr bwMode="auto">
          <a:xfrm>
            <a:off x="64770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05" name="Oval 113"/>
          <p:cNvSpPr>
            <a:spLocks noChangeAspect="1" noChangeArrowheads="1"/>
          </p:cNvSpPr>
          <p:nvPr/>
        </p:nvSpPr>
        <p:spPr bwMode="auto">
          <a:xfrm>
            <a:off x="67818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06" name="Oval 114"/>
          <p:cNvSpPr>
            <a:spLocks noChangeAspect="1" noChangeArrowheads="1"/>
          </p:cNvSpPr>
          <p:nvPr/>
        </p:nvSpPr>
        <p:spPr bwMode="auto">
          <a:xfrm>
            <a:off x="2209800" y="3459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59507" name="Oval 115"/>
          <p:cNvSpPr>
            <a:spLocks noChangeAspect="1" noChangeArrowheads="1"/>
          </p:cNvSpPr>
          <p:nvPr/>
        </p:nvSpPr>
        <p:spPr bwMode="auto">
          <a:xfrm>
            <a:off x="25146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08" name="Oval 116"/>
          <p:cNvSpPr>
            <a:spLocks noChangeAspect="1" noChangeArrowheads="1"/>
          </p:cNvSpPr>
          <p:nvPr/>
        </p:nvSpPr>
        <p:spPr bwMode="auto">
          <a:xfrm>
            <a:off x="28194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09" name="Oval 117"/>
          <p:cNvSpPr>
            <a:spLocks noChangeAspect="1" noChangeArrowheads="1"/>
          </p:cNvSpPr>
          <p:nvPr/>
        </p:nvSpPr>
        <p:spPr bwMode="auto">
          <a:xfrm>
            <a:off x="31242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10" name="Oval 118"/>
          <p:cNvSpPr>
            <a:spLocks noChangeAspect="1" noChangeArrowheads="1"/>
          </p:cNvSpPr>
          <p:nvPr/>
        </p:nvSpPr>
        <p:spPr bwMode="auto">
          <a:xfrm>
            <a:off x="34290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9511" name="Oval 119"/>
          <p:cNvSpPr>
            <a:spLocks noChangeAspect="1" noChangeArrowheads="1"/>
          </p:cNvSpPr>
          <p:nvPr/>
        </p:nvSpPr>
        <p:spPr bwMode="auto">
          <a:xfrm>
            <a:off x="3733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12" name="Oval 120"/>
          <p:cNvSpPr>
            <a:spLocks noChangeAspect="1" noChangeArrowheads="1"/>
          </p:cNvSpPr>
          <p:nvPr/>
        </p:nvSpPr>
        <p:spPr bwMode="auto">
          <a:xfrm>
            <a:off x="40386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13" name="Oval 121"/>
          <p:cNvSpPr>
            <a:spLocks noChangeAspect="1" noChangeArrowheads="1"/>
          </p:cNvSpPr>
          <p:nvPr/>
        </p:nvSpPr>
        <p:spPr bwMode="auto">
          <a:xfrm>
            <a:off x="43434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14" name="Oval 122"/>
          <p:cNvSpPr>
            <a:spLocks noChangeAspect="1" noChangeArrowheads="1"/>
          </p:cNvSpPr>
          <p:nvPr/>
        </p:nvSpPr>
        <p:spPr bwMode="auto">
          <a:xfrm>
            <a:off x="46482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15" name="Oval 123"/>
          <p:cNvSpPr>
            <a:spLocks noChangeAspect="1" noChangeArrowheads="1"/>
          </p:cNvSpPr>
          <p:nvPr/>
        </p:nvSpPr>
        <p:spPr bwMode="auto">
          <a:xfrm>
            <a:off x="49530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16" name="Oval 124"/>
          <p:cNvSpPr>
            <a:spLocks noChangeAspect="1" noChangeArrowheads="1"/>
          </p:cNvSpPr>
          <p:nvPr/>
        </p:nvSpPr>
        <p:spPr bwMode="auto">
          <a:xfrm>
            <a:off x="5257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59517" name="Oval 125"/>
          <p:cNvSpPr>
            <a:spLocks noChangeAspect="1" noChangeArrowheads="1"/>
          </p:cNvSpPr>
          <p:nvPr/>
        </p:nvSpPr>
        <p:spPr bwMode="auto">
          <a:xfrm>
            <a:off x="55626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18" name="Oval 126"/>
          <p:cNvSpPr>
            <a:spLocks noChangeAspect="1" noChangeArrowheads="1"/>
          </p:cNvSpPr>
          <p:nvPr/>
        </p:nvSpPr>
        <p:spPr bwMode="auto">
          <a:xfrm>
            <a:off x="58674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19" name="Oval 127"/>
          <p:cNvSpPr>
            <a:spLocks noChangeAspect="1" noChangeArrowheads="1"/>
          </p:cNvSpPr>
          <p:nvPr/>
        </p:nvSpPr>
        <p:spPr bwMode="auto">
          <a:xfrm>
            <a:off x="61722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20" name="Oval 128"/>
          <p:cNvSpPr>
            <a:spLocks noChangeAspect="1" noChangeArrowheads="1"/>
          </p:cNvSpPr>
          <p:nvPr/>
        </p:nvSpPr>
        <p:spPr bwMode="auto">
          <a:xfrm>
            <a:off x="64770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21" name="Oval 129"/>
          <p:cNvSpPr>
            <a:spLocks noChangeAspect="1" noChangeArrowheads="1"/>
          </p:cNvSpPr>
          <p:nvPr/>
        </p:nvSpPr>
        <p:spPr bwMode="auto">
          <a:xfrm>
            <a:off x="6781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22" name="Oval 130"/>
          <p:cNvSpPr>
            <a:spLocks noChangeAspect="1" noChangeArrowheads="1"/>
          </p:cNvSpPr>
          <p:nvPr/>
        </p:nvSpPr>
        <p:spPr bwMode="auto">
          <a:xfrm>
            <a:off x="2209800" y="37639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59523" name="Oval 131"/>
          <p:cNvSpPr>
            <a:spLocks noChangeAspect="1" noChangeArrowheads="1"/>
          </p:cNvSpPr>
          <p:nvPr/>
        </p:nvSpPr>
        <p:spPr bwMode="auto">
          <a:xfrm>
            <a:off x="2514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24" name="Oval 132"/>
          <p:cNvSpPr>
            <a:spLocks noChangeAspect="1" noChangeArrowheads="1"/>
          </p:cNvSpPr>
          <p:nvPr/>
        </p:nvSpPr>
        <p:spPr bwMode="auto">
          <a:xfrm>
            <a:off x="2819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25" name="Oval 133"/>
          <p:cNvSpPr>
            <a:spLocks noChangeAspect="1" noChangeArrowheads="1"/>
          </p:cNvSpPr>
          <p:nvPr/>
        </p:nvSpPr>
        <p:spPr bwMode="auto">
          <a:xfrm>
            <a:off x="3124200" y="37639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26" name="Oval 134"/>
          <p:cNvSpPr>
            <a:spLocks noChangeAspect="1" noChangeArrowheads="1"/>
          </p:cNvSpPr>
          <p:nvPr/>
        </p:nvSpPr>
        <p:spPr bwMode="auto">
          <a:xfrm>
            <a:off x="34290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9527" name="Oval 135"/>
          <p:cNvSpPr>
            <a:spLocks noChangeAspect="1" noChangeArrowheads="1"/>
          </p:cNvSpPr>
          <p:nvPr/>
        </p:nvSpPr>
        <p:spPr bwMode="auto">
          <a:xfrm>
            <a:off x="3733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28" name="Oval 136"/>
          <p:cNvSpPr>
            <a:spLocks noChangeAspect="1" noChangeArrowheads="1"/>
          </p:cNvSpPr>
          <p:nvPr/>
        </p:nvSpPr>
        <p:spPr bwMode="auto">
          <a:xfrm>
            <a:off x="4038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29" name="Oval 137"/>
          <p:cNvSpPr>
            <a:spLocks noChangeAspect="1" noChangeArrowheads="1"/>
          </p:cNvSpPr>
          <p:nvPr/>
        </p:nvSpPr>
        <p:spPr bwMode="auto">
          <a:xfrm>
            <a:off x="4343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30" name="Oval 138"/>
          <p:cNvSpPr>
            <a:spLocks noChangeAspect="1" noChangeArrowheads="1"/>
          </p:cNvSpPr>
          <p:nvPr/>
        </p:nvSpPr>
        <p:spPr bwMode="auto">
          <a:xfrm>
            <a:off x="46482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31" name="Oval 139"/>
          <p:cNvSpPr>
            <a:spLocks noChangeAspect="1" noChangeArrowheads="1"/>
          </p:cNvSpPr>
          <p:nvPr/>
        </p:nvSpPr>
        <p:spPr bwMode="auto">
          <a:xfrm>
            <a:off x="49530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32" name="Oval 140"/>
          <p:cNvSpPr>
            <a:spLocks noChangeAspect="1" noChangeArrowheads="1"/>
          </p:cNvSpPr>
          <p:nvPr/>
        </p:nvSpPr>
        <p:spPr bwMode="auto">
          <a:xfrm>
            <a:off x="5257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33" name="Oval 141"/>
          <p:cNvSpPr>
            <a:spLocks noChangeAspect="1" noChangeArrowheads="1"/>
          </p:cNvSpPr>
          <p:nvPr/>
        </p:nvSpPr>
        <p:spPr bwMode="auto">
          <a:xfrm>
            <a:off x="5562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34" name="Oval 142"/>
          <p:cNvSpPr>
            <a:spLocks noChangeAspect="1" noChangeArrowheads="1"/>
          </p:cNvSpPr>
          <p:nvPr/>
        </p:nvSpPr>
        <p:spPr bwMode="auto">
          <a:xfrm>
            <a:off x="5867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35" name="Oval 143"/>
          <p:cNvSpPr>
            <a:spLocks noChangeAspect="1" noChangeArrowheads="1"/>
          </p:cNvSpPr>
          <p:nvPr/>
        </p:nvSpPr>
        <p:spPr bwMode="auto">
          <a:xfrm>
            <a:off x="61722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36" name="Oval 144"/>
          <p:cNvSpPr>
            <a:spLocks noChangeAspect="1" noChangeArrowheads="1"/>
          </p:cNvSpPr>
          <p:nvPr/>
        </p:nvSpPr>
        <p:spPr bwMode="auto">
          <a:xfrm>
            <a:off x="6477000" y="37639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37" name="Oval 145"/>
          <p:cNvSpPr>
            <a:spLocks noChangeAspect="1" noChangeArrowheads="1"/>
          </p:cNvSpPr>
          <p:nvPr/>
        </p:nvSpPr>
        <p:spPr bwMode="auto">
          <a:xfrm>
            <a:off x="6781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38" name="Oval 146"/>
          <p:cNvSpPr>
            <a:spLocks noChangeAspect="1" noChangeArrowheads="1"/>
          </p:cNvSpPr>
          <p:nvPr/>
        </p:nvSpPr>
        <p:spPr bwMode="auto">
          <a:xfrm>
            <a:off x="2209800" y="40687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59539" name="Oval 147"/>
          <p:cNvSpPr>
            <a:spLocks noChangeAspect="1" noChangeArrowheads="1"/>
          </p:cNvSpPr>
          <p:nvPr/>
        </p:nvSpPr>
        <p:spPr bwMode="auto">
          <a:xfrm>
            <a:off x="2514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40" name="Oval 148"/>
          <p:cNvSpPr>
            <a:spLocks noChangeAspect="1" noChangeArrowheads="1"/>
          </p:cNvSpPr>
          <p:nvPr/>
        </p:nvSpPr>
        <p:spPr bwMode="auto">
          <a:xfrm>
            <a:off x="2819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41" name="Oval 149"/>
          <p:cNvSpPr>
            <a:spLocks noChangeAspect="1" noChangeArrowheads="1"/>
          </p:cNvSpPr>
          <p:nvPr/>
        </p:nvSpPr>
        <p:spPr bwMode="auto">
          <a:xfrm>
            <a:off x="3124200" y="40687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42" name="Oval 150"/>
          <p:cNvSpPr>
            <a:spLocks noChangeAspect="1" noChangeArrowheads="1"/>
          </p:cNvSpPr>
          <p:nvPr/>
        </p:nvSpPr>
        <p:spPr bwMode="auto">
          <a:xfrm>
            <a:off x="34290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9543" name="Oval 151"/>
          <p:cNvSpPr>
            <a:spLocks noChangeAspect="1" noChangeArrowheads="1"/>
          </p:cNvSpPr>
          <p:nvPr/>
        </p:nvSpPr>
        <p:spPr bwMode="auto">
          <a:xfrm>
            <a:off x="3733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44" name="Oval 152"/>
          <p:cNvSpPr>
            <a:spLocks noChangeAspect="1" noChangeArrowheads="1"/>
          </p:cNvSpPr>
          <p:nvPr/>
        </p:nvSpPr>
        <p:spPr bwMode="auto">
          <a:xfrm>
            <a:off x="4038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45" name="Oval 153"/>
          <p:cNvSpPr>
            <a:spLocks noChangeAspect="1" noChangeArrowheads="1"/>
          </p:cNvSpPr>
          <p:nvPr/>
        </p:nvSpPr>
        <p:spPr bwMode="auto">
          <a:xfrm>
            <a:off x="4343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46" name="Oval 154"/>
          <p:cNvSpPr>
            <a:spLocks noChangeAspect="1" noChangeArrowheads="1"/>
          </p:cNvSpPr>
          <p:nvPr/>
        </p:nvSpPr>
        <p:spPr bwMode="auto">
          <a:xfrm>
            <a:off x="46482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47" name="Oval 155"/>
          <p:cNvSpPr>
            <a:spLocks noChangeAspect="1" noChangeArrowheads="1"/>
          </p:cNvSpPr>
          <p:nvPr/>
        </p:nvSpPr>
        <p:spPr bwMode="auto">
          <a:xfrm>
            <a:off x="49530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48" name="Oval 156"/>
          <p:cNvSpPr>
            <a:spLocks noChangeAspect="1" noChangeArrowheads="1"/>
          </p:cNvSpPr>
          <p:nvPr/>
        </p:nvSpPr>
        <p:spPr bwMode="auto">
          <a:xfrm>
            <a:off x="5257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49" name="Oval 157"/>
          <p:cNvSpPr>
            <a:spLocks noChangeAspect="1" noChangeArrowheads="1"/>
          </p:cNvSpPr>
          <p:nvPr/>
        </p:nvSpPr>
        <p:spPr bwMode="auto">
          <a:xfrm>
            <a:off x="5562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50" name="Oval 158"/>
          <p:cNvSpPr>
            <a:spLocks noChangeAspect="1" noChangeArrowheads="1"/>
          </p:cNvSpPr>
          <p:nvPr/>
        </p:nvSpPr>
        <p:spPr bwMode="auto">
          <a:xfrm>
            <a:off x="5867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51" name="Oval 159"/>
          <p:cNvSpPr>
            <a:spLocks noChangeAspect="1" noChangeArrowheads="1"/>
          </p:cNvSpPr>
          <p:nvPr/>
        </p:nvSpPr>
        <p:spPr bwMode="auto">
          <a:xfrm>
            <a:off x="61722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52" name="Oval 160"/>
          <p:cNvSpPr>
            <a:spLocks noChangeAspect="1" noChangeArrowheads="1"/>
          </p:cNvSpPr>
          <p:nvPr/>
        </p:nvSpPr>
        <p:spPr bwMode="auto">
          <a:xfrm>
            <a:off x="6477000" y="40687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53" name="Oval 161"/>
          <p:cNvSpPr>
            <a:spLocks noChangeAspect="1" noChangeArrowheads="1"/>
          </p:cNvSpPr>
          <p:nvPr/>
        </p:nvSpPr>
        <p:spPr bwMode="auto">
          <a:xfrm>
            <a:off x="6781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54" name="Oval 162"/>
          <p:cNvSpPr>
            <a:spLocks noChangeAspect="1" noChangeArrowheads="1"/>
          </p:cNvSpPr>
          <p:nvPr/>
        </p:nvSpPr>
        <p:spPr bwMode="auto">
          <a:xfrm>
            <a:off x="2209800" y="43735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59555" name="Oval 163"/>
          <p:cNvSpPr>
            <a:spLocks noChangeAspect="1" noChangeArrowheads="1"/>
          </p:cNvSpPr>
          <p:nvPr/>
        </p:nvSpPr>
        <p:spPr bwMode="auto">
          <a:xfrm>
            <a:off x="25146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56" name="Oval 164"/>
          <p:cNvSpPr>
            <a:spLocks noChangeAspect="1" noChangeArrowheads="1"/>
          </p:cNvSpPr>
          <p:nvPr/>
        </p:nvSpPr>
        <p:spPr bwMode="auto">
          <a:xfrm>
            <a:off x="28194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57" name="Oval 165"/>
          <p:cNvSpPr>
            <a:spLocks noChangeAspect="1" noChangeArrowheads="1"/>
          </p:cNvSpPr>
          <p:nvPr/>
        </p:nvSpPr>
        <p:spPr bwMode="auto">
          <a:xfrm>
            <a:off x="3124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58" name="Oval 166"/>
          <p:cNvSpPr>
            <a:spLocks noChangeAspect="1" noChangeArrowheads="1"/>
          </p:cNvSpPr>
          <p:nvPr/>
        </p:nvSpPr>
        <p:spPr bwMode="auto">
          <a:xfrm>
            <a:off x="3429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59" name="Oval 167"/>
          <p:cNvSpPr>
            <a:spLocks noChangeAspect="1" noChangeArrowheads="1"/>
          </p:cNvSpPr>
          <p:nvPr/>
        </p:nvSpPr>
        <p:spPr bwMode="auto">
          <a:xfrm>
            <a:off x="37338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60" name="Oval 168"/>
          <p:cNvSpPr>
            <a:spLocks noChangeAspect="1" noChangeArrowheads="1"/>
          </p:cNvSpPr>
          <p:nvPr/>
        </p:nvSpPr>
        <p:spPr bwMode="auto">
          <a:xfrm>
            <a:off x="40386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61" name="Oval 169"/>
          <p:cNvSpPr>
            <a:spLocks noChangeAspect="1" noChangeArrowheads="1"/>
          </p:cNvSpPr>
          <p:nvPr/>
        </p:nvSpPr>
        <p:spPr bwMode="auto">
          <a:xfrm>
            <a:off x="43434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62" name="Oval 170"/>
          <p:cNvSpPr>
            <a:spLocks noChangeAspect="1" noChangeArrowheads="1"/>
          </p:cNvSpPr>
          <p:nvPr/>
        </p:nvSpPr>
        <p:spPr bwMode="auto">
          <a:xfrm>
            <a:off x="4648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63" name="Oval 171"/>
          <p:cNvSpPr>
            <a:spLocks noChangeAspect="1" noChangeArrowheads="1"/>
          </p:cNvSpPr>
          <p:nvPr/>
        </p:nvSpPr>
        <p:spPr bwMode="auto">
          <a:xfrm>
            <a:off x="4953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64" name="Oval 172"/>
          <p:cNvSpPr>
            <a:spLocks noChangeAspect="1" noChangeArrowheads="1"/>
          </p:cNvSpPr>
          <p:nvPr/>
        </p:nvSpPr>
        <p:spPr bwMode="auto">
          <a:xfrm>
            <a:off x="52578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65" name="Oval 173"/>
          <p:cNvSpPr>
            <a:spLocks noChangeAspect="1" noChangeArrowheads="1"/>
          </p:cNvSpPr>
          <p:nvPr/>
        </p:nvSpPr>
        <p:spPr bwMode="auto">
          <a:xfrm>
            <a:off x="55626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66" name="Oval 174"/>
          <p:cNvSpPr>
            <a:spLocks noChangeAspect="1" noChangeArrowheads="1"/>
          </p:cNvSpPr>
          <p:nvPr/>
        </p:nvSpPr>
        <p:spPr bwMode="auto">
          <a:xfrm>
            <a:off x="58674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67" name="Oval 175"/>
          <p:cNvSpPr>
            <a:spLocks noChangeAspect="1" noChangeArrowheads="1"/>
          </p:cNvSpPr>
          <p:nvPr/>
        </p:nvSpPr>
        <p:spPr bwMode="auto">
          <a:xfrm>
            <a:off x="6172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68" name="Oval 176"/>
          <p:cNvSpPr>
            <a:spLocks noChangeAspect="1" noChangeArrowheads="1"/>
          </p:cNvSpPr>
          <p:nvPr/>
        </p:nvSpPr>
        <p:spPr bwMode="auto">
          <a:xfrm>
            <a:off x="6477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69" name="Oval 177"/>
          <p:cNvSpPr>
            <a:spLocks noChangeAspect="1" noChangeArrowheads="1"/>
          </p:cNvSpPr>
          <p:nvPr/>
        </p:nvSpPr>
        <p:spPr bwMode="auto">
          <a:xfrm>
            <a:off x="67818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70" name="Oval 178"/>
          <p:cNvSpPr>
            <a:spLocks noChangeAspect="1" noChangeArrowheads="1"/>
          </p:cNvSpPr>
          <p:nvPr/>
        </p:nvSpPr>
        <p:spPr bwMode="auto">
          <a:xfrm>
            <a:off x="2209800" y="46783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0</a:t>
            </a:r>
          </a:p>
        </p:txBody>
      </p:sp>
      <p:sp>
        <p:nvSpPr>
          <p:cNvPr id="59571" name="Oval 179"/>
          <p:cNvSpPr>
            <a:spLocks noChangeAspect="1" noChangeArrowheads="1"/>
          </p:cNvSpPr>
          <p:nvPr/>
        </p:nvSpPr>
        <p:spPr bwMode="auto">
          <a:xfrm>
            <a:off x="2514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72" name="Oval 180"/>
          <p:cNvSpPr>
            <a:spLocks noChangeAspect="1" noChangeArrowheads="1"/>
          </p:cNvSpPr>
          <p:nvPr/>
        </p:nvSpPr>
        <p:spPr bwMode="auto">
          <a:xfrm>
            <a:off x="2819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73" name="Oval 181"/>
          <p:cNvSpPr>
            <a:spLocks noChangeAspect="1" noChangeArrowheads="1"/>
          </p:cNvSpPr>
          <p:nvPr/>
        </p:nvSpPr>
        <p:spPr bwMode="auto">
          <a:xfrm>
            <a:off x="3124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74" name="Oval 182"/>
          <p:cNvSpPr>
            <a:spLocks noChangeAspect="1" noChangeArrowheads="1"/>
          </p:cNvSpPr>
          <p:nvPr/>
        </p:nvSpPr>
        <p:spPr bwMode="auto">
          <a:xfrm>
            <a:off x="3429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75" name="Oval 183"/>
          <p:cNvSpPr>
            <a:spLocks noChangeAspect="1" noChangeArrowheads="1"/>
          </p:cNvSpPr>
          <p:nvPr/>
        </p:nvSpPr>
        <p:spPr bwMode="auto">
          <a:xfrm>
            <a:off x="3733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76" name="Oval 184"/>
          <p:cNvSpPr>
            <a:spLocks noChangeAspect="1" noChangeArrowheads="1"/>
          </p:cNvSpPr>
          <p:nvPr/>
        </p:nvSpPr>
        <p:spPr bwMode="auto">
          <a:xfrm>
            <a:off x="4038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77" name="Oval 185"/>
          <p:cNvSpPr>
            <a:spLocks noChangeAspect="1" noChangeArrowheads="1"/>
          </p:cNvSpPr>
          <p:nvPr/>
        </p:nvSpPr>
        <p:spPr bwMode="auto">
          <a:xfrm>
            <a:off x="4343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78" name="Oval 186"/>
          <p:cNvSpPr>
            <a:spLocks noChangeAspect="1" noChangeArrowheads="1"/>
          </p:cNvSpPr>
          <p:nvPr/>
        </p:nvSpPr>
        <p:spPr bwMode="auto">
          <a:xfrm>
            <a:off x="4648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79" name="Oval 187"/>
          <p:cNvSpPr>
            <a:spLocks noChangeAspect="1" noChangeArrowheads="1"/>
          </p:cNvSpPr>
          <p:nvPr/>
        </p:nvSpPr>
        <p:spPr bwMode="auto">
          <a:xfrm>
            <a:off x="4953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80" name="Oval 188"/>
          <p:cNvSpPr>
            <a:spLocks noChangeAspect="1" noChangeArrowheads="1"/>
          </p:cNvSpPr>
          <p:nvPr/>
        </p:nvSpPr>
        <p:spPr bwMode="auto">
          <a:xfrm>
            <a:off x="5257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81" name="Oval 189"/>
          <p:cNvSpPr>
            <a:spLocks noChangeAspect="1" noChangeArrowheads="1"/>
          </p:cNvSpPr>
          <p:nvPr/>
        </p:nvSpPr>
        <p:spPr bwMode="auto">
          <a:xfrm>
            <a:off x="5562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82" name="Oval 190"/>
          <p:cNvSpPr>
            <a:spLocks noChangeAspect="1" noChangeArrowheads="1"/>
          </p:cNvSpPr>
          <p:nvPr/>
        </p:nvSpPr>
        <p:spPr bwMode="auto">
          <a:xfrm>
            <a:off x="5867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83" name="Oval 191"/>
          <p:cNvSpPr>
            <a:spLocks noChangeAspect="1" noChangeArrowheads="1"/>
          </p:cNvSpPr>
          <p:nvPr/>
        </p:nvSpPr>
        <p:spPr bwMode="auto">
          <a:xfrm>
            <a:off x="6172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84" name="Oval 192"/>
          <p:cNvSpPr>
            <a:spLocks noChangeAspect="1" noChangeArrowheads="1"/>
          </p:cNvSpPr>
          <p:nvPr/>
        </p:nvSpPr>
        <p:spPr bwMode="auto">
          <a:xfrm>
            <a:off x="6477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85" name="Oval 193"/>
          <p:cNvSpPr>
            <a:spLocks noChangeAspect="1" noChangeArrowheads="1"/>
          </p:cNvSpPr>
          <p:nvPr/>
        </p:nvSpPr>
        <p:spPr bwMode="auto">
          <a:xfrm>
            <a:off x="6781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9586" name="Oval 194"/>
          <p:cNvSpPr>
            <a:spLocks noChangeAspect="1" noChangeArrowheads="1"/>
          </p:cNvSpPr>
          <p:nvPr/>
        </p:nvSpPr>
        <p:spPr bwMode="auto">
          <a:xfrm>
            <a:off x="2209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59587" name="Oval 195"/>
          <p:cNvSpPr>
            <a:spLocks noChangeAspect="1" noChangeArrowheads="1"/>
          </p:cNvSpPr>
          <p:nvPr/>
        </p:nvSpPr>
        <p:spPr bwMode="auto">
          <a:xfrm>
            <a:off x="2514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0</a:t>
            </a:r>
          </a:p>
        </p:txBody>
      </p:sp>
      <p:sp>
        <p:nvSpPr>
          <p:cNvPr id="59588" name="Oval 196"/>
          <p:cNvSpPr>
            <a:spLocks noChangeAspect="1" noChangeArrowheads="1"/>
          </p:cNvSpPr>
          <p:nvPr/>
        </p:nvSpPr>
        <p:spPr bwMode="auto">
          <a:xfrm>
            <a:off x="2819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59589" name="Oval 197"/>
          <p:cNvSpPr>
            <a:spLocks noChangeAspect="1" noChangeArrowheads="1"/>
          </p:cNvSpPr>
          <p:nvPr/>
        </p:nvSpPr>
        <p:spPr bwMode="auto">
          <a:xfrm>
            <a:off x="3124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59590" name="Oval 198"/>
          <p:cNvSpPr>
            <a:spLocks noChangeAspect="1" noChangeArrowheads="1"/>
          </p:cNvSpPr>
          <p:nvPr/>
        </p:nvSpPr>
        <p:spPr bwMode="auto">
          <a:xfrm>
            <a:off x="3429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59591" name="Oval 199"/>
          <p:cNvSpPr>
            <a:spLocks noChangeAspect="1" noChangeArrowheads="1"/>
          </p:cNvSpPr>
          <p:nvPr/>
        </p:nvSpPr>
        <p:spPr bwMode="auto">
          <a:xfrm>
            <a:off x="3733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59592" name="Oval 200"/>
          <p:cNvSpPr>
            <a:spLocks noChangeAspect="1" noChangeArrowheads="1"/>
          </p:cNvSpPr>
          <p:nvPr/>
        </p:nvSpPr>
        <p:spPr bwMode="auto">
          <a:xfrm>
            <a:off x="4038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59593" name="Oval 201"/>
          <p:cNvSpPr>
            <a:spLocks noChangeAspect="1" noChangeArrowheads="1"/>
          </p:cNvSpPr>
          <p:nvPr/>
        </p:nvSpPr>
        <p:spPr bwMode="auto">
          <a:xfrm>
            <a:off x="4343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59594" name="Oval 202"/>
          <p:cNvSpPr>
            <a:spLocks noChangeAspect="1" noChangeArrowheads="1"/>
          </p:cNvSpPr>
          <p:nvPr/>
        </p:nvSpPr>
        <p:spPr bwMode="auto">
          <a:xfrm>
            <a:off x="4648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59595" name="Oval 203"/>
          <p:cNvSpPr>
            <a:spLocks noChangeAspect="1" noChangeArrowheads="1"/>
          </p:cNvSpPr>
          <p:nvPr/>
        </p:nvSpPr>
        <p:spPr bwMode="auto">
          <a:xfrm>
            <a:off x="4953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59596" name="Oval 204"/>
          <p:cNvSpPr>
            <a:spLocks noChangeAspect="1" noChangeArrowheads="1"/>
          </p:cNvSpPr>
          <p:nvPr/>
        </p:nvSpPr>
        <p:spPr bwMode="auto">
          <a:xfrm>
            <a:off x="5257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59597" name="Oval 205"/>
          <p:cNvSpPr>
            <a:spLocks noChangeAspect="1" noChangeArrowheads="1"/>
          </p:cNvSpPr>
          <p:nvPr/>
        </p:nvSpPr>
        <p:spPr bwMode="auto">
          <a:xfrm>
            <a:off x="5562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59598" name="Oval 206"/>
          <p:cNvSpPr>
            <a:spLocks noChangeAspect="1" noChangeArrowheads="1"/>
          </p:cNvSpPr>
          <p:nvPr/>
        </p:nvSpPr>
        <p:spPr bwMode="auto">
          <a:xfrm>
            <a:off x="5867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59599" name="Oval 207"/>
          <p:cNvSpPr>
            <a:spLocks noChangeAspect="1" noChangeArrowheads="1"/>
          </p:cNvSpPr>
          <p:nvPr/>
        </p:nvSpPr>
        <p:spPr bwMode="auto">
          <a:xfrm>
            <a:off x="6172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12</a:t>
            </a:r>
          </a:p>
        </p:txBody>
      </p:sp>
      <p:sp>
        <p:nvSpPr>
          <p:cNvPr id="59600" name="Oval 208"/>
          <p:cNvSpPr>
            <a:spLocks noChangeAspect="1" noChangeArrowheads="1"/>
          </p:cNvSpPr>
          <p:nvPr/>
        </p:nvSpPr>
        <p:spPr bwMode="auto">
          <a:xfrm>
            <a:off x="6477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13</a:t>
            </a:r>
          </a:p>
        </p:txBody>
      </p:sp>
      <p:sp>
        <p:nvSpPr>
          <p:cNvPr id="59601" name="Oval 209"/>
          <p:cNvSpPr>
            <a:spLocks noChangeAspect="1" noChangeArrowheads="1"/>
          </p:cNvSpPr>
          <p:nvPr/>
        </p:nvSpPr>
        <p:spPr bwMode="auto">
          <a:xfrm>
            <a:off x="6781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14</a:t>
            </a:r>
          </a:p>
        </p:txBody>
      </p:sp>
      <p:graphicFrame>
        <p:nvGraphicFramePr>
          <p:cNvPr id="59602" name="Group 210"/>
          <p:cNvGraphicFramePr>
            <a:graphicFrameLocks noGrp="1"/>
          </p:cNvGraphicFramePr>
          <p:nvPr/>
        </p:nvGraphicFramePr>
        <p:xfrm>
          <a:off x="7543800" y="2362200"/>
          <a:ext cx="457200" cy="1828800"/>
        </p:xfrm>
        <a:graphic>
          <a:graphicData uri="http://schemas.openxmlformats.org/drawingml/2006/table">
            <a:tbl>
              <a:tblPr/>
              <a:tblGrid>
                <a:gridCol w="4572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6</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59620" name="Text Box 228"/>
          <p:cNvSpPr txBox="1">
            <a:spLocks noChangeArrowheads="1"/>
          </p:cNvSpPr>
          <p:nvPr/>
        </p:nvSpPr>
        <p:spPr bwMode="auto">
          <a:xfrm>
            <a:off x="342900" y="228600"/>
            <a:ext cx="845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2800" b="1">
                <a:solidFill>
                  <a:schemeClr val="accent2"/>
                </a:solidFill>
                <a:latin typeface="Arial" charset="0"/>
              </a:rPr>
              <a:t>Span Flood-Fill</a:t>
            </a:r>
            <a:r>
              <a:rPr lang="en-US" altLang="en-US" sz="3200" b="1">
                <a:solidFill>
                  <a:schemeClr val="accent2"/>
                </a:solidFill>
                <a:latin typeface="Arial" charset="0"/>
              </a:rPr>
              <a:t> Algorithm (</a:t>
            </a:r>
            <a:r>
              <a:rPr lang="en-US" altLang="en-US" sz="3200" b="1">
                <a:solidFill>
                  <a:srgbClr val="FF0000"/>
                </a:solidFill>
                <a:latin typeface="Arial" charset="0"/>
              </a:rPr>
              <a:t>example</a:t>
            </a:r>
            <a:r>
              <a:rPr lang="en-US" altLang="en-US" sz="3200" b="1">
                <a:solidFill>
                  <a:schemeClr val="accent2"/>
                </a:solidFill>
                <a:latin typeface="Arial" charset="0"/>
              </a:rPr>
              <a:t>)</a:t>
            </a:r>
            <a:endParaRPr lang="en-US" altLang="en-US" sz="2800">
              <a:latin typeface="Arial" charset="0"/>
              <a:cs typeface="Arial"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Slide Number Placeholder 3"/>
          <p:cNvSpPr>
            <a:spLocks noGrp="1"/>
          </p:cNvSpPr>
          <p:nvPr>
            <p:ph type="sldNum" sz="quarter" idx="12"/>
          </p:nvPr>
        </p:nvSpPr>
        <p:spPr/>
        <p:txBody>
          <a:bodyPr/>
          <a:lstStyle/>
          <a:p>
            <a:fld id="{8EBAFADC-36FB-4B2B-91A0-B9A1AD8D620C}" type="slidenum">
              <a:rPr lang="en-US" altLang="en-US"/>
              <a:pPr/>
              <a:t>52</a:t>
            </a:fld>
            <a:endParaRPr lang="en-US" altLang="en-US"/>
          </a:p>
        </p:txBody>
      </p:sp>
      <p:sp>
        <p:nvSpPr>
          <p:cNvPr id="60418" name="Oval 2"/>
          <p:cNvSpPr>
            <a:spLocks noChangeAspect="1" noChangeArrowheads="1"/>
          </p:cNvSpPr>
          <p:nvPr/>
        </p:nvSpPr>
        <p:spPr bwMode="auto">
          <a:xfrm>
            <a:off x="2179638" y="13255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60419" name="Oval 3"/>
          <p:cNvSpPr>
            <a:spLocks noChangeAspect="1" noChangeArrowheads="1"/>
          </p:cNvSpPr>
          <p:nvPr/>
        </p:nvSpPr>
        <p:spPr bwMode="auto">
          <a:xfrm>
            <a:off x="2484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20" name="Oval 4"/>
          <p:cNvSpPr>
            <a:spLocks noChangeAspect="1" noChangeArrowheads="1"/>
          </p:cNvSpPr>
          <p:nvPr/>
        </p:nvSpPr>
        <p:spPr bwMode="auto">
          <a:xfrm>
            <a:off x="2789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21" name="Oval 5"/>
          <p:cNvSpPr>
            <a:spLocks noChangeAspect="1" noChangeArrowheads="1"/>
          </p:cNvSpPr>
          <p:nvPr/>
        </p:nvSpPr>
        <p:spPr bwMode="auto">
          <a:xfrm>
            <a:off x="3094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22" name="Oval 6"/>
          <p:cNvSpPr>
            <a:spLocks noChangeAspect="1" noChangeArrowheads="1"/>
          </p:cNvSpPr>
          <p:nvPr/>
        </p:nvSpPr>
        <p:spPr bwMode="auto">
          <a:xfrm>
            <a:off x="3398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23" name="Oval 7"/>
          <p:cNvSpPr>
            <a:spLocks noChangeAspect="1" noChangeArrowheads="1"/>
          </p:cNvSpPr>
          <p:nvPr/>
        </p:nvSpPr>
        <p:spPr bwMode="auto">
          <a:xfrm>
            <a:off x="3703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24" name="Oval 8"/>
          <p:cNvSpPr>
            <a:spLocks noChangeAspect="1" noChangeArrowheads="1"/>
          </p:cNvSpPr>
          <p:nvPr/>
        </p:nvSpPr>
        <p:spPr bwMode="auto">
          <a:xfrm>
            <a:off x="4008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25" name="Oval 9"/>
          <p:cNvSpPr>
            <a:spLocks noChangeAspect="1" noChangeArrowheads="1"/>
          </p:cNvSpPr>
          <p:nvPr/>
        </p:nvSpPr>
        <p:spPr bwMode="auto">
          <a:xfrm>
            <a:off x="4313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26" name="Oval 10"/>
          <p:cNvSpPr>
            <a:spLocks noChangeAspect="1" noChangeArrowheads="1"/>
          </p:cNvSpPr>
          <p:nvPr/>
        </p:nvSpPr>
        <p:spPr bwMode="auto">
          <a:xfrm>
            <a:off x="4618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27" name="Oval 11"/>
          <p:cNvSpPr>
            <a:spLocks noChangeAspect="1" noChangeArrowheads="1"/>
          </p:cNvSpPr>
          <p:nvPr/>
        </p:nvSpPr>
        <p:spPr bwMode="auto">
          <a:xfrm>
            <a:off x="4922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28" name="Oval 12"/>
          <p:cNvSpPr>
            <a:spLocks noChangeAspect="1" noChangeArrowheads="1"/>
          </p:cNvSpPr>
          <p:nvPr/>
        </p:nvSpPr>
        <p:spPr bwMode="auto">
          <a:xfrm>
            <a:off x="5227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29" name="Oval 13"/>
          <p:cNvSpPr>
            <a:spLocks noChangeAspect="1" noChangeArrowheads="1"/>
          </p:cNvSpPr>
          <p:nvPr/>
        </p:nvSpPr>
        <p:spPr bwMode="auto">
          <a:xfrm>
            <a:off x="5532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30" name="Oval 14"/>
          <p:cNvSpPr>
            <a:spLocks noChangeAspect="1" noChangeArrowheads="1"/>
          </p:cNvSpPr>
          <p:nvPr/>
        </p:nvSpPr>
        <p:spPr bwMode="auto">
          <a:xfrm>
            <a:off x="5837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31" name="Oval 15"/>
          <p:cNvSpPr>
            <a:spLocks noChangeAspect="1" noChangeArrowheads="1"/>
          </p:cNvSpPr>
          <p:nvPr/>
        </p:nvSpPr>
        <p:spPr bwMode="auto">
          <a:xfrm>
            <a:off x="6142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32" name="Oval 16"/>
          <p:cNvSpPr>
            <a:spLocks noChangeAspect="1" noChangeArrowheads="1"/>
          </p:cNvSpPr>
          <p:nvPr/>
        </p:nvSpPr>
        <p:spPr bwMode="auto">
          <a:xfrm>
            <a:off x="6446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33" name="Oval 17"/>
          <p:cNvSpPr>
            <a:spLocks noChangeAspect="1" noChangeArrowheads="1"/>
          </p:cNvSpPr>
          <p:nvPr/>
        </p:nvSpPr>
        <p:spPr bwMode="auto">
          <a:xfrm>
            <a:off x="6751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34" name="Oval 18"/>
          <p:cNvSpPr>
            <a:spLocks noChangeAspect="1" noChangeArrowheads="1"/>
          </p:cNvSpPr>
          <p:nvPr/>
        </p:nvSpPr>
        <p:spPr bwMode="auto">
          <a:xfrm>
            <a:off x="2179638" y="16303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60435" name="Oval 19"/>
          <p:cNvSpPr>
            <a:spLocks noChangeAspect="1" noChangeArrowheads="1"/>
          </p:cNvSpPr>
          <p:nvPr/>
        </p:nvSpPr>
        <p:spPr bwMode="auto">
          <a:xfrm>
            <a:off x="24844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36" name="Oval 20"/>
          <p:cNvSpPr>
            <a:spLocks noChangeAspect="1" noChangeArrowheads="1"/>
          </p:cNvSpPr>
          <p:nvPr/>
        </p:nvSpPr>
        <p:spPr bwMode="auto">
          <a:xfrm>
            <a:off x="27892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37" name="Oval 21"/>
          <p:cNvSpPr>
            <a:spLocks noChangeAspect="1" noChangeArrowheads="1"/>
          </p:cNvSpPr>
          <p:nvPr/>
        </p:nvSpPr>
        <p:spPr bwMode="auto">
          <a:xfrm>
            <a:off x="30940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38" name="Oval 22"/>
          <p:cNvSpPr>
            <a:spLocks noChangeAspect="1" noChangeArrowheads="1"/>
          </p:cNvSpPr>
          <p:nvPr/>
        </p:nvSpPr>
        <p:spPr bwMode="auto">
          <a:xfrm>
            <a:off x="33988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39" name="Oval 23"/>
          <p:cNvSpPr>
            <a:spLocks noChangeAspect="1" noChangeArrowheads="1"/>
          </p:cNvSpPr>
          <p:nvPr/>
        </p:nvSpPr>
        <p:spPr bwMode="auto">
          <a:xfrm>
            <a:off x="37036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40" name="Oval 24"/>
          <p:cNvSpPr>
            <a:spLocks noChangeAspect="1" noChangeArrowheads="1"/>
          </p:cNvSpPr>
          <p:nvPr/>
        </p:nvSpPr>
        <p:spPr bwMode="auto">
          <a:xfrm>
            <a:off x="40084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41" name="Oval 25"/>
          <p:cNvSpPr>
            <a:spLocks noChangeAspect="1" noChangeArrowheads="1"/>
          </p:cNvSpPr>
          <p:nvPr/>
        </p:nvSpPr>
        <p:spPr bwMode="auto">
          <a:xfrm>
            <a:off x="43132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42" name="Oval 26"/>
          <p:cNvSpPr>
            <a:spLocks noChangeAspect="1" noChangeArrowheads="1"/>
          </p:cNvSpPr>
          <p:nvPr/>
        </p:nvSpPr>
        <p:spPr bwMode="auto">
          <a:xfrm>
            <a:off x="46180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43" name="Oval 27"/>
          <p:cNvSpPr>
            <a:spLocks noChangeAspect="1" noChangeArrowheads="1"/>
          </p:cNvSpPr>
          <p:nvPr/>
        </p:nvSpPr>
        <p:spPr bwMode="auto">
          <a:xfrm>
            <a:off x="49228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44" name="Oval 28"/>
          <p:cNvSpPr>
            <a:spLocks noChangeAspect="1" noChangeArrowheads="1"/>
          </p:cNvSpPr>
          <p:nvPr/>
        </p:nvSpPr>
        <p:spPr bwMode="auto">
          <a:xfrm>
            <a:off x="52276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45" name="Oval 29"/>
          <p:cNvSpPr>
            <a:spLocks noChangeAspect="1" noChangeArrowheads="1"/>
          </p:cNvSpPr>
          <p:nvPr/>
        </p:nvSpPr>
        <p:spPr bwMode="auto">
          <a:xfrm>
            <a:off x="55324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46" name="Oval 30"/>
          <p:cNvSpPr>
            <a:spLocks noChangeAspect="1" noChangeArrowheads="1"/>
          </p:cNvSpPr>
          <p:nvPr/>
        </p:nvSpPr>
        <p:spPr bwMode="auto">
          <a:xfrm>
            <a:off x="58372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47" name="Oval 31"/>
          <p:cNvSpPr>
            <a:spLocks noChangeAspect="1" noChangeArrowheads="1"/>
          </p:cNvSpPr>
          <p:nvPr/>
        </p:nvSpPr>
        <p:spPr bwMode="auto">
          <a:xfrm>
            <a:off x="61420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48" name="Oval 32"/>
          <p:cNvSpPr>
            <a:spLocks noChangeAspect="1" noChangeArrowheads="1"/>
          </p:cNvSpPr>
          <p:nvPr/>
        </p:nvSpPr>
        <p:spPr bwMode="auto">
          <a:xfrm>
            <a:off x="64468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49" name="Oval 33"/>
          <p:cNvSpPr>
            <a:spLocks noChangeAspect="1" noChangeArrowheads="1"/>
          </p:cNvSpPr>
          <p:nvPr/>
        </p:nvSpPr>
        <p:spPr bwMode="auto">
          <a:xfrm>
            <a:off x="67516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50" name="Oval 34"/>
          <p:cNvSpPr>
            <a:spLocks noChangeAspect="1" noChangeArrowheads="1"/>
          </p:cNvSpPr>
          <p:nvPr/>
        </p:nvSpPr>
        <p:spPr bwMode="auto">
          <a:xfrm>
            <a:off x="2179638" y="19351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60451" name="Oval 35"/>
          <p:cNvSpPr>
            <a:spLocks noChangeAspect="1" noChangeArrowheads="1"/>
          </p:cNvSpPr>
          <p:nvPr/>
        </p:nvSpPr>
        <p:spPr bwMode="auto">
          <a:xfrm>
            <a:off x="24844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52" name="Oval 36"/>
          <p:cNvSpPr>
            <a:spLocks noChangeAspect="1" noChangeArrowheads="1"/>
          </p:cNvSpPr>
          <p:nvPr/>
        </p:nvSpPr>
        <p:spPr bwMode="auto">
          <a:xfrm>
            <a:off x="27892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53" name="Oval 37"/>
          <p:cNvSpPr>
            <a:spLocks noChangeAspect="1" noChangeArrowheads="1"/>
          </p:cNvSpPr>
          <p:nvPr/>
        </p:nvSpPr>
        <p:spPr bwMode="auto">
          <a:xfrm>
            <a:off x="30940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54" name="Oval 38"/>
          <p:cNvSpPr>
            <a:spLocks noChangeAspect="1" noChangeArrowheads="1"/>
          </p:cNvSpPr>
          <p:nvPr/>
        </p:nvSpPr>
        <p:spPr bwMode="auto">
          <a:xfrm>
            <a:off x="33988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0455" name="Oval 39"/>
          <p:cNvSpPr>
            <a:spLocks noChangeAspect="1" noChangeArrowheads="1"/>
          </p:cNvSpPr>
          <p:nvPr/>
        </p:nvSpPr>
        <p:spPr bwMode="auto">
          <a:xfrm>
            <a:off x="3703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56" name="Oval 40"/>
          <p:cNvSpPr>
            <a:spLocks noChangeAspect="1" noChangeArrowheads="1"/>
          </p:cNvSpPr>
          <p:nvPr/>
        </p:nvSpPr>
        <p:spPr bwMode="auto">
          <a:xfrm>
            <a:off x="40084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57" name="Oval 41"/>
          <p:cNvSpPr>
            <a:spLocks noChangeAspect="1" noChangeArrowheads="1"/>
          </p:cNvSpPr>
          <p:nvPr/>
        </p:nvSpPr>
        <p:spPr bwMode="auto">
          <a:xfrm>
            <a:off x="43132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58" name="Oval 42"/>
          <p:cNvSpPr>
            <a:spLocks noChangeAspect="1" noChangeArrowheads="1"/>
          </p:cNvSpPr>
          <p:nvPr/>
        </p:nvSpPr>
        <p:spPr bwMode="auto">
          <a:xfrm>
            <a:off x="46180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59" name="Oval 43"/>
          <p:cNvSpPr>
            <a:spLocks noChangeAspect="1" noChangeArrowheads="1"/>
          </p:cNvSpPr>
          <p:nvPr/>
        </p:nvSpPr>
        <p:spPr bwMode="auto">
          <a:xfrm>
            <a:off x="49228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60" name="Oval 44"/>
          <p:cNvSpPr>
            <a:spLocks noChangeAspect="1" noChangeArrowheads="1"/>
          </p:cNvSpPr>
          <p:nvPr/>
        </p:nvSpPr>
        <p:spPr bwMode="auto">
          <a:xfrm>
            <a:off x="5227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61" name="Oval 45"/>
          <p:cNvSpPr>
            <a:spLocks noChangeAspect="1" noChangeArrowheads="1"/>
          </p:cNvSpPr>
          <p:nvPr/>
        </p:nvSpPr>
        <p:spPr bwMode="auto">
          <a:xfrm>
            <a:off x="55324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62" name="Oval 46"/>
          <p:cNvSpPr>
            <a:spLocks noChangeAspect="1" noChangeArrowheads="1"/>
          </p:cNvSpPr>
          <p:nvPr/>
        </p:nvSpPr>
        <p:spPr bwMode="auto">
          <a:xfrm>
            <a:off x="58372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60463" name="Oval 47"/>
          <p:cNvSpPr>
            <a:spLocks noChangeAspect="1" noChangeArrowheads="1"/>
          </p:cNvSpPr>
          <p:nvPr/>
        </p:nvSpPr>
        <p:spPr bwMode="auto">
          <a:xfrm>
            <a:off x="61420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64" name="Oval 48"/>
          <p:cNvSpPr>
            <a:spLocks noChangeAspect="1" noChangeArrowheads="1"/>
          </p:cNvSpPr>
          <p:nvPr/>
        </p:nvSpPr>
        <p:spPr bwMode="auto">
          <a:xfrm>
            <a:off x="64468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65" name="Oval 49"/>
          <p:cNvSpPr>
            <a:spLocks noChangeAspect="1" noChangeArrowheads="1"/>
          </p:cNvSpPr>
          <p:nvPr/>
        </p:nvSpPr>
        <p:spPr bwMode="auto">
          <a:xfrm>
            <a:off x="6751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66" name="Oval 50"/>
          <p:cNvSpPr>
            <a:spLocks noChangeAspect="1" noChangeArrowheads="1"/>
          </p:cNvSpPr>
          <p:nvPr/>
        </p:nvSpPr>
        <p:spPr bwMode="auto">
          <a:xfrm>
            <a:off x="2179638" y="22399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60467" name="Oval 51"/>
          <p:cNvSpPr>
            <a:spLocks noChangeAspect="1" noChangeArrowheads="1"/>
          </p:cNvSpPr>
          <p:nvPr/>
        </p:nvSpPr>
        <p:spPr bwMode="auto">
          <a:xfrm>
            <a:off x="24844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68" name="Oval 52"/>
          <p:cNvSpPr>
            <a:spLocks noChangeAspect="1" noChangeArrowheads="1"/>
          </p:cNvSpPr>
          <p:nvPr/>
        </p:nvSpPr>
        <p:spPr bwMode="auto">
          <a:xfrm>
            <a:off x="27892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69" name="Oval 53"/>
          <p:cNvSpPr>
            <a:spLocks noChangeAspect="1" noChangeArrowheads="1"/>
          </p:cNvSpPr>
          <p:nvPr/>
        </p:nvSpPr>
        <p:spPr bwMode="auto">
          <a:xfrm>
            <a:off x="30940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70" name="Oval 54"/>
          <p:cNvSpPr>
            <a:spLocks noChangeAspect="1" noChangeArrowheads="1"/>
          </p:cNvSpPr>
          <p:nvPr/>
        </p:nvSpPr>
        <p:spPr bwMode="auto">
          <a:xfrm>
            <a:off x="33988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60471" name="Oval 55"/>
          <p:cNvSpPr>
            <a:spLocks noChangeAspect="1" noChangeArrowheads="1"/>
          </p:cNvSpPr>
          <p:nvPr/>
        </p:nvSpPr>
        <p:spPr bwMode="auto">
          <a:xfrm>
            <a:off x="37036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72" name="Oval 56"/>
          <p:cNvSpPr>
            <a:spLocks noChangeAspect="1" noChangeArrowheads="1"/>
          </p:cNvSpPr>
          <p:nvPr/>
        </p:nvSpPr>
        <p:spPr bwMode="auto">
          <a:xfrm>
            <a:off x="40084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73" name="Oval 57"/>
          <p:cNvSpPr>
            <a:spLocks noChangeAspect="1" noChangeArrowheads="1"/>
          </p:cNvSpPr>
          <p:nvPr/>
        </p:nvSpPr>
        <p:spPr bwMode="auto">
          <a:xfrm>
            <a:off x="43132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74" name="Oval 58"/>
          <p:cNvSpPr>
            <a:spLocks noChangeAspect="1" noChangeArrowheads="1"/>
          </p:cNvSpPr>
          <p:nvPr/>
        </p:nvSpPr>
        <p:spPr bwMode="auto">
          <a:xfrm>
            <a:off x="46180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75" name="Oval 59"/>
          <p:cNvSpPr>
            <a:spLocks noChangeAspect="1" noChangeArrowheads="1"/>
          </p:cNvSpPr>
          <p:nvPr/>
        </p:nvSpPr>
        <p:spPr bwMode="auto">
          <a:xfrm>
            <a:off x="49228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76" name="Oval 60"/>
          <p:cNvSpPr>
            <a:spLocks noChangeAspect="1" noChangeArrowheads="1"/>
          </p:cNvSpPr>
          <p:nvPr/>
        </p:nvSpPr>
        <p:spPr bwMode="auto">
          <a:xfrm>
            <a:off x="52276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77" name="Oval 61"/>
          <p:cNvSpPr>
            <a:spLocks noChangeAspect="1" noChangeArrowheads="1"/>
          </p:cNvSpPr>
          <p:nvPr/>
        </p:nvSpPr>
        <p:spPr bwMode="auto">
          <a:xfrm>
            <a:off x="55324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60478" name="Oval 62"/>
          <p:cNvSpPr>
            <a:spLocks noChangeAspect="1" noChangeArrowheads="1"/>
          </p:cNvSpPr>
          <p:nvPr/>
        </p:nvSpPr>
        <p:spPr bwMode="auto">
          <a:xfrm>
            <a:off x="58372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79" name="Oval 63"/>
          <p:cNvSpPr>
            <a:spLocks noChangeAspect="1" noChangeArrowheads="1"/>
          </p:cNvSpPr>
          <p:nvPr/>
        </p:nvSpPr>
        <p:spPr bwMode="auto">
          <a:xfrm>
            <a:off x="61420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80" name="Oval 64"/>
          <p:cNvSpPr>
            <a:spLocks noChangeAspect="1" noChangeArrowheads="1"/>
          </p:cNvSpPr>
          <p:nvPr/>
        </p:nvSpPr>
        <p:spPr bwMode="auto">
          <a:xfrm>
            <a:off x="64468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81" name="Oval 65"/>
          <p:cNvSpPr>
            <a:spLocks noChangeAspect="1" noChangeArrowheads="1"/>
          </p:cNvSpPr>
          <p:nvPr/>
        </p:nvSpPr>
        <p:spPr bwMode="auto">
          <a:xfrm>
            <a:off x="67516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82" name="Oval 66"/>
          <p:cNvSpPr>
            <a:spLocks noChangeAspect="1" noChangeArrowheads="1"/>
          </p:cNvSpPr>
          <p:nvPr/>
        </p:nvSpPr>
        <p:spPr bwMode="auto">
          <a:xfrm>
            <a:off x="2179638" y="25447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60483" name="Oval 67"/>
          <p:cNvSpPr>
            <a:spLocks noChangeAspect="1" noChangeArrowheads="1"/>
          </p:cNvSpPr>
          <p:nvPr/>
        </p:nvSpPr>
        <p:spPr bwMode="auto">
          <a:xfrm>
            <a:off x="24844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84" name="Oval 68"/>
          <p:cNvSpPr>
            <a:spLocks noChangeAspect="1" noChangeArrowheads="1"/>
          </p:cNvSpPr>
          <p:nvPr/>
        </p:nvSpPr>
        <p:spPr bwMode="auto">
          <a:xfrm>
            <a:off x="27892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85" name="Oval 69"/>
          <p:cNvSpPr>
            <a:spLocks noChangeAspect="1" noChangeArrowheads="1"/>
          </p:cNvSpPr>
          <p:nvPr/>
        </p:nvSpPr>
        <p:spPr bwMode="auto">
          <a:xfrm>
            <a:off x="3094038" y="25447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86" name="Oval 70"/>
          <p:cNvSpPr>
            <a:spLocks noChangeAspect="1" noChangeArrowheads="1"/>
          </p:cNvSpPr>
          <p:nvPr/>
        </p:nvSpPr>
        <p:spPr bwMode="auto">
          <a:xfrm>
            <a:off x="33988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60487" name="Oval 71"/>
          <p:cNvSpPr>
            <a:spLocks noChangeAspect="1" noChangeArrowheads="1"/>
          </p:cNvSpPr>
          <p:nvPr/>
        </p:nvSpPr>
        <p:spPr bwMode="auto">
          <a:xfrm>
            <a:off x="37036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88" name="Oval 72"/>
          <p:cNvSpPr>
            <a:spLocks noChangeAspect="1" noChangeArrowheads="1"/>
          </p:cNvSpPr>
          <p:nvPr/>
        </p:nvSpPr>
        <p:spPr bwMode="auto">
          <a:xfrm>
            <a:off x="40084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89" name="Oval 73"/>
          <p:cNvSpPr>
            <a:spLocks noChangeAspect="1" noChangeArrowheads="1"/>
          </p:cNvSpPr>
          <p:nvPr/>
        </p:nvSpPr>
        <p:spPr bwMode="auto">
          <a:xfrm>
            <a:off x="43132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90" name="Oval 74"/>
          <p:cNvSpPr>
            <a:spLocks noChangeAspect="1" noChangeArrowheads="1"/>
          </p:cNvSpPr>
          <p:nvPr/>
        </p:nvSpPr>
        <p:spPr bwMode="auto">
          <a:xfrm>
            <a:off x="46180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91" name="Oval 75"/>
          <p:cNvSpPr>
            <a:spLocks noChangeAspect="1" noChangeArrowheads="1"/>
          </p:cNvSpPr>
          <p:nvPr/>
        </p:nvSpPr>
        <p:spPr bwMode="auto">
          <a:xfrm>
            <a:off x="49228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92" name="Oval 76"/>
          <p:cNvSpPr>
            <a:spLocks noChangeAspect="1" noChangeArrowheads="1"/>
          </p:cNvSpPr>
          <p:nvPr/>
        </p:nvSpPr>
        <p:spPr bwMode="auto">
          <a:xfrm>
            <a:off x="52276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93" name="Oval 77"/>
          <p:cNvSpPr>
            <a:spLocks noChangeAspect="1" noChangeArrowheads="1"/>
          </p:cNvSpPr>
          <p:nvPr/>
        </p:nvSpPr>
        <p:spPr bwMode="auto">
          <a:xfrm>
            <a:off x="55324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94" name="Oval 78"/>
          <p:cNvSpPr>
            <a:spLocks noChangeAspect="1" noChangeArrowheads="1"/>
          </p:cNvSpPr>
          <p:nvPr/>
        </p:nvSpPr>
        <p:spPr bwMode="auto">
          <a:xfrm>
            <a:off x="58372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95" name="Oval 79"/>
          <p:cNvSpPr>
            <a:spLocks noChangeAspect="1" noChangeArrowheads="1"/>
          </p:cNvSpPr>
          <p:nvPr/>
        </p:nvSpPr>
        <p:spPr bwMode="auto">
          <a:xfrm>
            <a:off x="61420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96" name="Oval 80"/>
          <p:cNvSpPr>
            <a:spLocks noChangeAspect="1" noChangeArrowheads="1"/>
          </p:cNvSpPr>
          <p:nvPr/>
        </p:nvSpPr>
        <p:spPr bwMode="auto">
          <a:xfrm>
            <a:off x="6446838" y="25447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97" name="Oval 81"/>
          <p:cNvSpPr>
            <a:spLocks noChangeAspect="1" noChangeArrowheads="1"/>
          </p:cNvSpPr>
          <p:nvPr/>
        </p:nvSpPr>
        <p:spPr bwMode="auto">
          <a:xfrm>
            <a:off x="67516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498" name="Oval 82"/>
          <p:cNvSpPr>
            <a:spLocks noChangeAspect="1" noChangeArrowheads="1"/>
          </p:cNvSpPr>
          <p:nvPr/>
        </p:nvSpPr>
        <p:spPr bwMode="auto">
          <a:xfrm>
            <a:off x="2209800" y="28495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60499" name="Oval 83"/>
          <p:cNvSpPr>
            <a:spLocks noChangeAspect="1" noChangeArrowheads="1"/>
          </p:cNvSpPr>
          <p:nvPr/>
        </p:nvSpPr>
        <p:spPr bwMode="auto">
          <a:xfrm>
            <a:off x="25146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00" name="Oval 84"/>
          <p:cNvSpPr>
            <a:spLocks noChangeAspect="1" noChangeArrowheads="1"/>
          </p:cNvSpPr>
          <p:nvPr/>
        </p:nvSpPr>
        <p:spPr bwMode="auto">
          <a:xfrm>
            <a:off x="28194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01" name="Oval 85"/>
          <p:cNvSpPr>
            <a:spLocks noChangeAspect="1" noChangeArrowheads="1"/>
          </p:cNvSpPr>
          <p:nvPr/>
        </p:nvSpPr>
        <p:spPr bwMode="auto">
          <a:xfrm>
            <a:off x="31242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02" name="Oval 86"/>
          <p:cNvSpPr>
            <a:spLocks noChangeAspect="1" noChangeArrowheads="1"/>
          </p:cNvSpPr>
          <p:nvPr/>
        </p:nvSpPr>
        <p:spPr bwMode="auto">
          <a:xfrm>
            <a:off x="34290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60503" name="Oval 87"/>
          <p:cNvSpPr>
            <a:spLocks noChangeAspect="1" noChangeArrowheads="1"/>
          </p:cNvSpPr>
          <p:nvPr/>
        </p:nvSpPr>
        <p:spPr bwMode="auto">
          <a:xfrm>
            <a:off x="37338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04" name="Oval 88"/>
          <p:cNvSpPr>
            <a:spLocks noChangeAspect="1" noChangeArrowheads="1"/>
          </p:cNvSpPr>
          <p:nvPr/>
        </p:nvSpPr>
        <p:spPr bwMode="auto">
          <a:xfrm>
            <a:off x="40386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05" name="Oval 89"/>
          <p:cNvSpPr>
            <a:spLocks noChangeAspect="1" noChangeArrowheads="1"/>
          </p:cNvSpPr>
          <p:nvPr/>
        </p:nvSpPr>
        <p:spPr bwMode="auto">
          <a:xfrm>
            <a:off x="43434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06" name="Oval 90"/>
          <p:cNvSpPr>
            <a:spLocks noChangeAspect="1" noChangeArrowheads="1"/>
          </p:cNvSpPr>
          <p:nvPr/>
        </p:nvSpPr>
        <p:spPr bwMode="auto">
          <a:xfrm>
            <a:off x="46482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07" name="Oval 91"/>
          <p:cNvSpPr>
            <a:spLocks noChangeAspect="1" noChangeArrowheads="1"/>
          </p:cNvSpPr>
          <p:nvPr/>
        </p:nvSpPr>
        <p:spPr bwMode="auto">
          <a:xfrm>
            <a:off x="49530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08" name="Oval 92"/>
          <p:cNvSpPr>
            <a:spLocks noChangeAspect="1" noChangeArrowheads="1"/>
          </p:cNvSpPr>
          <p:nvPr/>
        </p:nvSpPr>
        <p:spPr bwMode="auto">
          <a:xfrm>
            <a:off x="52578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60509" name="Oval 93"/>
          <p:cNvSpPr>
            <a:spLocks noChangeAspect="1" noChangeArrowheads="1"/>
          </p:cNvSpPr>
          <p:nvPr/>
        </p:nvSpPr>
        <p:spPr bwMode="auto">
          <a:xfrm>
            <a:off x="55626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10" name="Oval 94"/>
          <p:cNvSpPr>
            <a:spLocks noChangeAspect="1" noChangeArrowheads="1"/>
          </p:cNvSpPr>
          <p:nvPr/>
        </p:nvSpPr>
        <p:spPr bwMode="auto">
          <a:xfrm>
            <a:off x="58674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11" name="Oval 95"/>
          <p:cNvSpPr>
            <a:spLocks noChangeAspect="1" noChangeArrowheads="1"/>
          </p:cNvSpPr>
          <p:nvPr/>
        </p:nvSpPr>
        <p:spPr bwMode="auto">
          <a:xfrm>
            <a:off x="61722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12" name="Oval 96"/>
          <p:cNvSpPr>
            <a:spLocks noChangeAspect="1" noChangeArrowheads="1"/>
          </p:cNvSpPr>
          <p:nvPr/>
        </p:nvSpPr>
        <p:spPr bwMode="auto">
          <a:xfrm>
            <a:off x="64770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13" name="Oval 97"/>
          <p:cNvSpPr>
            <a:spLocks noChangeAspect="1" noChangeArrowheads="1"/>
          </p:cNvSpPr>
          <p:nvPr/>
        </p:nvSpPr>
        <p:spPr bwMode="auto">
          <a:xfrm>
            <a:off x="67818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14" name="Oval 98"/>
          <p:cNvSpPr>
            <a:spLocks noChangeAspect="1" noChangeArrowheads="1"/>
          </p:cNvSpPr>
          <p:nvPr/>
        </p:nvSpPr>
        <p:spPr bwMode="auto">
          <a:xfrm>
            <a:off x="2209800" y="31543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60515" name="Oval 99"/>
          <p:cNvSpPr>
            <a:spLocks noChangeAspect="1" noChangeArrowheads="1"/>
          </p:cNvSpPr>
          <p:nvPr/>
        </p:nvSpPr>
        <p:spPr bwMode="auto">
          <a:xfrm>
            <a:off x="25146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16" name="Oval 100"/>
          <p:cNvSpPr>
            <a:spLocks noChangeAspect="1" noChangeArrowheads="1"/>
          </p:cNvSpPr>
          <p:nvPr/>
        </p:nvSpPr>
        <p:spPr bwMode="auto">
          <a:xfrm>
            <a:off x="28194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17" name="Oval 101"/>
          <p:cNvSpPr>
            <a:spLocks noChangeAspect="1" noChangeArrowheads="1"/>
          </p:cNvSpPr>
          <p:nvPr/>
        </p:nvSpPr>
        <p:spPr bwMode="auto">
          <a:xfrm>
            <a:off x="31242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18" name="Oval 102"/>
          <p:cNvSpPr>
            <a:spLocks noChangeAspect="1" noChangeArrowheads="1"/>
          </p:cNvSpPr>
          <p:nvPr/>
        </p:nvSpPr>
        <p:spPr bwMode="auto">
          <a:xfrm>
            <a:off x="34290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0519" name="Oval 103"/>
          <p:cNvSpPr>
            <a:spLocks noChangeAspect="1" noChangeArrowheads="1"/>
          </p:cNvSpPr>
          <p:nvPr/>
        </p:nvSpPr>
        <p:spPr bwMode="auto">
          <a:xfrm>
            <a:off x="37338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20" name="Oval 104"/>
          <p:cNvSpPr>
            <a:spLocks noChangeAspect="1" noChangeArrowheads="1"/>
          </p:cNvSpPr>
          <p:nvPr/>
        </p:nvSpPr>
        <p:spPr bwMode="auto">
          <a:xfrm>
            <a:off x="40386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21" name="Oval 105"/>
          <p:cNvSpPr>
            <a:spLocks noChangeAspect="1" noChangeArrowheads="1"/>
          </p:cNvSpPr>
          <p:nvPr/>
        </p:nvSpPr>
        <p:spPr bwMode="auto">
          <a:xfrm>
            <a:off x="43434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22" name="Oval 106"/>
          <p:cNvSpPr>
            <a:spLocks noChangeAspect="1" noChangeArrowheads="1"/>
          </p:cNvSpPr>
          <p:nvPr/>
        </p:nvSpPr>
        <p:spPr bwMode="auto">
          <a:xfrm>
            <a:off x="46482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23" name="Oval 107"/>
          <p:cNvSpPr>
            <a:spLocks noChangeAspect="1" noChangeArrowheads="1"/>
          </p:cNvSpPr>
          <p:nvPr/>
        </p:nvSpPr>
        <p:spPr bwMode="auto">
          <a:xfrm>
            <a:off x="49530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24" name="Oval 108"/>
          <p:cNvSpPr>
            <a:spLocks noChangeAspect="1" noChangeArrowheads="1"/>
          </p:cNvSpPr>
          <p:nvPr/>
        </p:nvSpPr>
        <p:spPr bwMode="auto">
          <a:xfrm>
            <a:off x="52578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25" name="Oval 109"/>
          <p:cNvSpPr>
            <a:spLocks noChangeAspect="1" noChangeArrowheads="1"/>
          </p:cNvSpPr>
          <p:nvPr/>
        </p:nvSpPr>
        <p:spPr bwMode="auto">
          <a:xfrm>
            <a:off x="55626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26" name="Oval 110"/>
          <p:cNvSpPr>
            <a:spLocks noChangeAspect="1" noChangeArrowheads="1"/>
          </p:cNvSpPr>
          <p:nvPr/>
        </p:nvSpPr>
        <p:spPr bwMode="auto">
          <a:xfrm>
            <a:off x="58674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S</a:t>
            </a:r>
          </a:p>
        </p:txBody>
      </p:sp>
      <p:sp>
        <p:nvSpPr>
          <p:cNvPr id="60527" name="Oval 111"/>
          <p:cNvSpPr>
            <a:spLocks noChangeAspect="1" noChangeArrowheads="1"/>
          </p:cNvSpPr>
          <p:nvPr/>
        </p:nvSpPr>
        <p:spPr bwMode="auto">
          <a:xfrm>
            <a:off x="61722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28" name="Oval 112"/>
          <p:cNvSpPr>
            <a:spLocks noChangeAspect="1" noChangeArrowheads="1"/>
          </p:cNvSpPr>
          <p:nvPr/>
        </p:nvSpPr>
        <p:spPr bwMode="auto">
          <a:xfrm>
            <a:off x="64770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29" name="Oval 113"/>
          <p:cNvSpPr>
            <a:spLocks noChangeAspect="1" noChangeArrowheads="1"/>
          </p:cNvSpPr>
          <p:nvPr/>
        </p:nvSpPr>
        <p:spPr bwMode="auto">
          <a:xfrm>
            <a:off x="67818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30" name="Oval 114"/>
          <p:cNvSpPr>
            <a:spLocks noChangeAspect="1" noChangeArrowheads="1"/>
          </p:cNvSpPr>
          <p:nvPr/>
        </p:nvSpPr>
        <p:spPr bwMode="auto">
          <a:xfrm>
            <a:off x="2209800" y="3459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60531" name="Oval 115"/>
          <p:cNvSpPr>
            <a:spLocks noChangeAspect="1" noChangeArrowheads="1"/>
          </p:cNvSpPr>
          <p:nvPr/>
        </p:nvSpPr>
        <p:spPr bwMode="auto">
          <a:xfrm>
            <a:off x="25146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32" name="Oval 116"/>
          <p:cNvSpPr>
            <a:spLocks noChangeAspect="1" noChangeArrowheads="1"/>
          </p:cNvSpPr>
          <p:nvPr/>
        </p:nvSpPr>
        <p:spPr bwMode="auto">
          <a:xfrm>
            <a:off x="28194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33" name="Oval 117"/>
          <p:cNvSpPr>
            <a:spLocks noChangeAspect="1" noChangeArrowheads="1"/>
          </p:cNvSpPr>
          <p:nvPr/>
        </p:nvSpPr>
        <p:spPr bwMode="auto">
          <a:xfrm>
            <a:off x="31242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34" name="Oval 118"/>
          <p:cNvSpPr>
            <a:spLocks noChangeAspect="1" noChangeArrowheads="1"/>
          </p:cNvSpPr>
          <p:nvPr/>
        </p:nvSpPr>
        <p:spPr bwMode="auto">
          <a:xfrm>
            <a:off x="34290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0535" name="Oval 119"/>
          <p:cNvSpPr>
            <a:spLocks noChangeAspect="1" noChangeArrowheads="1"/>
          </p:cNvSpPr>
          <p:nvPr/>
        </p:nvSpPr>
        <p:spPr bwMode="auto">
          <a:xfrm>
            <a:off x="3733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36" name="Oval 120"/>
          <p:cNvSpPr>
            <a:spLocks noChangeAspect="1" noChangeArrowheads="1"/>
          </p:cNvSpPr>
          <p:nvPr/>
        </p:nvSpPr>
        <p:spPr bwMode="auto">
          <a:xfrm>
            <a:off x="40386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37" name="Oval 121"/>
          <p:cNvSpPr>
            <a:spLocks noChangeAspect="1" noChangeArrowheads="1"/>
          </p:cNvSpPr>
          <p:nvPr/>
        </p:nvSpPr>
        <p:spPr bwMode="auto">
          <a:xfrm>
            <a:off x="43434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38" name="Oval 122"/>
          <p:cNvSpPr>
            <a:spLocks noChangeAspect="1" noChangeArrowheads="1"/>
          </p:cNvSpPr>
          <p:nvPr/>
        </p:nvSpPr>
        <p:spPr bwMode="auto">
          <a:xfrm>
            <a:off x="46482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39" name="Oval 123"/>
          <p:cNvSpPr>
            <a:spLocks noChangeAspect="1" noChangeArrowheads="1"/>
          </p:cNvSpPr>
          <p:nvPr/>
        </p:nvSpPr>
        <p:spPr bwMode="auto">
          <a:xfrm>
            <a:off x="49530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40" name="Oval 124"/>
          <p:cNvSpPr>
            <a:spLocks noChangeAspect="1" noChangeArrowheads="1"/>
          </p:cNvSpPr>
          <p:nvPr/>
        </p:nvSpPr>
        <p:spPr bwMode="auto">
          <a:xfrm>
            <a:off x="5257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60541" name="Oval 125"/>
          <p:cNvSpPr>
            <a:spLocks noChangeAspect="1" noChangeArrowheads="1"/>
          </p:cNvSpPr>
          <p:nvPr/>
        </p:nvSpPr>
        <p:spPr bwMode="auto">
          <a:xfrm>
            <a:off x="55626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42" name="Oval 126"/>
          <p:cNvSpPr>
            <a:spLocks noChangeAspect="1" noChangeArrowheads="1"/>
          </p:cNvSpPr>
          <p:nvPr/>
        </p:nvSpPr>
        <p:spPr bwMode="auto">
          <a:xfrm>
            <a:off x="58674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43" name="Oval 127"/>
          <p:cNvSpPr>
            <a:spLocks noChangeAspect="1" noChangeArrowheads="1"/>
          </p:cNvSpPr>
          <p:nvPr/>
        </p:nvSpPr>
        <p:spPr bwMode="auto">
          <a:xfrm>
            <a:off x="61722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44" name="Oval 128"/>
          <p:cNvSpPr>
            <a:spLocks noChangeAspect="1" noChangeArrowheads="1"/>
          </p:cNvSpPr>
          <p:nvPr/>
        </p:nvSpPr>
        <p:spPr bwMode="auto">
          <a:xfrm>
            <a:off x="64770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45" name="Oval 129"/>
          <p:cNvSpPr>
            <a:spLocks noChangeAspect="1" noChangeArrowheads="1"/>
          </p:cNvSpPr>
          <p:nvPr/>
        </p:nvSpPr>
        <p:spPr bwMode="auto">
          <a:xfrm>
            <a:off x="6781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46" name="Oval 130"/>
          <p:cNvSpPr>
            <a:spLocks noChangeAspect="1" noChangeArrowheads="1"/>
          </p:cNvSpPr>
          <p:nvPr/>
        </p:nvSpPr>
        <p:spPr bwMode="auto">
          <a:xfrm>
            <a:off x="2209800" y="37639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60547" name="Oval 131"/>
          <p:cNvSpPr>
            <a:spLocks noChangeAspect="1" noChangeArrowheads="1"/>
          </p:cNvSpPr>
          <p:nvPr/>
        </p:nvSpPr>
        <p:spPr bwMode="auto">
          <a:xfrm>
            <a:off x="2514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48" name="Oval 132"/>
          <p:cNvSpPr>
            <a:spLocks noChangeAspect="1" noChangeArrowheads="1"/>
          </p:cNvSpPr>
          <p:nvPr/>
        </p:nvSpPr>
        <p:spPr bwMode="auto">
          <a:xfrm>
            <a:off x="2819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49" name="Oval 133"/>
          <p:cNvSpPr>
            <a:spLocks noChangeAspect="1" noChangeArrowheads="1"/>
          </p:cNvSpPr>
          <p:nvPr/>
        </p:nvSpPr>
        <p:spPr bwMode="auto">
          <a:xfrm>
            <a:off x="3124200" y="37639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50" name="Oval 134"/>
          <p:cNvSpPr>
            <a:spLocks noChangeAspect="1" noChangeArrowheads="1"/>
          </p:cNvSpPr>
          <p:nvPr/>
        </p:nvSpPr>
        <p:spPr bwMode="auto">
          <a:xfrm>
            <a:off x="34290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0551" name="Oval 135"/>
          <p:cNvSpPr>
            <a:spLocks noChangeAspect="1" noChangeArrowheads="1"/>
          </p:cNvSpPr>
          <p:nvPr/>
        </p:nvSpPr>
        <p:spPr bwMode="auto">
          <a:xfrm>
            <a:off x="3733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52" name="Oval 136"/>
          <p:cNvSpPr>
            <a:spLocks noChangeAspect="1" noChangeArrowheads="1"/>
          </p:cNvSpPr>
          <p:nvPr/>
        </p:nvSpPr>
        <p:spPr bwMode="auto">
          <a:xfrm>
            <a:off x="4038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53" name="Oval 137"/>
          <p:cNvSpPr>
            <a:spLocks noChangeAspect="1" noChangeArrowheads="1"/>
          </p:cNvSpPr>
          <p:nvPr/>
        </p:nvSpPr>
        <p:spPr bwMode="auto">
          <a:xfrm>
            <a:off x="4343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54" name="Oval 138"/>
          <p:cNvSpPr>
            <a:spLocks noChangeAspect="1" noChangeArrowheads="1"/>
          </p:cNvSpPr>
          <p:nvPr/>
        </p:nvSpPr>
        <p:spPr bwMode="auto">
          <a:xfrm>
            <a:off x="46482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55" name="Oval 139"/>
          <p:cNvSpPr>
            <a:spLocks noChangeAspect="1" noChangeArrowheads="1"/>
          </p:cNvSpPr>
          <p:nvPr/>
        </p:nvSpPr>
        <p:spPr bwMode="auto">
          <a:xfrm>
            <a:off x="49530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56" name="Oval 140"/>
          <p:cNvSpPr>
            <a:spLocks noChangeAspect="1" noChangeArrowheads="1"/>
          </p:cNvSpPr>
          <p:nvPr/>
        </p:nvSpPr>
        <p:spPr bwMode="auto">
          <a:xfrm>
            <a:off x="5257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57" name="Oval 141"/>
          <p:cNvSpPr>
            <a:spLocks noChangeAspect="1" noChangeArrowheads="1"/>
          </p:cNvSpPr>
          <p:nvPr/>
        </p:nvSpPr>
        <p:spPr bwMode="auto">
          <a:xfrm>
            <a:off x="5562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58" name="Oval 142"/>
          <p:cNvSpPr>
            <a:spLocks noChangeAspect="1" noChangeArrowheads="1"/>
          </p:cNvSpPr>
          <p:nvPr/>
        </p:nvSpPr>
        <p:spPr bwMode="auto">
          <a:xfrm>
            <a:off x="5867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59" name="Oval 143"/>
          <p:cNvSpPr>
            <a:spLocks noChangeAspect="1" noChangeArrowheads="1"/>
          </p:cNvSpPr>
          <p:nvPr/>
        </p:nvSpPr>
        <p:spPr bwMode="auto">
          <a:xfrm>
            <a:off x="61722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60" name="Oval 144"/>
          <p:cNvSpPr>
            <a:spLocks noChangeAspect="1" noChangeArrowheads="1"/>
          </p:cNvSpPr>
          <p:nvPr/>
        </p:nvSpPr>
        <p:spPr bwMode="auto">
          <a:xfrm>
            <a:off x="6477000" y="37639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61" name="Oval 145"/>
          <p:cNvSpPr>
            <a:spLocks noChangeAspect="1" noChangeArrowheads="1"/>
          </p:cNvSpPr>
          <p:nvPr/>
        </p:nvSpPr>
        <p:spPr bwMode="auto">
          <a:xfrm>
            <a:off x="6781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62" name="Oval 146"/>
          <p:cNvSpPr>
            <a:spLocks noChangeAspect="1" noChangeArrowheads="1"/>
          </p:cNvSpPr>
          <p:nvPr/>
        </p:nvSpPr>
        <p:spPr bwMode="auto">
          <a:xfrm>
            <a:off x="2209800" y="40687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60563" name="Oval 147"/>
          <p:cNvSpPr>
            <a:spLocks noChangeAspect="1" noChangeArrowheads="1"/>
          </p:cNvSpPr>
          <p:nvPr/>
        </p:nvSpPr>
        <p:spPr bwMode="auto">
          <a:xfrm>
            <a:off x="2514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64" name="Oval 148"/>
          <p:cNvSpPr>
            <a:spLocks noChangeAspect="1" noChangeArrowheads="1"/>
          </p:cNvSpPr>
          <p:nvPr/>
        </p:nvSpPr>
        <p:spPr bwMode="auto">
          <a:xfrm>
            <a:off x="2819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65" name="Oval 149"/>
          <p:cNvSpPr>
            <a:spLocks noChangeAspect="1" noChangeArrowheads="1"/>
          </p:cNvSpPr>
          <p:nvPr/>
        </p:nvSpPr>
        <p:spPr bwMode="auto">
          <a:xfrm>
            <a:off x="3124200" y="40687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66" name="Oval 150"/>
          <p:cNvSpPr>
            <a:spLocks noChangeAspect="1" noChangeArrowheads="1"/>
          </p:cNvSpPr>
          <p:nvPr/>
        </p:nvSpPr>
        <p:spPr bwMode="auto">
          <a:xfrm>
            <a:off x="34290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0567" name="Oval 151"/>
          <p:cNvSpPr>
            <a:spLocks noChangeAspect="1" noChangeArrowheads="1"/>
          </p:cNvSpPr>
          <p:nvPr/>
        </p:nvSpPr>
        <p:spPr bwMode="auto">
          <a:xfrm>
            <a:off x="3733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68" name="Oval 152"/>
          <p:cNvSpPr>
            <a:spLocks noChangeAspect="1" noChangeArrowheads="1"/>
          </p:cNvSpPr>
          <p:nvPr/>
        </p:nvSpPr>
        <p:spPr bwMode="auto">
          <a:xfrm>
            <a:off x="4038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69" name="Oval 153"/>
          <p:cNvSpPr>
            <a:spLocks noChangeAspect="1" noChangeArrowheads="1"/>
          </p:cNvSpPr>
          <p:nvPr/>
        </p:nvSpPr>
        <p:spPr bwMode="auto">
          <a:xfrm>
            <a:off x="4343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70" name="Oval 154"/>
          <p:cNvSpPr>
            <a:spLocks noChangeAspect="1" noChangeArrowheads="1"/>
          </p:cNvSpPr>
          <p:nvPr/>
        </p:nvSpPr>
        <p:spPr bwMode="auto">
          <a:xfrm>
            <a:off x="46482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71" name="Oval 155"/>
          <p:cNvSpPr>
            <a:spLocks noChangeAspect="1" noChangeArrowheads="1"/>
          </p:cNvSpPr>
          <p:nvPr/>
        </p:nvSpPr>
        <p:spPr bwMode="auto">
          <a:xfrm>
            <a:off x="49530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72" name="Oval 156"/>
          <p:cNvSpPr>
            <a:spLocks noChangeAspect="1" noChangeArrowheads="1"/>
          </p:cNvSpPr>
          <p:nvPr/>
        </p:nvSpPr>
        <p:spPr bwMode="auto">
          <a:xfrm>
            <a:off x="5257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73" name="Oval 157"/>
          <p:cNvSpPr>
            <a:spLocks noChangeAspect="1" noChangeArrowheads="1"/>
          </p:cNvSpPr>
          <p:nvPr/>
        </p:nvSpPr>
        <p:spPr bwMode="auto">
          <a:xfrm>
            <a:off x="5562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74" name="Oval 158"/>
          <p:cNvSpPr>
            <a:spLocks noChangeAspect="1" noChangeArrowheads="1"/>
          </p:cNvSpPr>
          <p:nvPr/>
        </p:nvSpPr>
        <p:spPr bwMode="auto">
          <a:xfrm>
            <a:off x="5867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75" name="Oval 159"/>
          <p:cNvSpPr>
            <a:spLocks noChangeAspect="1" noChangeArrowheads="1"/>
          </p:cNvSpPr>
          <p:nvPr/>
        </p:nvSpPr>
        <p:spPr bwMode="auto">
          <a:xfrm>
            <a:off x="61722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76" name="Oval 160"/>
          <p:cNvSpPr>
            <a:spLocks noChangeAspect="1" noChangeArrowheads="1"/>
          </p:cNvSpPr>
          <p:nvPr/>
        </p:nvSpPr>
        <p:spPr bwMode="auto">
          <a:xfrm>
            <a:off x="6477000" y="40687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77" name="Oval 161"/>
          <p:cNvSpPr>
            <a:spLocks noChangeAspect="1" noChangeArrowheads="1"/>
          </p:cNvSpPr>
          <p:nvPr/>
        </p:nvSpPr>
        <p:spPr bwMode="auto">
          <a:xfrm>
            <a:off x="6781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78" name="Oval 162"/>
          <p:cNvSpPr>
            <a:spLocks noChangeAspect="1" noChangeArrowheads="1"/>
          </p:cNvSpPr>
          <p:nvPr/>
        </p:nvSpPr>
        <p:spPr bwMode="auto">
          <a:xfrm>
            <a:off x="2209800" y="43735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60579" name="Oval 163"/>
          <p:cNvSpPr>
            <a:spLocks noChangeAspect="1" noChangeArrowheads="1"/>
          </p:cNvSpPr>
          <p:nvPr/>
        </p:nvSpPr>
        <p:spPr bwMode="auto">
          <a:xfrm>
            <a:off x="25146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80" name="Oval 164"/>
          <p:cNvSpPr>
            <a:spLocks noChangeAspect="1" noChangeArrowheads="1"/>
          </p:cNvSpPr>
          <p:nvPr/>
        </p:nvSpPr>
        <p:spPr bwMode="auto">
          <a:xfrm>
            <a:off x="28194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81" name="Oval 165"/>
          <p:cNvSpPr>
            <a:spLocks noChangeAspect="1" noChangeArrowheads="1"/>
          </p:cNvSpPr>
          <p:nvPr/>
        </p:nvSpPr>
        <p:spPr bwMode="auto">
          <a:xfrm>
            <a:off x="3124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82" name="Oval 166"/>
          <p:cNvSpPr>
            <a:spLocks noChangeAspect="1" noChangeArrowheads="1"/>
          </p:cNvSpPr>
          <p:nvPr/>
        </p:nvSpPr>
        <p:spPr bwMode="auto">
          <a:xfrm>
            <a:off x="3429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83" name="Oval 167"/>
          <p:cNvSpPr>
            <a:spLocks noChangeAspect="1" noChangeArrowheads="1"/>
          </p:cNvSpPr>
          <p:nvPr/>
        </p:nvSpPr>
        <p:spPr bwMode="auto">
          <a:xfrm>
            <a:off x="37338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84" name="Oval 168"/>
          <p:cNvSpPr>
            <a:spLocks noChangeAspect="1" noChangeArrowheads="1"/>
          </p:cNvSpPr>
          <p:nvPr/>
        </p:nvSpPr>
        <p:spPr bwMode="auto">
          <a:xfrm>
            <a:off x="40386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85" name="Oval 169"/>
          <p:cNvSpPr>
            <a:spLocks noChangeAspect="1" noChangeArrowheads="1"/>
          </p:cNvSpPr>
          <p:nvPr/>
        </p:nvSpPr>
        <p:spPr bwMode="auto">
          <a:xfrm>
            <a:off x="43434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86" name="Oval 170"/>
          <p:cNvSpPr>
            <a:spLocks noChangeAspect="1" noChangeArrowheads="1"/>
          </p:cNvSpPr>
          <p:nvPr/>
        </p:nvSpPr>
        <p:spPr bwMode="auto">
          <a:xfrm>
            <a:off x="4648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87" name="Oval 171"/>
          <p:cNvSpPr>
            <a:spLocks noChangeAspect="1" noChangeArrowheads="1"/>
          </p:cNvSpPr>
          <p:nvPr/>
        </p:nvSpPr>
        <p:spPr bwMode="auto">
          <a:xfrm>
            <a:off x="4953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88" name="Oval 172"/>
          <p:cNvSpPr>
            <a:spLocks noChangeAspect="1" noChangeArrowheads="1"/>
          </p:cNvSpPr>
          <p:nvPr/>
        </p:nvSpPr>
        <p:spPr bwMode="auto">
          <a:xfrm>
            <a:off x="52578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89" name="Oval 173"/>
          <p:cNvSpPr>
            <a:spLocks noChangeAspect="1" noChangeArrowheads="1"/>
          </p:cNvSpPr>
          <p:nvPr/>
        </p:nvSpPr>
        <p:spPr bwMode="auto">
          <a:xfrm>
            <a:off x="55626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90" name="Oval 174"/>
          <p:cNvSpPr>
            <a:spLocks noChangeAspect="1" noChangeArrowheads="1"/>
          </p:cNvSpPr>
          <p:nvPr/>
        </p:nvSpPr>
        <p:spPr bwMode="auto">
          <a:xfrm>
            <a:off x="58674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91" name="Oval 175"/>
          <p:cNvSpPr>
            <a:spLocks noChangeAspect="1" noChangeArrowheads="1"/>
          </p:cNvSpPr>
          <p:nvPr/>
        </p:nvSpPr>
        <p:spPr bwMode="auto">
          <a:xfrm>
            <a:off x="6172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92" name="Oval 176"/>
          <p:cNvSpPr>
            <a:spLocks noChangeAspect="1" noChangeArrowheads="1"/>
          </p:cNvSpPr>
          <p:nvPr/>
        </p:nvSpPr>
        <p:spPr bwMode="auto">
          <a:xfrm>
            <a:off x="6477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93" name="Oval 177"/>
          <p:cNvSpPr>
            <a:spLocks noChangeAspect="1" noChangeArrowheads="1"/>
          </p:cNvSpPr>
          <p:nvPr/>
        </p:nvSpPr>
        <p:spPr bwMode="auto">
          <a:xfrm>
            <a:off x="67818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94" name="Oval 178"/>
          <p:cNvSpPr>
            <a:spLocks noChangeAspect="1" noChangeArrowheads="1"/>
          </p:cNvSpPr>
          <p:nvPr/>
        </p:nvSpPr>
        <p:spPr bwMode="auto">
          <a:xfrm>
            <a:off x="2209800" y="46783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0</a:t>
            </a:r>
          </a:p>
        </p:txBody>
      </p:sp>
      <p:sp>
        <p:nvSpPr>
          <p:cNvPr id="60595" name="Oval 179"/>
          <p:cNvSpPr>
            <a:spLocks noChangeAspect="1" noChangeArrowheads="1"/>
          </p:cNvSpPr>
          <p:nvPr/>
        </p:nvSpPr>
        <p:spPr bwMode="auto">
          <a:xfrm>
            <a:off x="2514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96" name="Oval 180"/>
          <p:cNvSpPr>
            <a:spLocks noChangeAspect="1" noChangeArrowheads="1"/>
          </p:cNvSpPr>
          <p:nvPr/>
        </p:nvSpPr>
        <p:spPr bwMode="auto">
          <a:xfrm>
            <a:off x="2819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97" name="Oval 181"/>
          <p:cNvSpPr>
            <a:spLocks noChangeAspect="1" noChangeArrowheads="1"/>
          </p:cNvSpPr>
          <p:nvPr/>
        </p:nvSpPr>
        <p:spPr bwMode="auto">
          <a:xfrm>
            <a:off x="3124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98" name="Oval 182"/>
          <p:cNvSpPr>
            <a:spLocks noChangeAspect="1" noChangeArrowheads="1"/>
          </p:cNvSpPr>
          <p:nvPr/>
        </p:nvSpPr>
        <p:spPr bwMode="auto">
          <a:xfrm>
            <a:off x="3429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599" name="Oval 183"/>
          <p:cNvSpPr>
            <a:spLocks noChangeAspect="1" noChangeArrowheads="1"/>
          </p:cNvSpPr>
          <p:nvPr/>
        </p:nvSpPr>
        <p:spPr bwMode="auto">
          <a:xfrm>
            <a:off x="3733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600" name="Oval 184"/>
          <p:cNvSpPr>
            <a:spLocks noChangeAspect="1" noChangeArrowheads="1"/>
          </p:cNvSpPr>
          <p:nvPr/>
        </p:nvSpPr>
        <p:spPr bwMode="auto">
          <a:xfrm>
            <a:off x="4038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601" name="Oval 185"/>
          <p:cNvSpPr>
            <a:spLocks noChangeAspect="1" noChangeArrowheads="1"/>
          </p:cNvSpPr>
          <p:nvPr/>
        </p:nvSpPr>
        <p:spPr bwMode="auto">
          <a:xfrm>
            <a:off x="4343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602" name="Oval 186"/>
          <p:cNvSpPr>
            <a:spLocks noChangeAspect="1" noChangeArrowheads="1"/>
          </p:cNvSpPr>
          <p:nvPr/>
        </p:nvSpPr>
        <p:spPr bwMode="auto">
          <a:xfrm>
            <a:off x="4648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603" name="Oval 187"/>
          <p:cNvSpPr>
            <a:spLocks noChangeAspect="1" noChangeArrowheads="1"/>
          </p:cNvSpPr>
          <p:nvPr/>
        </p:nvSpPr>
        <p:spPr bwMode="auto">
          <a:xfrm>
            <a:off x="4953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604" name="Oval 188"/>
          <p:cNvSpPr>
            <a:spLocks noChangeAspect="1" noChangeArrowheads="1"/>
          </p:cNvSpPr>
          <p:nvPr/>
        </p:nvSpPr>
        <p:spPr bwMode="auto">
          <a:xfrm>
            <a:off x="5257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605" name="Oval 189"/>
          <p:cNvSpPr>
            <a:spLocks noChangeAspect="1" noChangeArrowheads="1"/>
          </p:cNvSpPr>
          <p:nvPr/>
        </p:nvSpPr>
        <p:spPr bwMode="auto">
          <a:xfrm>
            <a:off x="5562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606" name="Oval 190"/>
          <p:cNvSpPr>
            <a:spLocks noChangeAspect="1" noChangeArrowheads="1"/>
          </p:cNvSpPr>
          <p:nvPr/>
        </p:nvSpPr>
        <p:spPr bwMode="auto">
          <a:xfrm>
            <a:off x="5867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607" name="Oval 191"/>
          <p:cNvSpPr>
            <a:spLocks noChangeAspect="1" noChangeArrowheads="1"/>
          </p:cNvSpPr>
          <p:nvPr/>
        </p:nvSpPr>
        <p:spPr bwMode="auto">
          <a:xfrm>
            <a:off x="6172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608" name="Oval 192"/>
          <p:cNvSpPr>
            <a:spLocks noChangeAspect="1" noChangeArrowheads="1"/>
          </p:cNvSpPr>
          <p:nvPr/>
        </p:nvSpPr>
        <p:spPr bwMode="auto">
          <a:xfrm>
            <a:off x="6477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609" name="Oval 193"/>
          <p:cNvSpPr>
            <a:spLocks noChangeAspect="1" noChangeArrowheads="1"/>
          </p:cNvSpPr>
          <p:nvPr/>
        </p:nvSpPr>
        <p:spPr bwMode="auto">
          <a:xfrm>
            <a:off x="6781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0610" name="Oval 194"/>
          <p:cNvSpPr>
            <a:spLocks noChangeAspect="1" noChangeArrowheads="1"/>
          </p:cNvSpPr>
          <p:nvPr/>
        </p:nvSpPr>
        <p:spPr bwMode="auto">
          <a:xfrm>
            <a:off x="2209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0611" name="Oval 195"/>
          <p:cNvSpPr>
            <a:spLocks noChangeAspect="1" noChangeArrowheads="1"/>
          </p:cNvSpPr>
          <p:nvPr/>
        </p:nvSpPr>
        <p:spPr bwMode="auto">
          <a:xfrm>
            <a:off x="2514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0</a:t>
            </a:r>
          </a:p>
        </p:txBody>
      </p:sp>
      <p:sp>
        <p:nvSpPr>
          <p:cNvPr id="60612" name="Oval 196"/>
          <p:cNvSpPr>
            <a:spLocks noChangeAspect="1" noChangeArrowheads="1"/>
          </p:cNvSpPr>
          <p:nvPr/>
        </p:nvSpPr>
        <p:spPr bwMode="auto">
          <a:xfrm>
            <a:off x="2819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60613" name="Oval 197"/>
          <p:cNvSpPr>
            <a:spLocks noChangeAspect="1" noChangeArrowheads="1"/>
          </p:cNvSpPr>
          <p:nvPr/>
        </p:nvSpPr>
        <p:spPr bwMode="auto">
          <a:xfrm>
            <a:off x="3124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60614" name="Oval 198"/>
          <p:cNvSpPr>
            <a:spLocks noChangeAspect="1" noChangeArrowheads="1"/>
          </p:cNvSpPr>
          <p:nvPr/>
        </p:nvSpPr>
        <p:spPr bwMode="auto">
          <a:xfrm>
            <a:off x="3429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60615" name="Oval 199"/>
          <p:cNvSpPr>
            <a:spLocks noChangeAspect="1" noChangeArrowheads="1"/>
          </p:cNvSpPr>
          <p:nvPr/>
        </p:nvSpPr>
        <p:spPr bwMode="auto">
          <a:xfrm>
            <a:off x="3733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60616" name="Oval 200"/>
          <p:cNvSpPr>
            <a:spLocks noChangeAspect="1" noChangeArrowheads="1"/>
          </p:cNvSpPr>
          <p:nvPr/>
        </p:nvSpPr>
        <p:spPr bwMode="auto">
          <a:xfrm>
            <a:off x="4038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60617" name="Oval 201"/>
          <p:cNvSpPr>
            <a:spLocks noChangeAspect="1" noChangeArrowheads="1"/>
          </p:cNvSpPr>
          <p:nvPr/>
        </p:nvSpPr>
        <p:spPr bwMode="auto">
          <a:xfrm>
            <a:off x="4343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60618" name="Oval 202"/>
          <p:cNvSpPr>
            <a:spLocks noChangeAspect="1" noChangeArrowheads="1"/>
          </p:cNvSpPr>
          <p:nvPr/>
        </p:nvSpPr>
        <p:spPr bwMode="auto">
          <a:xfrm>
            <a:off x="4648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60619" name="Oval 203"/>
          <p:cNvSpPr>
            <a:spLocks noChangeAspect="1" noChangeArrowheads="1"/>
          </p:cNvSpPr>
          <p:nvPr/>
        </p:nvSpPr>
        <p:spPr bwMode="auto">
          <a:xfrm>
            <a:off x="4953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60620" name="Oval 204"/>
          <p:cNvSpPr>
            <a:spLocks noChangeAspect="1" noChangeArrowheads="1"/>
          </p:cNvSpPr>
          <p:nvPr/>
        </p:nvSpPr>
        <p:spPr bwMode="auto">
          <a:xfrm>
            <a:off x="5257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60621" name="Oval 205"/>
          <p:cNvSpPr>
            <a:spLocks noChangeAspect="1" noChangeArrowheads="1"/>
          </p:cNvSpPr>
          <p:nvPr/>
        </p:nvSpPr>
        <p:spPr bwMode="auto">
          <a:xfrm>
            <a:off x="5562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60622" name="Oval 206"/>
          <p:cNvSpPr>
            <a:spLocks noChangeAspect="1" noChangeArrowheads="1"/>
          </p:cNvSpPr>
          <p:nvPr/>
        </p:nvSpPr>
        <p:spPr bwMode="auto">
          <a:xfrm>
            <a:off x="5867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60623" name="Oval 207"/>
          <p:cNvSpPr>
            <a:spLocks noChangeAspect="1" noChangeArrowheads="1"/>
          </p:cNvSpPr>
          <p:nvPr/>
        </p:nvSpPr>
        <p:spPr bwMode="auto">
          <a:xfrm>
            <a:off x="6172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12</a:t>
            </a:r>
          </a:p>
        </p:txBody>
      </p:sp>
      <p:sp>
        <p:nvSpPr>
          <p:cNvPr id="60624" name="Oval 208"/>
          <p:cNvSpPr>
            <a:spLocks noChangeAspect="1" noChangeArrowheads="1"/>
          </p:cNvSpPr>
          <p:nvPr/>
        </p:nvSpPr>
        <p:spPr bwMode="auto">
          <a:xfrm>
            <a:off x="6477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13</a:t>
            </a:r>
          </a:p>
        </p:txBody>
      </p:sp>
      <p:sp>
        <p:nvSpPr>
          <p:cNvPr id="60625" name="Oval 209"/>
          <p:cNvSpPr>
            <a:spLocks noChangeAspect="1" noChangeArrowheads="1"/>
          </p:cNvSpPr>
          <p:nvPr/>
        </p:nvSpPr>
        <p:spPr bwMode="auto">
          <a:xfrm>
            <a:off x="6781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14</a:t>
            </a:r>
          </a:p>
        </p:txBody>
      </p:sp>
      <p:graphicFrame>
        <p:nvGraphicFramePr>
          <p:cNvPr id="60626" name="Group 210"/>
          <p:cNvGraphicFramePr>
            <a:graphicFrameLocks noGrp="1"/>
          </p:cNvGraphicFramePr>
          <p:nvPr/>
        </p:nvGraphicFramePr>
        <p:xfrm>
          <a:off x="7543800" y="2362200"/>
          <a:ext cx="457200" cy="1828800"/>
        </p:xfrm>
        <a:graphic>
          <a:graphicData uri="http://schemas.openxmlformats.org/drawingml/2006/table">
            <a:tbl>
              <a:tblPr/>
              <a:tblGrid>
                <a:gridCol w="4572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0644" name="Text Box 228"/>
          <p:cNvSpPr txBox="1">
            <a:spLocks noChangeArrowheads="1"/>
          </p:cNvSpPr>
          <p:nvPr/>
        </p:nvSpPr>
        <p:spPr bwMode="auto">
          <a:xfrm>
            <a:off x="342900" y="228600"/>
            <a:ext cx="845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2800" b="1">
                <a:solidFill>
                  <a:schemeClr val="accent2"/>
                </a:solidFill>
                <a:latin typeface="Arial" charset="0"/>
              </a:rPr>
              <a:t>Span Flood-Fill</a:t>
            </a:r>
            <a:r>
              <a:rPr lang="en-US" altLang="en-US" sz="3200" b="1">
                <a:solidFill>
                  <a:schemeClr val="accent2"/>
                </a:solidFill>
                <a:latin typeface="Arial" charset="0"/>
              </a:rPr>
              <a:t> Algorithm (</a:t>
            </a:r>
            <a:r>
              <a:rPr lang="en-US" altLang="en-US" sz="3200" b="1">
                <a:solidFill>
                  <a:srgbClr val="FF0000"/>
                </a:solidFill>
                <a:latin typeface="Arial" charset="0"/>
              </a:rPr>
              <a:t>example</a:t>
            </a:r>
            <a:r>
              <a:rPr lang="en-US" altLang="en-US" sz="3200" b="1">
                <a:solidFill>
                  <a:schemeClr val="accent2"/>
                </a:solidFill>
                <a:latin typeface="Arial" charset="0"/>
              </a:rPr>
              <a:t>)</a:t>
            </a:r>
            <a:endParaRPr lang="en-US" altLang="en-US" sz="2800">
              <a:latin typeface="Arial" charset="0"/>
              <a:cs typeface="Arial"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Slide Number Placeholder 3"/>
          <p:cNvSpPr>
            <a:spLocks noGrp="1"/>
          </p:cNvSpPr>
          <p:nvPr>
            <p:ph type="sldNum" sz="quarter" idx="12"/>
          </p:nvPr>
        </p:nvSpPr>
        <p:spPr/>
        <p:txBody>
          <a:bodyPr/>
          <a:lstStyle/>
          <a:p>
            <a:fld id="{1F16BA4E-2EC3-4C40-8B0D-6691F0D04CB5}" type="slidenum">
              <a:rPr lang="en-US" altLang="en-US"/>
              <a:pPr/>
              <a:t>53</a:t>
            </a:fld>
            <a:endParaRPr lang="en-US" altLang="en-US"/>
          </a:p>
        </p:txBody>
      </p:sp>
      <p:sp>
        <p:nvSpPr>
          <p:cNvPr id="61442" name="Oval 2"/>
          <p:cNvSpPr>
            <a:spLocks noChangeAspect="1" noChangeArrowheads="1"/>
          </p:cNvSpPr>
          <p:nvPr/>
        </p:nvSpPr>
        <p:spPr bwMode="auto">
          <a:xfrm>
            <a:off x="2179638" y="13255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61443" name="Oval 3"/>
          <p:cNvSpPr>
            <a:spLocks noChangeAspect="1" noChangeArrowheads="1"/>
          </p:cNvSpPr>
          <p:nvPr/>
        </p:nvSpPr>
        <p:spPr bwMode="auto">
          <a:xfrm>
            <a:off x="2484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44" name="Oval 4"/>
          <p:cNvSpPr>
            <a:spLocks noChangeAspect="1" noChangeArrowheads="1"/>
          </p:cNvSpPr>
          <p:nvPr/>
        </p:nvSpPr>
        <p:spPr bwMode="auto">
          <a:xfrm>
            <a:off x="2789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45" name="Oval 5"/>
          <p:cNvSpPr>
            <a:spLocks noChangeAspect="1" noChangeArrowheads="1"/>
          </p:cNvSpPr>
          <p:nvPr/>
        </p:nvSpPr>
        <p:spPr bwMode="auto">
          <a:xfrm>
            <a:off x="3094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46" name="Oval 6"/>
          <p:cNvSpPr>
            <a:spLocks noChangeAspect="1" noChangeArrowheads="1"/>
          </p:cNvSpPr>
          <p:nvPr/>
        </p:nvSpPr>
        <p:spPr bwMode="auto">
          <a:xfrm>
            <a:off x="3398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47" name="Oval 7"/>
          <p:cNvSpPr>
            <a:spLocks noChangeAspect="1" noChangeArrowheads="1"/>
          </p:cNvSpPr>
          <p:nvPr/>
        </p:nvSpPr>
        <p:spPr bwMode="auto">
          <a:xfrm>
            <a:off x="3703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48" name="Oval 8"/>
          <p:cNvSpPr>
            <a:spLocks noChangeAspect="1" noChangeArrowheads="1"/>
          </p:cNvSpPr>
          <p:nvPr/>
        </p:nvSpPr>
        <p:spPr bwMode="auto">
          <a:xfrm>
            <a:off x="4008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49" name="Oval 9"/>
          <p:cNvSpPr>
            <a:spLocks noChangeAspect="1" noChangeArrowheads="1"/>
          </p:cNvSpPr>
          <p:nvPr/>
        </p:nvSpPr>
        <p:spPr bwMode="auto">
          <a:xfrm>
            <a:off x="4313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50" name="Oval 10"/>
          <p:cNvSpPr>
            <a:spLocks noChangeAspect="1" noChangeArrowheads="1"/>
          </p:cNvSpPr>
          <p:nvPr/>
        </p:nvSpPr>
        <p:spPr bwMode="auto">
          <a:xfrm>
            <a:off x="4618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51" name="Oval 11"/>
          <p:cNvSpPr>
            <a:spLocks noChangeAspect="1" noChangeArrowheads="1"/>
          </p:cNvSpPr>
          <p:nvPr/>
        </p:nvSpPr>
        <p:spPr bwMode="auto">
          <a:xfrm>
            <a:off x="4922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52" name="Oval 12"/>
          <p:cNvSpPr>
            <a:spLocks noChangeAspect="1" noChangeArrowheads="1"/>
          </p:cNvSpPr>
          <p:nvPr/>
        </p:nvSpPr>
        <p:spPr bwMode="auto">
          <a:xfrm>
            <a:off x="5227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53" name="Oval 13"/>
          <p:cNvSpPr>
            <a:spLocks noChangeAspect="1" noChangeArrowheads="1"/>
          </p:cNvSpPr>
          <p:nvPr/>
        </p:nvSpPr>
        <p:spPr bwMode="auto">
          <a:xfrm>
            <a:off x="5532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54" name="Oval 14"/>
          <p:cNvSpPr>
            <a:spLocks noChangeAspect="1" noChangeArrowheads="1"/>
          </p:cNvSpPr>
          <p:nvPr/>
        </p:nvSpPr>
        <p:spPr bwMode="auto">
          <a:xfrm>
            <a:off x="5837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55" name="Oval 15"/>
          <p:cNvSpPr>
            <a:spLocks noChangeAspect="1" noChangeArrowheads="1"/>
          </p:cNvSpPr>
          <p:nvPr/>
        </p:nvSpPr>
        <p:spPr bwMode="auto">
          <a:xfrm>
            <a:off x="6142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56" name="Oval 16"/>
          <p:cNvSpPr>
            <a:spLocks noChangeAspect="1" noChangeArrowheads="1"/>
          </p:cNvSpPr>
          <p:nvPr/>
        </p:nvSpPr>
        <p:spPr bwMode="auto">
          <a:xfrm>
            <a:off x="6446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57" name="Oval 17"/>
          <p:cNvSpPr>
            <a:spLocks noChangeAspect="1" noChangeArrowheads="1"/>
          </p:cNvSpPr>
          <p:nvPr/>
        </p:nvSpPr>
        <p:spPr bwMode="auto">
          <a:xfrm>
            <a:off x="6751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58" name="Oval 18"/>
          <p:cNvSpPr>
            <a:spLocks noChangeAspect="1" noChangeArrowheads="1"/>
          </p:cNvSpPr>
          <p:nvPr/>
        </p:nvSpPr>
        <p:spPr bwMode="auto">
          <a:xfrm>
            <a:off x="2179638" y="16303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61459" name="Oval 19"/>
          <p:cNvSpPr>
            <a:spLocks noChangeAspect="1" noChangeArrowheads="1"/>
          </p:cNvSpPr>
          <p:nvPr/>
        </p:nvSpPr>
        <p:spPr bwMode="auto">
          <a:xfrm>
            <a:off x="24844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60" name="Oval 20"/>
          <p:cNvSpPr>
            <a:spLocks noChangeAspect="1" noChangeArrowheads="1"/>
          </p:cNvSpPr>
          <p:nvPr/>
        </p:nvSpPr>
        <p:spPr bwMode="auto">
          <a:xfrm>
            <a:off x="27892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61" name="Oval 21"/>
          <p:cNvSpPr>
            <a:spLocks noChangeAspect="1" noChangeArrowheads="1"/>
          </p:cNvSpPr>
          <p:nvPr/>
        </p:nvSpPr>
        <p:spPr bwMode="auto">
          <a:xfrm>
            <a:off x="30940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62" name="Oval 22"/>
          <p:cNvSpPr>
            <a:spLocks noChangeAspect="1" noChangeArrowheads="1"/>
          </p:cNvSpPr>
          <p:nvPr/>
        </p:nvSpPr>
        <p:spPr bwMode="auto">
          <a:xfrm>
            <a:off x="33988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63" name="Oval 23"/>
          <p:cNvSpPr>
            <a:spLocks noChangeAspect="1" noChangeArrowheads="1"/>
          </p:cNvSpPr>
          <p:nvPr/>
        </p:nvSpPr>
        <p:spPr bwMode="auto">
          <a:xfrm>
            <a:off x="37036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64" name="Oval 24"/>
          <p:cNvSpPr>
            <a:spLocks noChangeAspect="1" noChangeArrowheads="1"/>
          </p:cNvSpPr>
          <p:nvPr/>
        </p:nvSpPr>
        <p:spPr bwMode="auto">
          <a:xfrm>
            <a:off x="40084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65" name="Oval 25"/>
          <p:cNvSpPr>
            <a:spLocks noChangeAspect="1" noChangeArrowheads="1"/>
          </p:cNvSpPr>
          <p:nvPr/>
        </p:nvSpPr>
        <p:spPr bwMode="auto">
          <a:xfrm>
            <a:off x="43132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66" name="Oval 26"/>
          <p:cNvSpPr>
            <a:spLocks noChangeAspect="1" noChangeArrowheads="1"/>
          </p:cNvSpPr>
          <p:nvPr/>
        </p:nvSpPr>
        <p:spPr bwMode="auto">
          <a:xfrm>
            <a:off x="46180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67" name="Oval 27"/>
          <p:cNvSpPr>
            <a:spLocks noChangeAspect="1" noChangeArrowheads="1"/>
          </p:cNvSpPr>
          <p:nvPr/>
        </p:nvSpPr>
        <p:spPr bwMode="auto">
          <a:xfrm>
            <a:off x="49228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68" name="Oval 28"/>
          <p:cNvSpPr>
            <a:spLocks noChangeAspect="1" noChangeArrowheads="1"/>
          </p:cNvSpPr>
          <p:nvPr/>
        </p:nvSpPr>
        <p:spPr bwMode="auto">
          <a:xfrm>
            <a:off x="52276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69" name="Oval 29"/>
          <p:cNvSpPr>
            <a:spLocks noChangeAspect="1" noChangeArrowheads="1"/>
          </p:cNvSpPr>
          <p:nvPr/>
        </p:nvSpPr>
        <p:spPr bwMode="auto">
          <a:xfrm>
            <a:off x="55324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70" name="Oval 30"/>
          <p:cNvSpPr>
            <a:spLocks noChangeAspect="1" noChangeArrowheads="1"/>
          </p:cNvSpPr>
          <p:nvPr/>
        </p:nvSpPr>
        <p:spPr bwMode="auto">
          <a:xfrm>
            <a:off x="58372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71" name="Oval 31"/>
          <p:cNvSpPr>
            <a:spLocks noChangeAspect="1" noChangeArrowheads="1"/>
          </p:cNvSpPr>
          <p:nvPr/>
        </p:nvSpPr>
        <p:spPr bwMode="auto">
          <a:xfrm>
            <a:off x="61420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72" name="Oval 32"/>
          <p:cNvSpPr>
            <a:spLocks noChangeAspect="1" noChangeArrowheads="1"/>
          </p:cNvSpPr>
          <p:nvPr/>
        </p:nvSpPr>
        <p:spPr bwMode="auto">
          <a:xfrm>
            <a:off x="64468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73" name="Oval 33"/>
          <p:cNvSpPr>
            <a:spLocks noChangeAspect="1" noChangeArrowheads="1"/>
          </p:cNvSpPr>
          <p:nvPr/>
        </p:nvSpPr>
        <p:spPr bwMode="auto">
          <a:xfrm>
            <a:off x="67516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74" name="Oval 34"/>
          <p:cNvSpPr>
            <a:spLocks noChangeAspect="1" noChangeArrowheads="1"/>
          </p:cNvSpPr>
          <p:nvPr/>
        </p:nvSpPr>
        <p:spPr bwMode="auto">
          <a:xfrm>
            <a:off x="2179638" y="19351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61475" name="Oval 35"/>
          <p:cNvSpPr>
            <a:spLocks noChangeAspect="1" noChangeArrowheads="1"/>
          </p:cNvSpPr>
          <p:nvPr/>
        </p:nvSpPr>
        <p:spPr bwMode="auto">
          <a:xfrm>
            <a:off x="24844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76" name="Oval 36"/>
          <p:cNvSpPr>
            <a:spLocks noChangeAspect="1" noChangeArrowheads="1"/>
          </p:cNvSpPr>
          <p:nvPr/>
        </p:nvSpPr>
        <p:spPr bwMode="auto">
          <a:xfrm>
            <a:off x="27892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77" name="Oval 37"/>
          <p:cNvSpPr>
            <a:spLocks noChangeAspect="1" noChangeArrowheads="1"/>
          </p:cNvSpPr>
          <p:nvPr/>
        </p:nvSpPr>
        <p:spPr bwMode="auto">
          <a:xfrm>
            <a:off x="30940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78" name="Oval 38"/>
          <p:cNvSpPr>
            <a:spLocks noChangeAspect="1" noChangeArrowheads="1"/>
          </p:cNvSpPr>
          <p:nvPr/>
        </p:nvSpPr>
        <p:spPr bwMode="auto">
          <a:xfrm>
            <a:off x="33988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1479" name="Oval 39"/>
          <p:cNvSpPr>
            <a:spLocks noChangeAspect="1" noChangeArrowheads="1"/>
          </p:cNvSpPr>
          <p:nvPr/>
        </p:nvSpPr>
        <p:spPr bwMode="auto">
          <a:xfrm>
            <a:off x="3703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80" name="Oval 40"/>
          <p:cNvSpPr>
            <a:spLocks noChangeAspect="1" noChangeArrowheads="1"/>
          </p:cNvSpPr>
          <p:nvPr/>
        </p:nvSpPr>
        <p:spPr bwMode="auto">
          <a:xfrm>
            <a:off x="40084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81" name="Oval 41"/>
          <p:cNvSpPr>
            <a:spLocks noChangeAspect="1" noChangeArrowheads="1"/>
          </p:cNvSpPr>
          <p:nvPr/>
        </p:nvSpPr>
        <p:spPr bwMode="auto">
          <a:xfrm>
            <a:off x="43132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82" name="Oval 42"/>
          <p:cNvSpPr>
            <a:spLocks noChangeAspect="1" noChangeArrowheads="1"/>
          </p:cNvSpPr>
          <p:nvPr/>
        </p:nvSpPr>
        <p:spPr bwMode="auto">
          <a:xfrm>
            <a:off x="46180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83" name="Oval 43"/>
          <p:cNvSpPr>
            <a:spLocks noChangeAspect="1" noChangeArrowheads="1"/>
          </p:cNvSpPr>
          <p:nvPr/>
        </p:nvSpPr>
        <p:spPr bwMode="auto">
          <a:xfrm>
            <a:off x="49228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84" name="Oval 44"/>
          <p:cNvSpPr>
            <a:spLocks noChangeAspect="1" noChangeArrowheads="1"/>
          </p:cNvSpPr>
          <p:nvPr/>
        </p:nvSpPr>
        <p:spPr bwMode="auto">
          <a:xfrm>
            <a:off x="5227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85" name="Oval 45"/>
          <p:cNvSpPr>
            <a:spLocks noChangeAspect="1" noChangeArrowheads="1"/>
          </p:cNvSpPr>
          <p:nvPr/>
        </p:nvSpPr>
        <p:spPr bwMode="auto">
          <a:xfrm>
            <a:off x="55324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86" name="Oval 46"/>
          <p:cNvSpPr>
            <a:spLocks noChangeAspect="1" noChangeArrowheads="1"/>
          </p:cNvSpPr>
          <p:nvPr/>
        </p:nvSpPr>
        <p:spPr bwMode="auto">
          <a:xfrm>
            <a:off x="5837238" y="19351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61487" name="Oval 47"/>
          <p:cNvSpPr>
            <a:spLocks noChangeAspect="1" noChangeArrowheads="1"/>
          </p:cNvSpPr>
          <p:nvPr/>
        </p:nvSpPr>
        <p:spPr bwMode="auto">
          <a:xfrm>
            <a:off x="6142038" y="19351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88" name="Oval 48"/>
          <p:cNvSpPr>
            <a:spLocks noChangeAspect="1" noChangeArrowheads="1"/>
          </p:cNvSpPr>
          <p:nvPr/>
        </p:nvSpPr>
        <p:spPr bwMode="auto">
          <a:xfrm>
            <a:off x="64468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89" name="Oval 49"/>
          <p:cNvSpPr>
            <a:spLocks noChangeAspect="1" noChangeArrowheads="1"/>
          </p:cNvSpPr>
          <p:nvPr/>
        </p:nvSpPr>
        <p:spPr bwMode="auto">
          <a:xfrm>
            <a:off x="6751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90" name="Oval 50"/>
          <p:cNvSpPr>
            <a:spLocks noChangeAspect="1" noChangeArrowheads="1"/>
          </p:cNvSpPr>
          <p:nvPr/>
        </p:nvSpPr>
        <p:spPr bwMode="auto">
          <a:xfrm>
            <a:off x="2179638" y="22399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61491" name="Oval 51"/>
          <p:cNvSpPr>
            <a:spLocks noChangeAspect="1" noChangeArrowheads="1"/>
          </p:cNvSpPr>
          <p:nvPr/>
        </p:nvSpPr>
        <p:spPr bwMode="auto">
          <a:xfrm>
            <a:off x="24844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92" name="Oval 52"/>
          <p:cNvSpPr>
            <a:spLocks noChangeAspect="1" noChangeArrowheads="1"/>
          </p:cNvSpPr>
          <p:nvPr/>
        </p:nvSpPr>
        <p:spPr bwMode="auto">
          <a:xfrm>
            <a:off x="27892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93" name="Oval 53"/>
          <p:cNvSpPr>
            <a:spLocks noChangeAspect="1" noChangeArrowheads="1"/>
          </p:cNvSpPr>
          <p:nvPr/>
        </p:nvSpPr>
        <p:spPr bwMode="auto">
          <a:xfrm>
            <a:off x="30940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94" name="Oval 54"/>
          <p:cNvSpPr>
            <a:spLocks noChangeAspect="1" noChangeArrowheads="1"/>
          </p:cNvSpPr>
          <p:nvPr/>
        </p:nvSpPr>
        <p:spPr bwMode="auto">
          <a:xfrm>
            <a:off x="33988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61495" name="Oval 55"/>
          <p:cNvSpPr>
            <a:spLocks noChangeAspect="1" noChangeArrowheads="1"/>
          </p:cNvSpPr>
          <p:nvPr/>
        </p:nvSpPr>
        <p:spPr bwMode="auto">
          <a:xfrm>
            <a:off x="37036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96" name="Oval 56"/>
          <p:cNvSpPr>
            <a:spLocks noChangeAspect="1" noChangeArrowheads="1"/>
          </p:cNvSpPr>
          <p:nvPr/>
        </p:nvSpPr>
        <p:spPr bwMode="auto">
          <a:xfrm>
            <a:off x="40084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97" name="Oval 57"/>
          <p:cNvSpPr>
            <a:spLocks noChangeAspect="1" noChangeArrowheads="1"/>
          </p:cNvSpPr>
          <p:nvPr/>
        </p:nvSpPr>
        <p:spPr bwMode="auto">
          <a:xfrm>
            <a:off x="43132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98" name="Oval 58"/>
          <p:cNvSpPr>
            <a:spLocks noChangeAspect="1" noChangeArrowheads="1"/>
          </p:cNvSpPr>
          <p:nvPr/>
        </p:nvSpPr>
        <p:spPr bwMode="auto">
          <a:xfrm>
            <a:off x="46180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499" name="Oval 59"/>
          <p:cNvSpPr>
            <a:spLocks noChangeAspect="1" noChangeArrowheads="1"/>
          </p:cNvSpPr>
          <p:nvPr/>
        </p:nvSpPr>
        <p:spPr bwMode="auto">
          <a:xfrm>
            <a:off x="49228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00" name="Oval 60"/>
          <p:cNvSpPr>
            <a:spLocks noChangeAspect="1" noChangeArrowheads="1"/>
          </p:cNvSpPr>
          <p:nvPr/>
        </p:nvSpPr>
        <p:spPr bwMode="auto">
          <a:xfrm>
            <a:off x="52276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01" name="Oval 61"/>
          <p:cNvSpPr>
            <a:spLocks noChangeAspect="1" noChangeArrowheads="1"/>
          </p:cNvSpPr>
          <p:nvPr/>
        </p:nvSpPr>
        <p:spPr bwMode="auto">
          <a:xfrm>
            <a:off x="55324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61502" name="Oval 62"/>
          <p:cNvSpPr>
            <a:spLocks noChangeAspect="1" noChangeArrowheads="1"/>
          </p:cNvSpPr>
          <p:nvPr/>
        </p:nvSpPr>
        <p:spPr bwMode="auto">
          <a:xfrm>
            <a:off x="58372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03" name="Oval 63"/>
          <p:cNvSpPr>
            <a:spLocks noChangeAspect="1" noChangeArrowheads="1"/>
          </p:cNvSpPr>
          <p:nvPr/>
        </p:nvSpPr>
        <p:spPr bwMode="auto">
          <a:xfrm>
            <a:off x="61420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04" name="Oval 64"/>
          <p:cNvSpPr>
            <a:spLocks noChangeAspect="1" noChangeArrowheads="1"/>
          </p:cNvSpPr>
          <p:nvPr/>
        </p:nvSpPr>
        <p:spPr bwMode="auto">
          <a:xfrm>
            <a:off x="64468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05" name="Oval 65"/>
          <p:cNvSpPr>
            <a:spLocks noChangeAspect="1" noChangeArrowheads="1"/>
          </p:cNvSpPr>
          <p:nvPr/>
        </p:nvSpPr>
        <p:spPr bwMode="auto">
          <a:xfrm>
            <a:off x="67516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06" name="Oval 66"/>
          <p:cNvSpPr>
            <a:spLocks noChangeAspect="1" noChangeArrowheads="1"/>
          </p:cNvSpPr>
          <p:nvPr/>
        </p:nvSpPr>
        <p:spPr bwMode="auto">
          <a:xfrm>
            <a:off x="2179638" y="25447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61507" name="Oval 67"/>
          <p:cNvSpPr>
            <a:spLocks noChangeAspect="1" noChangeArrowheads="1"/>
          </p:cNvSpPr>
          <p:nvPr/>
        </p:nvSpPr>
        <p:spPr bwMode="auto">
          <a:xfrm>
            <a:off x="24844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08" name="Oval 68"/>
          <p:cNvSpPr>
            <a:spLocks noChangeAspect="1" noChangeArrowheads="1"/>
          </p:cNvSpPr>
          <p:nvPr/>
        </p:nvSpPr>
        <p:spPr bwMode="auto">
          <a:xfrm>
            <a:off x="27892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09" name="Oval 69"/>
          <p:cNvSpPr>
            <a:spLocks noChangeAspect="1" noChangeArrowheads="1"/>
          </p:cNvSpPr>
          <p:nvPr/>
        </p:nvSpPr>
        <p:spPr bwMode="auto">
          <a:xfrm>
            <a:off x="3094038" y="25447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10" name="Oval 70"/>
          <p:cNvSpPr>
            <a:spLocks noChangeAspect="1" noChangeArrowheads="1"/>
          </p:cNvSpPr>
          <p:nvPr/>
        </p:nvSpPr>
        <p:spPr bwMode="auto">
          <a:xfrm>
            <a:off x="33988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61511" name="Oval 71"/>
          <p:cNvSpPr>
            <a:spLocks noChangeAspect="1" noChangeArrowheads="1"/>
          </p:cNvSpPr>
          <p:nvPr/>
        </p:nvSpPr>
        <p:spPr bwMode="auto">
          <a:xfrm>
            <a:off x="37036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12" name="Oval 72"/>
          <p:cNvSpPr>
            <a:spLocks noChangeAspect="1" noChangeArrowheads="1"/>
          </p:cNvSpPr>
          <p:nvPr/>
        </p:nvSpPr>
        <p:spPr bwMode="auto">
          <a:xfrm>
            <a:off x="40084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13" name="Oval 73"/>
          <p:cNvSpPr>
            <a:spLocks noChangeAspect="1" noChangeArrowheads="1"/>
          </p:cNvSpPr>
          <p:nvPr/>
        </p:nvSpPr>
        <p:spPr bwMode="auto">
          <a:xfrm>
            <a:off x="43132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14" name="Oval 74"/>
          <p:cNvSpPr>
            <a:spLocks noChangeAspect="1" noChangeArrowheads="1"/>
          </p:cNvSpPr>
          <p:nvPr/>
        </p:nvSpPr>
        <p:spPr bwMode="auto">
          <a:xfrm>
            <a:off x="46180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15" name="Oval 75"/>
          <p:cNvSpPr>
            <a:spLocks noChangeAspect="1" noChangeArrowheads="1"/>
          </p:cNvSpPr>
          <p:nvPr/>
        </p:nvSpPr>
        <p:spPr bwMode="auto">
          <a:xfrm>
            <a:off x="49228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16" name="Oval 76"/>
          <p:cNvSpPr>
            <a:spLocks noChangeAspect="1" noChangeArrowheads="1"/>
          </p:cNvSpPr>
          <p:nvPr/>
        </p:nvSpPr>
        <p:spPr bwMode="auto">
          <a:xfrm>
            <a:off x="52276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17" name="Oval 77"/>
          <p:cNvSpPr>
            <a:spLocks noChangeAspect="1" noChangeArrowheads="1"/>
          </p:cNvSpPr>
          <p:nvPr/>
        </p:nvSpPr>
        <p:spPr bwMode="auto">
          <a:xfrm>
            <a:off x="55324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18" name="Oval 78"/>
          <p:cNvSpPr>
            <a:spLocks noChangeAspect="1" noChangeArrowheads="1"/>
          </p:cNvSpPr>
          <p:nvPr/>
        </p:nvSpPr>
        <p:spPr bwMode="auto">
          <a:xfrm>
            <a:off x="58372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19" name="Oval 79"/>
          <p:cNvSpPr>
            <a:spLocks noChangeAspect="1" noChangeArrowheads="1"/>
          </p:cNvSpPr>
          <p:nvPr/>
        </p:nvSpPr>
        <p:spPr bwMode="auto">
          <a:xfrm>
            <a:off x="61420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20" name="Oval 80"/>
          <p:cNvSpPr>
            <a:spLocks noChangeAspect="1" noChangeArrowheads="1"/>
          </p:cNvSpPr>
          <p:nvPr/>
        </p:nvSpPr>
        <p:spPr bwMode="auto">
          <a:xfrm>
            <a:off x="6446838" y="25447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21" name="Oval 81"/>
          <p:cNvSpPr>
            <a:spLocks noChangeAspect="1" noChangeArrowheads="1"/>
          </p:cNvSpPr>
          <p:nvPr/>
        </p:nvSpPr>
        <p:spPr bwMode="auto">
          <a:xfrm>
            <a:off x="67516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22" name="Oval 82"/>
          <p:cNvSpPr>
            <a:spLocks noChangeAspect="1" noChangeArrowheads="1"/>
          </p:cNvSpPr>
          <p:nvPr/>
        </p:nvSpPr>
        <p:spPr bwMode="auto">
          <a:xfrm>
            <a:off x="2209800" y="28495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61523" name="Oval 83"/>
          <p:cNvSpPr>
            <a:spLocks noChangeAspect="1" noChangeArrowheads="1"/>
          </p:cNvSpPr>
          <p:nvPr/>
        </p:nvSpPr>
        <p:spPr bwMode="auto">
          <a:xfrm>
            <a:off x="25146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24" name="Oval 84"/>
          <p:cNvSpPr>
            <a:spLocks noChangeAspect="1" noChangeArrowheads="1"/>
          </p:cNvSpPr>
          <p:nvPr/>
        </p:nvSpPr>
        <p:spPr bwMode="auto">
          <a:xfrm>
            <a:off x="28194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25" name="Oval 85"/>
          <p:cNvSpPr>
            <a:spLocks noChangeAspect="1" noChangeArrowheads="1"/>
          </p:cNvSpPr>
          <p:nvPr/>
        </p:nvSpPr>
        <p:spPr bwMode="auto">
          <a:xfrm>
            <a:off x="31242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26" name="Oval 86"/>
          <p:cNvSpPr>
            <a:spLocks noChangeAspect="1" noChangeArrowheads="1"/>
          </p:cNvSpPr>
          <p:nvPr/>
        </p:nvSpPr>
        <p:spPr bwMode="auto">
          <a:xfrm>
            <a:off x="34290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61527" name="Oval 87"/>
          <p:cNvSpPr>
            <a:spLocks noChangeAspect="1" noChangeArrowheads="1"/>
          </p:cNvSpPr>
          <p:nvPr/>
        </p:nvSpPr>
        <p:spPr bwMode="auto">
          <a:xfrm>
            <a:off x="37338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28" name="Oval 88"/>
          <p:cNvSpPr>
            <a:spLocks noChangeAspect="1" noChangeArrowheads="1"/>
          </p:cNvSpPr>
          <p:nvPr/>
        </p:nvSpPr>
        <p:spPr bwMode="auto">
          <a:xfrm>
            <a:off x="40386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29" name="Oval 89"/>
          <p:cNvSpPr>
            <a:spLocks noChangeAspect="1" noChangeArrowheads="1"/>
          </p:cNvSpPr>
          <p:nvPr/>
        </p:nvSpPr>
        <p:spPr bwMode="auto">
          <a:xfrm>
            <a:off x="43434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30" name="Oval 90"/>
          <p:cNvSpPr>
            <a:spLocks noChangeAspect="1" noChangeArrowheads="1"/>
          </p:cNvSpPr>
          <p:nvPr/>
        </p:nvSpPr>
        <p:spPr bwMode="auto">
          <a:xfrm>
            <a:off x="46482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31" name="Oval 91"/>
          <p:cNvSpPr>
            <a:spLocks noChangeAspect="1" noChangeArrowheads="1"/>
          </p:cNvSpPr>
          <p:nvPr/>
        </p:nvSpPr>
        <p:spPr bwMode="auto">
          <a:xfrm>
            <a:off x="49530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32" name="Oval 92"/>
          <p:cNvSpPr>
            <a:spLocks noChangeAspect="1" noChangeArrowheads="1"/>
          </p:cNvSpPr>
          <p:nvPr/>
        </p:nvSpPr>
        <p:spPr bwMode="auto">
          <a:xfrm>
            <a:off x="52578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61533" name="Oval 93"/>
          <p:cNvSpPr>
            <a:spLocks noChangeAspect="1" noChangeArrowheads="1"/>
          </p:cNvSpPr>
          <p:nvPr/>
        </p:nvSpPr>
        <p:spPr bwMode="auto">
          <a:xfrm>
            <a:off x="55626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34" name="Oval 94"/>
          <p:cNvSpPr>
            <a:spLocks noChangeAspect="1" noChangeArrowheads="1"/>
          </p:cNvSpPr>
          <p:nvPr/>
        </p:nvSpPr>
        <p:spPr bwMode="auto">
          <a:xfrm>
            <a:off x="58674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35" name="Oval 95"/>
          <p:cNvSpPr>
            <a:spLocks noChangeAspect="1" noChangeArrowheads="1"/>
          </p:cNvSpPr>
          <p:nvPr/>
        </p:nvSpPr>
        <p:spPr bwMode="auto">
          <a:xfrm>
            <a:off x="61722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36" name="Oval 96"/>
          <p:cNvSpPr>
            <a:spLocks noChangeAspect="1" noChangeArrowheads="1"/>
          </p:cNvSpPr>
          <p:nvPr/>
        </p:nvSpPr>
        <p:spPr bwMode="auto">
          <a:xfrm>
            <a:off x="64770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37" name="Oval 97"/>
          <p:cNvSpPr>
            <a:spLocks noChangeAspect="1" noChangeArrowheads="1"/>
          </p:cNvSpPr>
          <p:nvPr/>
        </p:nvSpPr>
        <p:spPr bwMode="auto">
          <a:xfrm>
            <a:off x="67818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38" name="Oval 98"/>
          <p:cNvSpPr>
            <a:spLocks noChangeAspect="1" noChangeArrowheads="1"/>
          </p:cNvSpPr>
          <p:nvPr/>
        </p:nvSpPr>
        <p:spPr bwMode="auto">
          <a:xfrm>
            <a:off x="2209800" y="31543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61539" name="Oval 99"/>
          <p:cNvSpPr>
            <a:spLocks noChangeAspect="1" noChangeArrowheads="1"/>
          </p:cNvSpPr>
          <p:nvPr/>
        </p:nvSpPr>
        <p:spPr bwMode="auto">
          <a:xfrm>
            <a:off x="25146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40" name="Oval 100"/>
          <p:cNvSpPr>
            <a:spLocks noChangeAspect="1" noChangeArrowheads="1"/>
          </p:cNvSpPr>
          <p:nvPr/>
        </p:nvSpPr>
        <p:spPr bwMode="auto">
          <a:xfrm>
            <a:off x="28194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41" name="Oval 101"/>
          <p:cNvSpPr>
            <a:spLocks noChangeAspect="1" noChangeArrowheads="1"/>
          </p:cNvSpPr>
          <p:nvPr/>
        </p:nvSpPr>
        <p:spPr bwMode="auto">
          <a:xfrm>
            <a:off x="31242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42" name="Oval 102"/>
          <p:cNvSpPr>
            <a:spLocks noChangeAspect="1" noChangeArrowheads="1"/>
          </p:cNvSpPr>
          <p:nvPr/>
        </p:nvSpPr>
        <p:spPr bwMode="auto">
          <a:xfrm>
            <a:off x="34290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1543" name="Oval 103"/>
          <p:cNvSpPr>
            <a:spLocks noChangeAspect="1" noChangeArrowheads="1"/>
          </p:cNvSpPr>
          <p:nvPr/>
        </p:nvSpPr>
        <p:spPr bwMode="auto">
          <a:xfrm>
            <a:off x="37338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44" name="Oval 104"/>
          <p:cNvSpPr>
            <a:spLocks noChangeAspect="1" noChangeArrowheads="1"/>
          </p:cNvSpPr>
          <p:nvPr/>
        </p:nvSpPr>
        <p:spPr bwMode="auto">
          <a:xfrm>
            <a:off x="40386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45" name="Oval 105"/>
          <p:cNvSpPr>
            <a:spLocks noChangeAspect="1" noChangeArrowheads="1"/>
          </p:cNvSpPr>
          <p:nvPr/>
        </p:nvSpPr>
        <p:spPr bwMode="auto">
          <a:xfrm>
            <a:off x="43434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46" name="Oval 106"/>
          <p:cNvSpPr>
            <a:spLocks noChangeAspect="1" noChangeArrowheads="1"/>
          </p:cNvSpPr>
          <p:nvPr/>
        </p:nvSpPr>
        <p:spPr bwMode="auto">
          <a:xfrm>
            <a:off x="46482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47" name="Oval 107"/>
          <p:cNvSpPr>
            <a:spLocks noChangeAspect="1" noChangeArrowheads="1"/>
          </p:cNvSpPr>
          <p:nvPr/>
        </p:nvSpPr>
        <p:spPr bwMode="auto">
          <a:xfrm>
            <a:off x="49530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48" name="Oval 108"/>
          <p:cNvSpPr>
            <a:spLocks noChangeAspect="1" noChangeArrowheads="1"/>
          </p:cNvSpPr>
          <p:nvPr/>
        </p:nvSpPr>
        <p:spPr bwMode="auto">
          <a:xfrm>
            <a:off x="52578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49" name="Oval 109"/>
          <p:cNvSpPr>
            <a:spLocks noChangeAspect="1" noChangeArrowheads="1"/>
          </p:cNvSpPr>
          <p:nvPr/>
        </p:nvSpPr>
        <p:spPr bwMode="auto">
          <a:xfrm>
            <a:off x="55626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50" name="Oval 110"/>
          <p:cNvSpPr>
            <a:spLocks noChangeAspect="1" noChangeArrowheads="1"/>
          </p:cNvSpPr>
          <p:nvPr/>
        </p:nvSpPr>
        <p:spPr bwMode="auto">
          <a:xfrm>
            <a:off x="58674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S</a:t>
            </a:r>
          </a:p>
        </p:txBody>
      </p:sp>
      <p:sp>
        <p:nvSpPr>
          <p:cNvPr id="61551" name="Oval 111"/>
          <p:cNvSpPr>
            <a:spLocks noChangeAspect="1" noChangeArrowheads="1"/>
          </p:cNvSpPr>
          <p:nvPr/>
        </p:nvSpPr>
        <p:spPr bwMode="auto">
          <a:xfrm>
            <a:off x="61722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52" name="Oval 112"/>
          <p:cNvSpPr>
            <a:spLocks noChangeAspect="1" noChangeArrowheads="1"/>
          </p:cNvSpPr>
          <p:nvPr/>
        </p:nvSpPr>
        <p:spPr bwMode="auto">
          <a:xfrm>
            <a:off x="64770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53" name="Oval 113"/>
          <p:cNvSpPr>
            <a:spLocks noChangeAspect="1" noChangeArrowheads="1"/>
          </p:cNvSpPr>
          <p:nvPr/>
        </p:nvSpPr>
        <p:spPr bwMode="auto">
          <a:xfrm>
            <a:off x="67818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54" name="Oval 114"/>
          <p:cNvSpPr>
            <a:spLocks noChangeAspect="1" noChangeArrowheads="1"/>
          </p:cNvSpPr>
          <p:nvPr/>
        </p:nvSpPr>
        <p:spPr bwMode="auto">
          <a:xfrm>
            <a:off x="2209800" y="3459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61555" name="Oval 115"/>
          <p:cNvSpPr>
            <a:spLocks noChangeAspect="1" noChangeArrowheads="1"/>
          </p:cNvSpPr>
          <p:nvPr/>
        </p:nvSpPr>
        <p:spPr bwMode="auto">
          <a:xfrm>
            <a:off x="25146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56" name="Oval 116"/>
          <p:cNvSpPr>
            <a:spLocks noChangeAspect="1" noChangeArrowheads="1"/>
          </p:cNvSpPr>
          <p:nvPr/>
        </p:nvSpPr>
        <p:spPr bwMode="auto">
          <a:xfrm>
            <a:off x="28194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57" name="Oval 117"/>
          <p:cNvSpPr>
            <a:spLocks noChangeAspect="1" noChangeArrowheads="1"/>
          </p:cNvSpPr>
          <p:nvPr/>
        </p:nvSpPr>
        <p:spPr bwMode="auto">
          <a:xfrm>
            <a:off x="31242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58" name="Oval 118"/>
          <p:cNvSpPr>
            <a:spLocks noChangeAspect="1" noChangeArrowheads="1"/>
          </p:cNvSpPr>
          <p:nvPr/>
        </p:nvSpPr>
        <p:spPr bwMode="auto">
          <a:xfrm>
            <a:off x="34290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1559" name="Oval 119"/>
          <p:cNvSpPr>
            <a:spLocks noChangeAspect="1" noChangeArrowheads="1"/>
          </p:cNvSpPr>
          <p:nvPr/>
        </p:nvSpPr>
        <p:spPr bwMode="auto">
          <a:xfrm>
            <a:off x="3733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60" name="Oval 120"/>
          <p:cNvSpPr>
            <a:spLocks noChangeAspect="1" noChangeArrowheads="1"/>
          </p:cNvSpPr>
          <p:nvPr/>
        </p:nvSpPr>
        <p:spPr bwMode="auto">
          <a:xfrm>
            <a:off x="40386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61" name="Oval 121"/>
          <p:cNvSpPr>
            <a:spLocks noChangeAspect="1" noChangeArrowheads="1"/>
          </p:cNvSpPr>
          <p:nvPr/>
        </p:nvSpPr>
        <p:spPr bwMode="auto">
          <a:xfrm>
            <a:off x="43434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62" name="Oval 122"/>
          <p:cNvSpPr>
            <a:spLocks noChangeAspect="1" noChangeArrowheads="1"/>
          </p:cNvSpPr>
          <p:nvPr/>
        </p:nvSpPr>
        <p:spPr bwMode="auto">
          <a:xfrm>
            <a:off x="46482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63" name="Oval 123"/>
          <p:cNvSpPr>
            <a:spLocks noChangeAspect="1" noChangeArrowheads="1"/>
          </p:cNvSpPr>
          <p:nvPr/>
        </p:nvSpPr>
        <p:spPr bwMode="auto">
          <a:xfrm>
            <a:off x="49530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64" name="Oval 124"/>
          <p:cNvSpPr>
            <a:spLocks noChangeAspect="1" noChangeArrowheads="1"/>
          </p:cNvSpPr>
          <p:nvPr/>
        </p:nvSpPr>
        <p:spPr bwMode="auto">
          <a:xfrm>
            <a:off x="5257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61565" name="Oval 125"/>
          <p:cNvSpPr>
            <a:spLocks noChangeAspect="1" noChangeArrowheads="1"/>
          </p:cNvSpPr>
          <p:nvPr/>
        </p:nvSpPr>
        <p:spPr bwMode="auto">
          <a:xfrm>
            <a:off x="55626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66" name="Oval 126"/>
          <p:cNvSpPr>
            <a:spLocks noChangeAspect="1" noChangeArrowheads="1"/>
          </p:cNvSpPr>
          <p:nvPr/>
        </p:nvSpPr>
        <p:spPr bwMode="auto">
          <a:xfrm>
            <a:off x="58674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67" name="Oval 127"/>
          <p:cNvSpPr>
            <a:spLocks noChangeAspect="1" noChangeArrowheads="1"/>
          </p:cNvSpPr>
          <p:nvPr/>
        </p:nvSpPr>
        <p:spPr bwMode="auto">
          <a:xfrm>
            <a:off x="61722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68" name="Oval 128"/>
          <p:cNvSpPr>
            <a:spLocks noChangeAspect="1" noChangeArrowheads="1"/>
          </p:cNvSpPr>
          <p:nvPr/>
        </p:nvSpPr>
        <p:spPr bwMode="auto">
          <a:xfrm>
            <a:off x="64770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69" name="Oval 129"/>
          <p:cNvSpPr>
            <a:spLocks noChangeAspect="1" noChangeArrowheads="1"/>
          </p:cNvSpPr>
          <p:nvPr/>
        </p:nvSpPr>
        <p:spPr bwMode="auto">
          <a:xfrm>
            <a:off x="6781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70" name="Oval 130"/>
          <p:cNvSpPr>
            <a:spLocks noChangeAspect="1" noChangeArrowheads="1"/>
          </p:cNvSpPr>
          <p:nvPr/>
        </p:nvSpPr>
        <p:spPr bwMode="auto">
          <a:xfrm>
            <a:off x="2209800" y="37639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61571" name="Oval 131"/>
          <p:cNvSpPr>
            <a:spLocks noChangeAspect="1" noChangeArrowheads="1"/>
          </p:cNvSpPr>
          <p:nvPr/>
        </p:nvSpPr>
        <p:spPr bwMode="auto">
          <a:xfrm>
            <a:off x="2514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72" name="Oval 132"/>
          <p:cNvSpPr>
            <a:spLocks noChangeAspect="1" noChangeArrowheads="1"/>
          </p:cNvSpPr>
          <p:nvPr/>
        </p:nvSpPr>
        <p:spPr bwMode="auto">
          <a:xfrm>
            <a:off x="2819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73" name="Oval 133"/>
          <p:cNvSpPr>
            <a:spLocks noChangeAspect="1" noChangeArrowheads="1"/>
          </p:cNvSpPr>
          <p:nvPr/>
        </p:nvSpPr>
        <p:spPr bwMode="auto">
          <a:xfrm>
            <a:off x="3124200" y="37639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74" name="Oval 134"/>
          <p:cNvSpPr>
            <a:spLocks noChangeAspect="1" noChangeArrowheads="1"/>
          </p:cNvSpPr>
          <p:nvPr/>
        </p:nvSpPr>
        <p:spPr bwMode="auto">
          <a:xfrm>
            <a:off x="34290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1575" name="Oval 135"/>
          <p:cNvSpPr>
            <a:spLocks noChangeAspect="1" noChangeArrowheads="1"/>
          </p:cNvSpPr>
          <p:nvPr/>
        </p:nvSpPr>
        <p:spPr bwMode="auto">
          <a:xfrm>
            <a:off x="3733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76" name="Oval 136"/>
          <p:cNvSpPr>
            <a:spLocks noChangeAspect="1" noChangeArrowheads="1"/>
          </p:cNvSpPr>
          <p:nvPr/>
        </p:nvSpPr>
        <p:spPr bwMode="auto">
          <a:xfrm>
            <a:off x="4038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77" name="Oval 137"/>
          <p:cNvSpPr>
            <a:spLocks noChangeAspect="1" noChangeArrowheads="1"/>
          </p:cNvSpPr>
          <p:nvPr/>
        </p:nvSpPr>
        <p:spPr bwMode="auto">
          <a:xfrm>
            <a:off x="4343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78" name="Oval 138"/>
          <p:cNvSpPr>
            <a:spLocks noChangeAspect="1" noChangeArrowheads="1"/>
          </p:cNvSpPr>
          <p:nvPr/>
        </p:nvSpPr>
        <p:spPr bwMode="auto">
          <a:xfrm>
            <a:off x="46482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79" name="Oval 139"/>
          <p:cNvSpPr>
            <a:spLocks noChangeAspect="1" noChangeArrowheads="1"/>
          </p:cNvSpPr>
          <p:nvPr/>
        </p:nvSpPr>
        <p:spPr bwMode="auto">
          <a:xfrm>
            <a:off x="49530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80" name="Oval 140"/>
          <p:cNvSpPr>
            <a:spLocks noChangeAspect="1" noChangeArrowheads="1"/>
          </p:cNvSpPr>
          <p:nvPr/>
        </p:nvSpPr>
        <p:spPr bwMode="auto">
          <a:xfrm>
            <a:off x="5257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81" name="Oval 141"/>
          <p:cNvSpPr>
            <a:spLocks noChangeAspect="1" noChangeArrowheads="1"/>
          </p:cNvSpPr>
          <p:nvPr/>
        </p:nvSpPr>
        <p:spPr bwMode="auto">
          <a:xfrm>
            <a:off x="5562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82" name="Oval 142"/>
          <p:cNvSpPr>
            <a:spLocks noChangeAspect="1" noChangeArrowheads="1"/>
          </p:cNvSpPr>
          <p:nvPr/>
        </p:nvSpPr>
        <p:spPr bwMode="auto">
          <a:xfrm>
            <a:off x="5867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83" name="Oval 143"/>
          <p:cNvSpPr>
            <a:spLocks noChangeAspect="1" noChangeArrowheads="1"/>
          </p:cNvSpPr>
          <p:nvPr/>
        </p:nvSpPr>
        <p:spPr bwMode="auto">
          <a:xfrm>
            <a:off x="61722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84" name="Oval 144"/>
          <p:cNvSpPr>
            <a:spLocks noChangeAspect="1" noChangeArrowheads="1"/>
          </p:cNvSpPr>
          <p:nvPr/>
        </p:nvSpPr>
        <p:spPr bwMode="auto">
          <a:xfrm>
            <a:off x="6477000" y="37639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85" name="Oval 145"/>
          <p:cNvSpPr>
            <a:spLocks noChangeAspect="1" noChangeArrowheads="1"/>
          </p:cNvSpPr>
          <p:nvPr/>
        </p:nvSpPr>
        <p:spPr bwMode="auto">
          <a:xfrm>
            <a:off x="6781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86" name="Oval 146"/>
          <p:cNvSpPr>
            <a:spLocks noChangeAspect="1" noChangeArrowheads="1"/>
          </p:cNvSpPr>
          <p:nvPr/>
        </p:nvSpPr>
        <p:spPr bwMode="auto">
          <a:xfrm>
            <a:off x="2209800" y="40687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61587" name="Oval 147"/>
          <p:cNvSpPr>
            <a:spLocks noChangeAspect="1" noChangeArrowheads="1"/>
          </p:cNvSpPr>
          <p:nvPr/>
        </p:nvSpPr>
        <p:spPr bwMode="auto">
          <a:xfrm>
            <a:off x="2514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88" name="Oval 148"/>
          <p:cNvSpPr>
            <a:spLocks noChangeAspect="1" noChangeArrowheads="1"/>
          </p:cNvSpPr>
          <p:nvPr/>
        </p:nvSpPr>
        <p:spPr bwMode="auto">
          <a:xfrm>
            <a:off x="2819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89" name="Oval 149"/>
          <p:cNvSpPr>
            <a:spLocks noChangeAspect="1" noChangeArrowheads="1"/>
          </p:cNvSpPr>
          <p:nvPr/>
        </p:nvSpPr>
        <p:spPr bwMode="auto">
          <a:xfrm>
            <a:off x="3124200" y="40687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90" name="Oval 150"/>
          <p:cNvSpPr>
            <a:spLocks noChangeAspect="1" noChangeArrowheads="1"/>
          </p:cNvSpPr>
          <p:nvPr/>
        </p:nvSpPr>
        <p:spPr bwMode="auto">
          <a:xfrm>
            <a:off x="34290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1591" name="Oval 151"/>
          <p:cNvSpPr>
            <a:spLocks noChangeAspect="1" noChangeArrowheads="1"/>
          </p:cNvSpPr>
          <p:nvPr/>
        </p:nvSpPr>
        <p:spPr bwMode="auto">
          <a:xfrm>
            <a:off x="3733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92" name="Oval 152"/>
          <p:cNvSpPr>
            <a:spLocks noChangeAspect="1" noChangeArrowheads="1"/>
          </p:cNvSpPr>
          <p:nvPr/>
        </p:nvSpPr>
        <p:spPr bwMode="auto">
          <a:xfrm>
            <a:off x="4038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93" name="Oval 153"/>
          <p:cNvSpPr>
            <a:spLocks noChangeAspect="1" noChangeArrowheads="1"/>
          </p:cNvSpPr>
          <p:nvPr/>
        </p:nvSpPr>
        <p:spPr bwMode="auto">
          <a:xfrm>
            <a:off x="4343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94" name="Oval 154"/>
          <p:cNvSpPr>
            <a:spLocks noChangeAspect="1" noChangeArrowheads="1"/>
          </p:cNvSpPr>
          <p:nvPr/>
        </p:nvSpPr>
        <p:spPr bwMode="auto">
          <a:xfrm>
            <a:off x="46482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95" name="Oval 155"/>
          <p:cNvSpPr>
            <a:spLocks noChangeAspect="1" noChangeArrowheads="1"/>
          </p:cNvSpPr>
          <p:nvPr/>
        </p:nvSpPr>
        <p:spPr bwMode="auto">
          <a:xfrm>
            <a:off x="49530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96" name="Oval 156"/>
          <p:cNvSpPr>
            <a:spLocks noChangeAspect="1" noChangeArrowheads="1"/>
          </p:cNvSpPr>
          <p:nvPr/>
        </p:nvSpPr>
        <p:spPr bwMode="auto">
          <a:xfrm>
            <a:off x="5257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97" name="Oval 157"/>
          <p:cNvSpPr>
            <a:spLocks noChangeAspect="1" noChangeArrowheads="1"/>
          </p:cNvSpPr>
          <p:nvPr/>
        </p:nvSpPr>
        <p:spPr bwMode="auto">
          <a:xfrm>
            <a:off x="5562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98" name="Oval 158"/>
          <p:cNvSpPr>
            <a:spLocks noChangeAspect="1" noChangeArrowheads="1"/>
          </p:cNvSpPr>
          <p:nvPr/>
        </p:nvSpPr>
        <p:spPr bwMode="auto">
          <a:xfrm>
            <a:off x="5867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599" name="Oval 159"/>
          <p:cNvSpPr>
            <a:spLocks noChangeAspect="1" noChangeArrowheads="1"/>
          </p:cNvSpPr>
          <p:nvPr/>
        </p:nvSpPr>
        <p:spPr bwMode="auto">
          <a:xfrm>
            <a:off x="61722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600" name="Oval 160"/>
          <p:cNvSpPr>
            <a:spLocks noChangeAspect="1" noChangeArrowheads="1"/>
          </p:cNvSpPr>
          <p:nvPr/>
        </p:nvSpPr>
        <p:spPr bwMode="auto">
          <a:xfrm>
            <a:off x="6477000" y="40687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601" name="Oval 161"/>
          <p:cNvSpPr>
            <a:spLocks noChangeAspect="1" noChangeArrowheads="1"/>
          </p:cNvSpPr>
          <p:nvPr/>
        </p:nvSpPr>
        <p:spPr bwMode="auto">
          <a:xfrm>
            <a:off x="6781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602" name="Oval 162"/>
          <p:cNvSpPr>
            <a:spLocks noChangeAspect="1" noChangeArrowheads="1"/>
          </p:cNvSpPr>
          <p:nvPr/>
        </p:nvSpPr>
        <p:spPr bwMode="auto">
          <a:xfrm>
            <a:off x="2209800" y="43735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61603" name="Oval 163"/>
          <p:cNvSpPr>
            <a:spLocks noChangeAspect="1" noChangeArrowheads="1"/>
          </p:cNvSpPr>
          <p:nvPr/>
        </p:nvSpPr>
        <p:spPr bwMode="auto">
          <a:xfrm>
            <a:off x="25146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604" name="Oval 164"/>
          <p:cNvSpPr>
            <a:spLocks noChangeAspect="1" noChangeArrowheads="1"/>
          </p:cNvSpPr>
          <p:nvPr/>
        </p:nvSpPr>
        <p:spPr bwMode="auto">
          <a:xfrm>
            <a:off x="28194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605" name="Oval 165"/>
          <p:cNvSpPr>
            <a:spLocks noChangeAspect="1" noChangeArrowheads="1"/>
          </p:cNvSpPr>
          <p:nvPr/>
        </p:nvSpPr>
        <p:spPr bwMode="auto">
          <a:xfrm>
            <a:off x="3124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606" name="Oval 166"/>
          <p:cNvSpPr>
            <a:spLocks noChangeAspect="1" noChangeArrowheads="1"/>
          </p:cNvSpPr>
          <p:nvPr/>
        </p:nvSpPr>
        <p:spPr bwMode="auto">
          <a:xfrm>
            <a:off x="3429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607" name="Oval 167"/>
          <p:cNvSpPr>
            <a:spLocks noChangeAspect="1" noChangeArrowheads="1"/>
          </p:cNvSpPr>
          <p:nvPr/>
        </p:nvSpPr>
        <p:spPr bwMode="auto">
          <a:xfrm>
            <a:off x="37338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608" name="Oval 168"/>
          <p:cNvSpPr>
            <a:spLocks noChangeAspect="1" noChangeArrowheads="1"/>
          </p:cNvSpPr>
          <p:nvPr/>
        </p:nvSpPr>
        <p:spPr bwMode="auto">
          <a:xfrm>
            <a:off x="40386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609" name="Oval 169"/>
          <p:cNvSpPr>
            <a:spLocks noChangeAspect="1" noChangeArrowheads="1"/>
          </p:cNvSpPr>
          <p:nvPr/>
        </p:nvSpPr>
        <p:spPr bwMode="auto">
          <a:xfrm>
            <a:off x="43434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610" name="Oval 170"/>
          <p:cNvSpPr>
            <a:spLocks noChangeAspect="1" noChangeArrowheads="1"/>
          </p:cNvSpPr>
          <p:nvPr/>
        </p:nvSpPr>
        <p:spPr bwMode="auto">
          <a:xfrm>
            <a:off x="4648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611" name="Oval 171"/>
          <p:cNvSpPr>
            <a:spLocks noChangeAspect="1" noChangeArrowheads="1"/>
          </p:cNvSpPr>
          <p:nvPr/>
        </p:nvSpPr>
        <p:spPr bwMode="auto">
          <a:xfrm>
            <a:off x="4953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612" name="Oval 172"/>
          <p:cNvSpPr>
            <a:spLocks noChangeAspect="1" noChangeArrowheads="1"/>
          </p:cNvSpPr>
          <p:nvPr/>
        </p:nvSpPr>
        <p:spPr bwMode="auto">
          <a:xfrm>
            <a:off x="52578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613" name="Oval 173"/>
          <p:cNvSpPr>
            <a:spLocks noChangeAspect="1" noChangeArrowheads="1"/>
          </p:cNvSpPr>
          <p:nvPr/>
        </p:nvSpPr>
        <p:spPr bwMode="auto">
          <a:xfrm>
            <a:off x="55626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614" name="Oval 174"/>
          <p:cNvSpPr>
            <a:spLocks noChangeAspect="1" noChangeArrowheads="1"/>
          </p:cNvSpPr>
          <p:nvPr/>
        </p:nvSpPr>
        <p:spPr bwMode="auto">
          <a:xfrm>
            <a:off x="58674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615" name="Oval 175"/>
          <p:cNvSpPr>
            <a:spLocks noChangeAspect="1" noChangeArrowheads="1"/>
          </p:cNvSpPr>
          <p:nvPr/>
        </p:nvSpPr>
        <p:spPr bwMode="auto">
          <a:xfrm>
            <a:off x="6172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616" name="Oval 176"/>
          <p:cNvSpPr>
            <a:spLocks noChangeAspect="1" noChangeArrowheads="1"/>
          </p:cNvSpPr>
          <p:nvPr/>
        </p:nvSpPr>
        <p:spPr bwMode="auto">
          <a:xfrm>
            <a:off x="6477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617" name="Oval 177"/>
          <p:cNvSpPr>
            <a:spLocks noChangeAspect="1" noChangeArrowheads="1"/>
          </p:cNvSpPr>
          <p:nvPr/>
        </p:nvSpPr>
        <p:spPr bwMode="auto">
          <a:xfrm>
            <a:off x="67818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618" name="Oval 178"/>
          <p:cNvSpPr>
            <a:spLocks noChangeAspect="1" noChangeArrowheads="1"/>
          </p:cNvSpPr>
          <p:nvPr/>
        </p:nvSpPr>
        <p:spPr bwMode="auto">
          <a:xfrm>
            <a:off x="2209800" y="46783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0</a:t>
            </a:r>
          </a:p>
        </p:txBody>
      </p:sp>
      <p:sp>
        <p:nvSpPr>
          <p:cNvPr id="61619" name="Oval 179"/>
          <p:cNvSpPr>
            <a:spLocks noChangeAspect="1" noChangeArrowheads="1"/>
          </p:cNvSpPr>
          <p:nvPr/>
        </p:nvSpPr>
        <p:spPr bwMode="auto">
          <a:xfrm>
            <a:off x="2514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620" name="Oval 180"/>
          <p:cNvSpPr>
            <a:spLocks noChangeAspect="1" noChangeArrowheads="1"/>
          </p:cNvSpPr>
          <p:nvPr/>
        </p:nvSpPr>
        <p:spPr bwMode="auto">
          <a:xfrm>
            <a:off x="2819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621" name="Oval 181"/>
          <p:cNvSpPr>
            <a:spLocks noChangeAspect="1" noChangeArrowheads="1"/>
          </p:cNvSpPr>
          <p:nvPr/>
        </p:nvSpPr>
        <p:spPr bwMode="auto">
          <a:xfrm>
            <a:off x="3124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622" name="Oval 182"/>
          <p:cNvSpPr>
            <a:spLocks noChangeAspect="1" noChangeArrowheads="1"/>
          </p:cNvSpPr>
          <p:nvPr/>
        </p:nvSpPr>
        <p:spPr bwMode="auto">
          <a:xfrm>
            <a:off x="3429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623" name="Oval 183"/>
          <p:cNvSpPr>
            <a:spLocks noChangeAspect="1" noChangeArrowheads="1"/>
          </p:cNvSpPr>
          <p:nvPr/>
        </p:nvSpPr>
        <p:spPr bwMode="auto">
          <a:xfrm>
            <a:off x="3733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624" name="Oval 184"/>
          <p:cNvSpPr>
            <a:spLocks noChangeAspect="1" noChangeArrowheads="1"/>
          </p:cNvSpPr>
          <p:nvPr/>
        </p:nvSpPr>
        <p:spPr bwMode="auto">
          <a:xfrm>
            <a:off x="4038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625" name="Oval 185"/>
          <p:cNvSpPr>
            <a:spLocks noChangeAspect="1" noChangeArrowheads="1"/>
          </p:cNvSpPr>
          <p:nvPr/>
        </p:nvSpPr>
        <p:spPr bwMode="auto">
          <a:xfrm>
            <a:off x="4343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626" name="Oval 186"/>
          <p:cNvSpPr>
            <a:spLocks noChangeAspect="1" noChangeArrowheads="1"/>
          </p:cNvSpPr>
          <p:nvPr/>
        </p:nvSpPr>
        <p:spPr bwMode="auto">
          <a:xfrm>
            <a:off x="4648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627" name="Oval 187"/>
          <p:cNvSpPr>
            <a:spLocks noChangeAspect="1" noChangeArrowheads="1"/>
          </p:cNvSpPr>
          <p:nvPr/>
        </p:nvSpPr>
        <p:spPr bwMode="auto">
          <a:xfrm>
            <a:off x="4953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628" name="Oval 188"/>
          <p:cNvSpPr>
            <a:spLocks noChangeAspect="1" noChangeArrowheads="1"/>
          </p:cNvSpPr>
          <p:nvPr/>
        </p:nvSpPr>
        <p:spPr bwMode="auto">
          <a:xfrm>
            <a:off x="5257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629" name="Oval 189"/>
          <p:cNvSpPr>
            <a:spLocks noChangeAspect="1" noChangeArrowheads="1"/>
          </p:cNvSpPr>
          <p:nvPr/>
        </p:nvSpPr>
        <p:spPr bwMode="auto">
          <a:xfrm>
            <a:off x="5562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630" name="Oval 190"/>
          <p:cNvSpPr>
            <a:spLocks noChangeAspect="1" noChangeArrowheads="1"/>
          </p:cNvSpPr>
          <p:nvPr/>
        </p:nvSpPr>
        <p:spPr bwMode="auto">
          <a:xfrm>
            <a:off x="5867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631" name="Oval 191"/>
          <p:cNvSpPr>
            <a:spLocks noChangeAspect="1" noChangeArrowheads="1"/>
          </p:cNvSpPr>
          <p:nvPr/>
        </p:nvSpPr>
        <p:spPr bwMode="auto">
          <a:xfrm>
            <a:off x="6172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632" name="Oval 192"/>
          <p:cNvSpPr>
            <a:spLocks noChangeAspect="1" noChangeArrowheads="1"/>
          </p:cNvSpPr>
          <p:nvPr/>
        </p:nvSpPr>
        <p:spPr bwMode="auto">
          <a:xfrm>
            <a:off x="6477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633" name="Oval 193"/>
          <p:cNvSpPr>
            <a:spLocks noChangeAspect="1" noChangeArrowheads="1"/>
          </p:cNvSpPr>
          <p:nvPr/>
        </p:nvSpPr>
        <p:spPr bwMode="auto">
          <a:xfrm>
            <a:off x="6781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1634" name="Oval 194"/>
          <p:cNvSpPr>
            <a:spLocks noChangeAspect="1" noChangeArrowheads="1"/>
          </p:cNvSpPr>
          <p:nvPr/>
        </p:nvSpPr>
        <p:spPr bwMode="auto">
          <a:xfrm>
            <a:off x="2209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1635" name="Oval 195"/>
          <p:cNvSpPr>
            <a:spLocks noChangeAspect="1" noChangeArrowheads="1"/>
          </p:cNvSpPr>
          <p:nvPr/>
        </p:nvSpPr>
        <p:spPr bwMode="auto">
          <a:xfrm>
            <a:off x="2514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0</a:t>
            </a:r>
          </a:p>
        </p:txBody>
      </p:sp>
      <p:sp>
        <p:nvSpPr>
          <p:cNvPr id="61636" name="Oval 196"/>
          <p:cNvSpPr>
            <a:spLocks noChangeAspect="1" noChangeArrowheads="1"/>
          </p:cNvSpPr>
          <p:nvPr/>
        </p:nvSpPr>
        <p:spPr bwMode="auto">
          <a:xfrm>
            <a:off x="2819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61637" name="Oval 197"/>
          <p:cNvSpPr>
            <a:spLocks noChangeAspect="1" noChangeArrowheads="1"/>
          </p:cNvSpPr>
          <p:nvPr/>
        </p:nvSpPr>
        <p:spPr bwMode="auto">
          <a:xfrm>
            <a:off x="3124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61638" name="Oval 198"/>
          <p:cNvSpPr>
            <a:spLocks noChangeAspect="1" noChangeArrowheads="1"/>
          </p:cNvSpPr>
          <p:nvPr/>
        </p:nvSpPr>
        <p:spPr bwMode="auto">
          <a:xfrm>
            <a:off x="3429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61639" name="Oval 199"/>
          <p:cNvSpPr>
            <a:spLocks noChangeAspect="1" noChangeArrowheads="1"/>
          </p:cNvSpPr>
          <p:nvPr/>
        </p:nvSpPr>
        <p:spPr bwMode="auto">
          <a:xfrm>
            <a:off x="3733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61640" name="Oval 200"/>
          <p:cNvSpPr>
            <a:spLocks noChangeAspect="1" noChangeArrowheads="1"/>
          </p:cNvSpPr>
          <p:nvPr/>
        </p:nvSpPr>
        <p:spPr bwMode="auto">
          <a:xfrm>
            <a:off x="4038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61641" name="Oval 201"/>
          <p:cNvSpPr>
            <a:spLocks noChangeAspect="1" noChangeArrowheads="1"/>
          </p:cNvSpPr>
          <p:nvPr/>
        </p:nvSpPr>
        <p:spPr bwMode="auto">
          <a:xfrm>
            <a:off x="4343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61642" name="Oval 202"/>
          <p:cNvSpPr>
            <a:spLocks noChangeAspect="1" noChangeArrowheads="1"/>
          </p:cNvSpPr>
          <p:nvPr/>
        </p:nvSpPr>
        <p:spPr bwMode="auto">
          <a:xfrm>
            <a:off x="4648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61643" name="Oval 203"/>
          <p:cNvSpPr>
            <a:spLocks noChangeAspect="1" noChangeArrowheads="1"/>
          </p:cNvSpPr>
          <p:nvPr/>
        </p:nvSpPr>
        <p:spPr bwMode="auto">
          <a:xfrm>
            <a:off x="4953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61644" name="Oval 204"/>
          <p:cNvSpPr>
            <a:spLocks noChangeAspect="1" noChangeArrowheads="1"/>
          </p:cNvSpPr>
          <p:nvPr/>
        </p:nvSpPr>
        <p:spPr bwMode="auto">
          <a:xfrm>
            <a:off x="5257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61645" name="Oval 205"/>
          <p:cNvSpPr>
            <a:spLocks noChangeAspect="1" noChangeArrowheads="1"/>
          </p:cNvSpPr>
          <p:nvPr/>
        </p:nvSpPr>
        <p:spPr bwMode="auto">
          <a:xfrm>
            <a:off x="5562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61646" name="Oval 206"/>
          <p:cNvSpPr>
            <a:spLocks noChangeAspect="1" noChangeArrowheads="1"/>
          </p:cNvSpPr>
          <p:nvPr/>
        </p:nvSpPr>
        <p:spPr bwMode="auto">
          <a:xfrm>
            <a:off x="5867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61647" name="Oval 207"/>
          <p:cNvSpPr>
            <a:spLocks noChangeAspect="1" noChangeArrowheads="1"/>
          </p:cNvSpPr>
          <p:nvPr/>
        </p:nvSpPr>
        <p:spPr bwMode="auto">
          <a:xfrm>
            <a:off x="6172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12</a:t>
            </a:r>
          </a:p>
        </p:txBody>
      </p:sp>
      <p:sp>
        <p:nvSpPr>
          <p:cNvPr id="61648" name="Oval 208"/>
          <p:cNvSpPr>
            <a:spLocks noChangeAspect="1" noChangeArrowheads="1"/>
          </p:cNvSpPr>
          <p:nvPr/>
        </p:nvSpPr>
        <p:spPr bwMode="auto">
          <a:xfrm>
            <a:off x="6477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13</a:t>
            </a:r>
          </a:p>
        </p:txBody>
      </p:sp>
      <p:sp>
        <p:nvSpPr>
          <p:cNvPr id="61649" name="Oval 209"/>
          <p:cNvSpPr>
            <a:spLocks noChangeAspect="1" noChangeArrowheads="1"/>
          </p:cNvSpPr>
          <p:nvPr/>
        </p:nvSpPr>
        <p:spPr bwMode="auto">
          <a:xfrm>
            <a:off x="6781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14</a:t>
            </a:r>
          </a:p>
        </p:txBody>
      </p:sp>
      <p:graphicFrame>
        <p:nvGraphicFramePr>
          <p:cNvPr id="61650" name="Group 210"/>
          <p:cNvGraphicFramePr>
            <a:graphicFrameLocks noGrp="1"/>
          </p:cNvGraphicFramePr>
          <p:nvPr/>
        </p:nvGraphicFramePr>
        <p:xfrm>
          <a:off x="7543800" y="2362200"/>
          <a:ext cx="457200" cy="1828800"/>
        </p:xfrm>
        <a:graphic>
          <a:graphicData uri="http://schemas.openxmlformats.org/drawingml/2006/table">
            <a:tbl>
              <a:tblPr/>
              <a:tblGrid>
                <a:gridCol w="4572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1668" name="Text Box 228"/>
          <p:cNvSpPr txBox="1">
            <a:spLocks noChangeArrowheads="1"/>
          </p:cNvSpPr>
          <p:nvPr/>
        </p:nvSpPr>
        <p:spPr bwMode="auto">
          <a:xfrm>
            <a:off x="342900" y="228600"/>
            <a:ext cx="845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2800" b="1">
                <a:solidFill>
                  <a:schemeClr val="accent2"/>
                </a:solidFill>
                <a:latin typeface="Arial" charset="0"/>
              </a:rPr>
              <a:t>Span Flood-Fill</a:t>
            </a:r>
            <a:r>
              <a:rPr lang="en-US" altLang="en-US" sz="3200" b="1">
                <a:solidFill>
                  <a:schemeClr val="accent2"/>
                </a:solidFill>
                <a:latin typeface="Arial" charset="0"/>
              </a:rPr>
              <a:t> Algorithm (</a:t>
            </a:r>
            <a:r>
              <a:rPr lang="en-US" altLang="en-US" sz="3200" b="1">
                <a:solidFill>
                  <a:srgbClr val="FF0000"/>
                </a:solidFill>
                <a:latin typeface="Arial" charset="0"/>
              </a:rPr>
              <a:t>example</a:t>
            </a:r>
            <a:r>
              <a:rPr lang="en-US" altLang="en-US" sz="3200" b="1">
                <a:solidFill>
                  <a:schemeClr val="accent2"/>
                </a:solidFill>
                <a:latin typeface="Arial" charset="0"/>
              </a:rPr>
              <a:t>)</a:t>
            </a:r>
            <a:endParaRPr lang="en-US" altLang="en-US" sz="2800">
              <a:latin typeface="Arial" charset="0"/>
              <a:cs typeface="Arial"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Slide Number Placeholder 3"/>
          <p:cNvSpPr>
            <a:spLocks noGrp="1"/>
          </p:cNvSpPr>
          <p:nvPr>
            <p:ph type="sldNum" sz="quarter" idx="12"/>
          </p:nvPr>
        </p:nvSpPr>
        <p:spPr/>
        <p:txBody>
          <a:bodyPr/>
          <a:lstStyle/>
          <a:p>
            <a:fld id="{F43EC6EE-3F11-4656-987C-63E506918903}" type="slidenum">
              <a:rPr lang="en-US" altLang="en-US"/>
              <a:pPr/>
              <a:t>54</a:t>
            </a:fld>
            <a:endParaRPr lang="en-US" altLang="en-US"/>
          </a:p>
        </p:txBody>
      </p:sp>
      <p:sp>
        <p:nvSpPr>
          <p:cNvPr id="62466" name="Oval 2"/>
          <p:cNvSpPr>
            <a:spLocks noChangeAspect="1" noChangeArrowheads="1"/>
          </p:cNvSpPr>
          <p:nvPr/>
        </p:nvSpPr>
        <p:spPr bwMode="auto">
          <a:xfrm>
            <a:off x="2179638" y="13255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62467" name="Oval 3"/>
          <p:cNvSpPr>
            <a:spLocks noChangeAspect="1" noChangeArrowheads="1"/>
          </p:cNvSpPr>
          <p:nvPr/>
        </p:nvSpPr>
        <p:spPr bwMode="auto">
          <a:xfrm>
            <a:off x="2484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468" name="Oval 4"/>
          <p:cNvSpPr>
            <a:spLocks noChangeAspect="1" noChangeArrowheads="1"/>
          </p:cNvSpPr>
          <p:nvPr/>
        </p:nvSpPr>
        <p:spPr bwMode="auto">
          <a:xfrm>
            <a:off x="2789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469" name="Oval 5"/>
          <p:cNvSpPr>
            <a:spLocks noChangeAspect="1" noChangeArrowheads="1"/>
          </p:cNvSpPr>
          <p:nvPr/>
        </p:nvSpPr>
        <p:spPr bwMode="auto">
          <a:xfrm>
            <a:off x="3094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470" name="Oval 6"/>
          <p:cNvSpPr>
            <a:spLocks noChangeAspect="1" noChangeArrowheads="1"/>
          </p:cNvSpPr>
          <p:nvPr/>
        </p:nvSpPr>
        <p:spPr bwMode="auto">
          <a:xfrm>
            <a:off x="3398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471" name="Oval 7"/>
          <p:cNvSpPr>
            <a:spLocks noChangeAspect="1" noChangeArrowheads="1"/>
          </p:cNvSpPr>
          <p:nvPr/>
        </p:nvSpPr>
        <p:spPr bwMode="auto">
          <a:xfrm>
            <a:off x="3703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472" name="Oval 8"/>
          <p:cNvSpPr>
            <a:spLocks noChangeAspect="1" noChangeArrowheads="1"/>
          </p:cNvSpPr>
          <p:nvPr/>
        </p:nvSpPr>
        <p:spPr bwMode="auto">
          <a:xfrm>
            <a:off x="4008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473" name="Oval 9"/>
          <p:cNvSpPr>
            <a:spLocks noChangeAspect="1" noChangeArrowheads="1"/>
          </p:cNvSpPr>
          <p:nvPr/>
        </p:nvSpPr>
        <p:spPr bwMode="auto">
          <a:xfrm>
            <a:off x="4313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474" name="Oval 10"/>
          <p:cNvSpPr>
            <a:spLocks noChangeAspect="1" noChangeArrowheads="1"/>
          </p:cNvSpPr>
          <p:nvPr/>
        </p:nvSpPr>
        <p:spPr bwMode="auto">
          <a:xfrm>
            <a:off x="4618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475" name="Oval 11"/>
          <p:cNvSpPr>
            <a:spLocks noChangeAspect="1" noChangeArrowheads="1"/>
          </p:cNvSpPr>
          <p:nvPr/>
        </p:nvSpPr>
        <p:spPr bwMode="auto">
          <a:xfrm>
            <a:off x="4922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476" name="Oval 12"/>
          <p:cNvSpPr>
            <a:spLocks noChangeAspect="1" noChangeArrowheads="1"/>
          </p:cNvSpPr>
          <p:nvPr/>
        </p:nvSpPr>
        <p:spPr bwMode="auto">
          <a:xfrm>
            <a:off x="5227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477" name="Oval 13"/>
          <p:cNvSpPr>
            <a:spLocks noChangeAspect="1" noChangeArrowheads="1"/>
          </p:cNvSpPr>
          <p:nvPr/>
        </p:nvSpPr>
        <p:spPr bwMode="auto">
          <a:xfrm>
            <a:off x="5532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478" name="Oval 14"/>
          <p:cNvSpPr>
            <a:spLocks noChangeAspect="1" noChangeArrowheads="1"/>
          </p:cNvSpPr>
          <p:nvPr/>
        </p:nvSpPr>
        <p:spPr bwMode="auto">
          <a:xfrm>
            <a:off x="5837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479" name="Oval 15"/>
          <p:cNvSpPr>
            <a:spLocks noChangeAspect="1" noChangeArrowheads="1"/>
          </p:cNvSpPr>
          <p:nvPr/>
        </p:nvSpPr>
        <p:spPr bwMode="auto">
          <a:xfrm>
            <a:off x="6142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480" name="Oval 16"/>
          <p:cNvSpPr>
            <a:spLocks noChangeAspect="1" noChangeArrowheads="1"/>
          </p:cNvSpPr>
          <p:nvPr/>
        </p:nvSpPr>
        <p:spPr bwMode="auto">
          <a:xfrm>
            <a:off x="6446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481" name="Oval 17"/>
          <p:cNvSpPr>
            <a:spLocks noChangeAspect="1" noChangeArrowheads="1"/>
          </p:cNvSpPr>
          <p:nvPr/>
        </p:nvSpPr>
        <p:spPr bwMode="auto">
          <a:xfrm>
            <a:off x="6751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482" name="Oval 18"/>
          <p:cNvSpPr>
            <a:spLocks noChangeAspect="1" noChangeArrowheads="1"/>
          </p:cNvSpPr>
          <p:nvPr/>
        </p:nvSpPr>
        <p:spPr bwMode="auto">
          <a:xfrm>
            <a:off x="2179638" y="16303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62483" name="Oval 19"/>
          <p:cNvSpPr>
            <a:spLocks noChangeAspect="1" noChangeArrowheads="1"/>
          </p:cNvSpPr>
          <p:nvPr/>
        </p:nvSpPr>
        <p:spPr bwMode="auto">
          <a:xfrm>
            <a:off x="24844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484" name="Oval 20"/>
          <p:cNvSpPr>
            <a:spLocks noChangeAspect="1" noChangeArrowheads="1"/>
          </p:cNvSpPr>
          <p:nvPr/>
        </p:nvSpPr>
        <p:spPr bwMode="auto">
          <a:xfrm>
            <a:off x="27892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485" name="Oval 21"/>
          <p:cNvSpPr>
            <a:spLocks noChangeAspect="1" noChangeArrowheads="1"/>
          </p:cNvSpPr>
          <p:nvPr/>
        </p:nvSpPr>
        <p:spPr bwMode="auto">
          <a:xfrm>
            <a:off x="30940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486" name="Oval 22"/>
          <p:cNvSpPr>
            <a:spLocks noChangeAspect="1" noChangeArrowheads="1"/>
          </p:cNvSpPr>
          <p:nvPr/>
        </p:nvSpPr>
        <p:spPr bwMode="auto">
          <a:xfrm>
            <a:off x="33988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487" name="Oval 23"/>
          <p:cNvSpPr>
            <a:spLocks noChangeAspect="1" noChangeArrowheads="1"/>
          </p:cNvSpPr>
          <p:nvPr/>
        </p:nvSpPr>
        <p:spPr bwMode="auto">
          <a:xfrm>
            <a:off x="37036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488" name="Oval 24"/>
          <p:cNvSpPr>
            <a:spLocks noChangeAspect="1" noChangeArrowheads="1"/>
          </p:cNvSpPr>
          <p:nvPr/>
        </p:nvSpPr>
        <p:spPr bwMode="auto">
          <a:xfrm>
            <a:off x="40084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489" name="Oval 25"/>
          <p:cNvSpPr>
            <a:spLocks noChangeAspect="1" noChangeArrowheads="1"/>
          </p:cNvSpPr>
          <p:nvPr/>
        </p:nvSpPr>
        <p:spPr bwMode="auto">
          <a:xfrm>
            <a:off x="43132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490" name="Oval 26"/>
          <p:cNvSpPr>
            <a:spLocks noChangeAspect="1" noChangeArrowheads="1"/>
          </p:cNvSpPr>
          <p:nvPr/>
        </p:nvSpPr>
        <p:spPr bwMode="auto">
          <a:xfrm>
            <a:off x="46180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491" name="Oval 27"/>
          <p:cNvSpPr>
            <a:spLocks noChangeAspect="1" noChangeArrowheads="1"/>
          </p:cNvSpPr>
          <p:nvPr/>
        </p:nvSpPr>
        <p:spPr bwMode="auto">
          <a:xfrm>
            <a:off x="49228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492" name="Oval 28"/>
          <p:cNvSpPr>
            <a:spLocks noChangeAspect="1" noChangeArrowheads="1"/>
          </p:cNvSpPr>
          <p:nvPr/>
        </p:nvSpPr>
        <p:spPr bwMode="auto">
          <a:xfrm>
            <a:off x="52276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493" name="Oval 29"/>
          <p:cNvSpPr>
            <a:spLocks noChangeAspect="1" noChangeArrowheads="1"/>
          </p:cNvSpPr>
          <p:nvPr/>
        </p:nvSpPr>
        <p:spPr bwMode="auto">
          <a:xfrm>
            <a:off x="55324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494" name="Oval 30"/>
          <p:cNvSpPr>
            <a:spLocks noChangeAspect="1" noChangeArrowheads="1"/>
          </p:cNvSpPr>
          <p:nvPr/>
        </p:nvSpPr>
        <p:spPr bwMode="auto">
          <a:xfrm>
            <a:off x="58372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495" name="Oval 31"/>
          <p:cNvSpPr>
            <a:spLocks noChangeAspect="1" noChangeArrowheads="1"/>
          </p:cNvSpPr>
          <p:nvPr/>
        </p:nvSpPr>
        <p:spPr bwMode="auto">
          <a:xfrm>
            <a:off x="61420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496" name="Oval 32"/>
          <p:cNvSpPr>
            <a:spLocks noChangeAspect="1" noChangeArrowheads="1"/>
          </p:cNvSpPr>
          <p:nvPr/>
        </p:nvSpPr>
        <p:spPr bwMode="auto">
          <a:xfrm>
            <a:off x="64468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497" name="Oval 33"/>
          <p:cNvSpPr>
            <a:spLocks noChangeAspect="1" noChangeArrowheads="1"/>
          </p:cNvSpPr>
          <p:nvPr/>
        </p:nvSpPr>
        <p:spPr bwMode="auto">
          <a:xfrm>
            <a:off x="67516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498" name="Oval 34"/>
          <p:cNvSpPr>
            <a:spLocks noChangeAspect="1" noChangeArrowheads="1"/>
          </p:cNvSpPr>
          <p:nvPr/>
        </p:nvSpPr>
        <p:spPr bwMode="auto">
          <a:xfrm>
            <a:off x="2179638" y="19351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62499" name="Oval 35"/>
          <p:cNvSpPr>
            <a:spLocks noChangeAspect="1" noChangeArrowheads="1"/>
          </p:cNvSpPr>
          <p:nvPr/>
        </p:nvSpPr>
        <p:spPr bwMode="auto">
          <a:xfrm>
            <a:off x="24844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00" name="Oval 36"/>
          <p:cNvSpPr>
            <a:spLocks noChangeAspect="1" noChangeArrowheads="1"/>
          </p:cNvSpPr>
          <p:nvPr/>
        </p:nvSpPr>
        <p:spPr bwMode="auto">
          <a:xfrm>
            <a:off x="27892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01" name="Oval 37"/>
          <p:cNvSpPr>
            <a:spLocks noChangeAspect="1" noChangeArrowheads="1"/>
          </p:cNvSpPr>
          <p:nvPr/>
        </p:nvSpPr>
        <p:spPr bwMode="auto">
          <a:xfrm>
            <a:off x="30940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02" name="Oval 38"/>
          <p:cNvSpPr>
            <a:spLocks noChangeAspect="1" noChangeArrowheads="1"/>
          </p:cNvSpPr>
          <p:nvPr/>
        </p:nvSpPr>
        <p:spPr bwMode="auto">
          <a:xfrm>
            <a:off x="33988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62503" name="Oval 39"/>
          <p:cNvSpPr>
            <a:spLocks noChangeAspect="1" noChangeArrowheads="1"/>
          </p:cNvSpPr>
          <p:nvPr/>
        </p:nvSpPr>
        <p:spPr bwMode="auto">
          <a:xfrm>
            <a:off x="3703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04" name="Oval 40"/>
          <p:cNvSpPr>
            <a:spLocks noChangeAspect="1" noChangeArrowheads="1"/>
          </p:cNvSpPr>
          <p:nvPr/>
        </p:nvSpPr>
        <p:spPr bwMode="auto">
          <a:xfrm>
            <a:off x="40084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05" name="Oval 41"/>
          <p:cNvSpPr>
            <a:spLocks noChangeAspect="1" noChangeArrowheads="1"/>
          </p:cNvSpPr>
          <p:nvPr/>
        </p:nvSpPr>
        <p:spPr bwMode="auto">
          <a:xfrm>
            <a:off x="43132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06" name="Oval 42"/>
          <p:cNvSpPr>
            <a:spLocks noChangeAspect="1" noChangeArrowheads="1"/>
          </p:cNvSpPr>
          <p:nvPr/>
        </p:nvSpPr>
        <p:spPr bwMode="auto">
          <a:xfrm>
            <a:off x="46180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07" name="Oval 43"/>
          <p:cNvSpPr>
            <a:spLocks noChangeAspect="1" noChangeArrowheads="1"/>
          </p:cNvSpPr>
          <p:nvPr/>
        </p:nvSpPr>
        <p:spPr bwMode="auto">
          <a:xfrm>
            <a:off x="49228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08" name="Oval 44"/>
          <p:cNvSpPr>
            <a:spLocks noChangeAspect="1" noChangeArrowheads="1"/>
          </p:cNvSpPr>
          <p:nvPr/>
        </p:nvSpPr>
        <p:spPr bwMode="auto">
          <a:xfrm>
            <a:off x="5227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09" name="Oval 45"/>
          <p:cNvSpPr>
            <a:spLocks noChangeAspect="1" noChangeArrowheads="1"/>
          </p:cNvSpPr>
          <p:nvPr/>
        </p:nvSpPr>
        <p:spPr bwMode="auto">
          <a:xfrm>
            <a:off x="55324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10" name="Oval 46"/>
          <p:cNvSpPr>
            <a:spLocks noChangeAspect="1" noChangeArrowheads="1"/>
          </p:cNvSpPr>
          <p:nvPr/>
        </p:nvSpPr>
        <p:spPr bwMode="auto">
          <a:xfrm>
            <a:off x="5837238" y="19351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62511" name="Oval 47"/>
          <p:cNvSpPr>
            <a:spLocks noChangeAspect="1" noChangeArrowheads="1"/>
          </p:cNvSpPr>
          <p:nvPr/>
        </p:nvSpPr>
        <p:spPr bwMode="auto">
          <a:xfrm>
            <a:off x="6142038" y="19351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12" name="Oval 48"/>
          <p:cNvSpPr>
            <a:spLocks noChangeAspect="1" noChangeArrowheads="1"/>
          </p:cNvSpPr>
          <p:nvPr/>
        </p:nvSpPr>
        <p:spPr bwMode="auto">
          <a:xfrm>
            <a:off x="64468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13" name="Oval 49"/>
          <p:cNvSpPr>
            <a:spLocks noChangeAspect="1" noChangeArrowheads="1"/>
          </p:cNvSpPr>
          <p:nvPr/>
        </p:nvSpPr>
        <p:spPr bwMode="auto">
          <a:xfrm>
            <a:off x="6751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14" name="Oval 50"/>
          <p:cNvSpPr>
            <a:spLocks noChangeAspect="1" noChangeArrowheads="1"/>
          </p:cNvSpPr>
          <p:nvPr/>
        </p:nvSpPr>
        <p:spPr bwMode="auto">
          <a:xfrm>
            <a:off x="2179638" y="22399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62515" name="Oval 51"/>
          <p:cNvSpPr>
            <a:spLocks noChangeAspect="1" noChangeArrowheads="1"/>
          </p:cNvSpPr>
          <p:nvPr/>
        </p:nvSpPr>
        <p:spPr bwMode="auto">
          <a:xfrm>
            <a:off x="24844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16" name="Oval 52"/>
          <p:cNvSpPr>
            <a:spLocks noChangeAspect="1" noChangeArrowheads="1"/>
          </p:cNvSpPr>
          <p:nvPr/>
        </p:nvSpPr>
        <p:spPr bwMode="auto">
          <a:xfrm>
            <a:off x="27892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17" name="Oval 53"/>
          <p:cNvSpPr>
            <a:spLocks noChangeAspect="1" noChangeArrowheads="1"/>
          </p:cNvSpPr>
          <p:nvPr/>
        </p:nvSpPr>
        <p:spPr bwMode="auto">
          <a:xfrm>
            <a:off x="30940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18" name="Oval 54"/>
          <p:cNvSpPr>
            <a:spLocks noChangeAspect="1" noChangeArrowheads="1"/>
          </p:cNvSpPr>
          <p:nvPr/>
        </p:nvSpPr>
        <p:spPr bwMode="auto">
          <a:xfrm>
            <a:off x="33988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62519" name="Oval 55"/>
          <p:cNvSpPr>
            <a:spLocks noChangeAspect="1" noChangeArrowheads="1"/>
          </p:cNvSpPr>
          <p:nvPr/>
        </p:nvSpPr>
        <p:spPr bwMode="auto">
          <a:xfrm>
            <a:off x="37036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20" name="Oval 56"/>
          <p:cNvSpPr>
            <a:spLocks noChangeAspect="1" noChangeArrowheads="1"/>
          </p:cNvSpPr>
          <p:nvPr/>
        </p:nvSpPr>
        <p:spPr bwMode="auto">
          <a:xfrm>
            <a:off x="40084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21" name="Oval 57"/>
          <p:cNvSpPr>
            <a:spLocks noChangeAspect="1" noChangeArrowheads="1"/>
          </p:cNvSpPr>
          <p:nvPr/>
        </p:nvSpPr>
        <p:spPr bwMode="auto">
          <a:xfrm>
            <a:off x="43132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22" name="Oval 58"/>
          <p:cNvSpPr>
            <a:spLocks noChangeAspect="1" noChangeArrowheads="1"/>
          </p:cNvSpPr>
          <p:nvPr/>
        </p:nvSpPr>
        <p:spPr bwMode="auto">
          <a:xfrm>
            <a:off x="46180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23" name="Oval 59"/>
          <p:cNvSpPr>
            <a:spLocks noChangeAspect="1" noChangeArrowheads="1"/>
          </p:cNvSpPr>
          <p:nvPr/>
        </p:nvSpPr>
        <p:spPr bwMode="auto">
          <a:xfrm>
            <a:off x="49228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24" name="Oval 60"/>
          <p:cNvSpPr>
            <a:spLocks noChangeAspect="1" noChangeArrowheads="1"/>
          </p:cNvSpPr>
          <p:nvPr/>
        </p:nvSpPr>
        <p:spPr bwMode="auto">
          <a:xfrm>
            <a:off x="52276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25" name="Oval 61"/>
          <p:cNvSpPr>
            <a:spLocks noChangeAspect="1" noChangeArrowheads="1"/>
          </p:cNvSpPr>
          <p:nvPr/>
        </p:nvSpPr>
        <p:spPr bwMode="auto">
          <a:xfrm>
            <a:off x="55324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62526" name="Oval 62"/>
          <p:cNvSpPr>
            <a:spLocks noChangeAspect="1" noChangeArrowheads="1"/>
          </p:cNvSpPr>
          <p:nvPr/>
        </p:nvSpPr>
        <p:spPr bwMode="auto">
          <a:xfrm>
            <a:off x="58372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27" name="Oval 63"/>
          <p:cNvSpPr>
            <a:spLocks noChangeAspect="1" noChangeArrowheads="1"/>
          </p:cNvSpPr>
          <p:nvPr/>
        </p:nvSpPr>
        <p:spPr bwMode="auto">
          <a:xfrm>
            <a:off x="61420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28" name="Oval 64"/>
          <p:cNvSpPr>
            <a:spLocks noChangeAspect="1" noChangeArrowheads="1"/>
          </p:cNvSpPr>
          <p:nvPr/>
        </p:nvSpPr>
        <p:spPr bwMode="auto">
          <a:xfrm>
            <a:off x="64468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29" name="Oval 65"/>
          <p:cNvSpPr>
            <a:spLocks noChangeAspect="1" noChangeArrowheads="1"/>
          </p:cNvSpPr>
          <p:nvPr/>
        </p:nvSpPr>
        <p:spPr bwMode="auto">
          <a:xfrm>
            <a:off x="67516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30" name="Oval 66"/>
          <p:cNvSpPr>
            <a:spLocks noChangeAspect="1" noChangeArrowheads="1"/>
          </p:cNvSpPr>
          <p:nvPr/>
        </p:nvSpPr>
        <p:spPr bwMode="auto">
          <a:xfrm>
            <a:off x="2179638" y="25447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62531" name="Oval 67"/>
          <p:cNvSpPr>
            <a:spLocks noChangeAspect="1" noChangeArrowheads="1"/>
          </p:cNvSpPr>
          <p:nvPr/>
        </p:nvSpPr>
        <p:spPr bwMode="auto">
          <a:xfrm>
            <a:off x="24844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32" name="Oval 68"/>
          <p:cNvSpPr>
            <a:spLocks noChangeAspect="1" noChangeArrowheads="1"/>
          </p:cNvSpPr>
          <p:nvPr/>
        </p:nvSpPr>
        <p:spPr bwMode="auto">
          <a:xfrm>
            <a:off x="27892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33" name="Oval 69"/>
          <p:cNvSpPr>
            <a:spLocks noChangeAspect="1" noChangeArrowheads="1"/>
          </p:cNvSpPr>
          <p:nvPr/>
        </p:nvSpPr>
        <p:spPr bwMode="auto">
          <a:xfrm>
            <a:off x="3094038" y="25447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34" name="Oval 70"/>
          <p:cNvSpPr>
            <a:spLocks noChangeAspect="1" noChangeArrowheads="1"/>
          </p:cNvSpPr>
          <p:nvPr/>
        </p:nvSpPr>
        <p:spPr bwMode="auto">
          <a:xfrm>
            <a:off x="33988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62535" name="Oval 71"/>
          <p:cNvSpPr>
            <a:spLocks noChangeAspect="1" noChangeArrowheads="1"/>
          </p:cNvSpPr>
          <p:nvPr/>
        </p:nvSpPr>
        <p:spPr bwMode="auto">
          <a:xfrm>
            <a:off x="37036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36" name="Oval 72"/>
          <p:cNvSpPr>
            <a:spLocks noChangeAspect="1" noChangeArrowheads="1"/>
          </p:cNvSpPr>
          <p:nvPr/>
        </p:nvSpPr>
        <p:spPr bwMode="auto">
          <a:xfrm>
            <a:off x="40084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37" name="Oval 73"/>
          <p:cNvSpPr>
            <a:spLocks noChangeAspect="1" noChangeArrowheads="1"/>
          </p:cNvSpPr>
          <p:nvPr/>
        </p:nvSpPr>
        <p:spPr bwMode="auto">
          <a:xfrm>
            <a:off x="43132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38" name="Oval 74"/>
          <p:cNvSpPr>
            <a:spLocks noChangeAspect="1" noChangeArrowheads="1"/>
          </p:cNvSpPr>
          <p:nvPr/>
        </p:nvSpPr>
        <p:spPr bwMode="auto">
          <a:xfrm>
            <a:off x="46180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39" name="Oval 75"/>
          <p:cNvSpPr>
            <a:spLocks noChangeAspect="1" noChangeArrowheads="1"/>
          </p:cNvSpPr>
          <p:nvPr/>
        </p:nvSpPr>
        <p:spPr bwMode="auto">
          <a:xfrm>
            <a:off x="49228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40" name="Oval 76"/>
          <p:cNvSpPr>
            <a:spLocks noChangeAspect="1" noChangeArrowheads="1"/>
          </p:cNvSpPr>
          <p:nvPr/>
        </p:nvSpPr>
        <p:spPr bwMode="auto">
          <a:xfrm>
            <a:off x="52276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41" name="Oval 77"/>
          <p:cNvSpPr>
            <a:spLocks noChangeAspect="1" noChangeArrowheads="1"/>
          </p:cNvSpPr>
          <p:nvPr/>
        </p:nvSpPr>
        <p:spPr bwMode="auto">
          <a:xfrm>
            <a:off x="55324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42" name="Oval 78"/>
          <p:cNvSpPr>
            <a:spLocks noChangeAspect="1" noChangeArrowheads="1"/>
          </p:cNvSpPr>
          <p:nvPr/>
        </p:nvSpPr>
        <p:spPr bwMode="auto">
          <a:xfrm>
            <a:off x="58372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43" name="Oval 79"/>
          <p:cNvSpPr>
            <a:spLocks noChangeAspect="1" noChangeArrowheads="1"/>
          </p:cNvSpPr>
          <p:nvPr/>
        </p:nvSpPr>
        <p:spPr bwMode="auto">
          <a:xfrm>
            <a:off x="61420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44" name="Oval 80"/>
          <p:cNvSpPr>
            <a:spLocks noChangeAspect="1" noChangeArrowheads="1"/>
          </p:cNvSpPr>
          <p:nvPr/>
        </p:nvSpPr>
        <p:spPr bwMode="auto">
          <a:xfrm>
            <a:off x="6446838" y="25447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45" name="Oval 81"/>
          <p:cNvSpPr>
            <a:spLocks noChangeAspect="1" noChangeArrowheads="1"/>
          </p:cNvSpPr>
          <p:nvPr/>
        </p:nvSpPr>
        <p:spPr bwMode="auto">
          <a:xfrm>
            <a:off x="67516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46" name="Oval 82"/>
          <p:cNvSpPr>
            <a:spLocks noChangeAspect="1" noChangeArrowheads="1"/>
          </p:cNvSpPr>
          <p:nvPr/>
        </p:nvSpPr>
        <p:spPr bwMode="auto">
          <a:xfrm>
            <a:off x="2209800" y="28495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62547" name="Oval 83"/>
          <p:cNvSpPr>
            <a:spLocks noChangeAspect="1" noChangeArrowheads="1"/>
          </p:cNvSpPr>
          <p:nvPr/>
        </p:nvSpPr>
        <p:spPr bwMode="auto">
          <a:xfrm>
            <a:off x="25146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48" name="Oval 84"/>
          <p:cNvSpPr>
            <a:spLocks noChangeAspect="1" noChangeArrowheads="1"/>
          </p:cNvSpPr>
          <p:nvPr/>
        </p:nvSpPr>
        <p:spPr bwMode="auto">
          <a:xfrm>
            <a:off x="28194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49" name="Oval 85"/>
          <p:cNvSpPr>
            <a:spLocks noChangeAspect="1" noChangeArrowheads="1"/>
          </p:cNvSpPr>
          <p:nvPr/>
        </p:nvSpPr>
        <p:spPr bwMode="auto">
          <a:xfrm>
            <a:off x="31242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50" name="Oval 86"/>
          <p:cNvSpPr>
            <a:spLocks noChangeAspect="1" noChangeArrowheads="1"/>
          </p:cNvSpPr>
          <p:nvPr/>
        </p:nvSpPr>
        <p:spPr bwMode="auto">
          <a:xfrm>
            <a:off x="34290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62551" name="Oval 87"/>
          <p:cNvSpPr>
            <a:spLocks noChangeAspect="1" noChangeArrowheads="1"/>
          </p:cNvSpPr>
          <p:nvPr/>
        </p:nvSpPr>
        <p:spPr bwMode="auto">
          <a:xfrm>
            <a:off x="37338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52" name="Oval 88"/>
          <p:cNvSpPr>
            <a:spLocks noChangeAspect="1" noChangeArrowheads="1"/>
          </p:cNvSpPr>
          <p:nvPr/>
        </p:nvSpPr>
        <p:spPr bwMode="auto">
          <a:xfrm>
            <a:off x="40386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53" name="Oval 89"/>
          <p:cNvSpPr>
            <a:spLocks noChangeAspect="1" noChangeArrowheads="1"/>
          </p:cNvSpPr>
          <p:nvPr/>
        </p:nvSpPr>
        <p:spPr bwMode="auto">
          <a:xfrm>
            <a:off x="43434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54" name="Oval 90"/>
          <p:cNvSpPr>
            <a:spLocks noChangeAspect="1" noChangeArrowheads="1"/>
          </p:cNvSpPr>
          <p:nvPr/>
        </p:nvSpPr>
        <p:spPr bwMode="auto">
          <a:xfrm>
            <a:off x="46482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55" name="Oval 91"/>
          <p:cNvSpPr>
            <a:spLocks noChangeAspect="1" noChangeArrowheads="1"/>
          </p:cNvSpPr>
          <p:nvPr/>
        </p:nvSpPr>
        <p:spPr bwMode="auto">
          <a:xfrm>
            <a:off x="49530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56" name="Oval 92"/>
          <p:cNvSpPr>
            <a:spLocks noChangeAspect="1" noChangeArrowheads="1"/>
          </p:cNvSpPr>
          <p:nvPr/>
        </p:nvSpPr>
        <p:spPr bwMode="auto">
          <a:xfrm>
            <a:off x="52578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62557" name="Oval 93"/>
          <p:cNvSpPr>
            <a:spLocks noChangeAspect="1" noChangeArrowheads="1"/>
          </p:cNvSpPr>
          <p:nvPr/>
        </p:nvSpPr>
        <p:spPr bwMode="auto">
          <a:xfrm>
            <a:off x="55626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58" name="Oval 94"/>
          <p:cNvSpPr>
            <a:spLocks noChangeAspect="1" noChangeArrowheads="1"/>
          </p:cNvSpPr>
          <p:nvPr/>
        </p:nvSpPr>
        <p:spPr bwMode="auto">
          <a:xfrm>
            <a:off x="58674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59" name="Oval 95"/>
          <p:cNvSpPr>
            <a:spLocks noChangeAspect="1" noChangeArrowheads="1"/>
          </p:cNvSpPr>
          <p:nvPr/>
        </p:nvSpPr>
        <p:spPr bwMode="auto">
          <a:xfrm>
            <a:off x="61722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60" name="Oval 96"/>
          <p:cNvSpPr>
            <a:spLocks noChangeAspect="1" noChangeArrowheads="1"/>
          </p:cNvSpPr>
          <p:nvPr/>
        </p:nvSpPr>
        <p:spPr bwMode="auto">
          <a:xfrm>
            <a:off x="64770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61" name="Oval 97"/>
          <p:cNvSpPr>
            <a:spLocks noChangeAspect="1" noChangeArrowheads="1"/>
          </p:cNvSpPr>
          <p:nvPr/>
        </p:nvSpPr>
        <p:spPr bwMode="auto">
          <a:xfrm>
            <a:off x="67818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62" name="Oval 98"/>
          <p:cNvSpPr>
            <a:spLocks noChangeAspect="1" noChangeArrowheads="1"/>
          </p:cNvSpPr>
          <p:nvPr/>
        </p:nvSpPr>
        <p:spPr bwMode="auto">
          <a:xfrm>
            <a:off x="2209800" y="31543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62563" name="Oval 99"/>
          <p:cNvSpPr>
            <a:spLocks noChangeAspect="1" noChangeArrowheads="1"/>
          </p:cNvSpPr>
          <p:nvPr/>
        </p:nvSpPr>
        <p:spPr bwMode="auto">
          <a:xfrm>
            <a:off x="25146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64" name="Oval 100"/>
          <p:cNvSpPr>
            <a:spLocks noChangeAspect="1" noChangeArrowheads="1"/>
          </p:cNvSpPr>
          <p:nvPr/>
        </p:nvSpPr>
        <p:spPr bwMode="auto">
          <a:xfrm>
            <a:off x="28194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65" name="Oval 101"/>
          <p:cNvSpPr>
            <a:spLocks noChangeAspect="1" noChangeArrowheads="1"/>
          </p:cNvSpPr>
          <p:nvPr/>
        </p:nvSpPr>
        <p:spPr bwMode="auto">
          <a:xfrm>
            <a:off x="31242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66" name="Oval 102"/>
          <p:cNvSpPr>
            <a:spLocks noChangeAspect="1" noChangeArrowheads="1"/>
          </p:cNvSpPr>
          <p:nvPr/>
        </p:nvSpPr>
        <p:spPr bwMode="auto">
          <a:xfrm>
            <a:off x="34290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2567" name="Oval 103"/>
          <p:cNvSpPr>
            <a:spLocks noChangeAspect="1" noChangeArrowheads="1"/>
          </p:cNvSpPr>
          <p:nvPr/>
        </p:nvSpPr>
        <p:spPr bwMode="auto">
          <a:xfrm>
            <a:off x="37338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68" name="Oval 104"/>
          <p:cNvSpPr>
            <a:spLocks noChangeAspect="1" noChangeArrowheads="1"/>
          </p:cNvSpPr>
          <p:nvPr/>
        </p:nvSpPr>
        <p:spPr bwMode="auto">
          <a:xfrm>
            <a:off x="40386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69" name="Oval 105"/>
          <p:cNvSpPr>
            <a:spLocks noChangeAspect="1" noChangeArrowheads="1"/>
          </p:cNvSpPr>
          <p:nvPr/>
        </p:nvSpPr>
        <p:spPr bwMode="auto">
          <a:xfrm>
            <a:off x="43434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70" name="Oval 106"/>
          <p:cNvSpPr>
            <a:spLocks noChangeAspect="1" noChangeArrowheads="1"/>
          </p:cNvSpPr>
          <p:nvPr/>
        </p:nvSpPr>
        <p:spPr bwMode="auto">
          <a:xfrm>
            <a:off x="46482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71" name="Oval 107"/>
          <p:cNvSpPr>
            <a:spLocks noChangeAspect="1" noChangeArrowheads="1"/>
          </p:cNvSpPr>
          <p:nvPr/>
        </p:nvSpPr>
        <p:spPr bwMode="auto">
          <a:xfrm>
            <a:off x="49530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72" name="Oval 108"/>
          <p:cNvSpPr>
            <a:spLocks noChangeAspect="1" noChangeArrowheads="1"/>
          </p:cNvSpPr>
          <p:nvPr/>
        </p:nvSpPr>
        <p:spPr bwMode="auto">
          <a:xfrm>
            <a:off x="52578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73" name="Oval 109"/>
          <p:cNvSpPr>
            <a:spLocks noChangeAspect="1" noChangeArrowheads="1"/>
          </p:cNvSpPr>
          <p:nvPr/>
        </p:nvSpPr>
        <p:spPr bwMode="auto">
          <a:xfrm>
            <a:off x="55626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74" name="Oval 110"/>
          <p:cNvSpPr>
            <a:spLocks noChangeAspect="1" noChangeArrowheads="1"/>
          </p:cNvSpPr>
          <p:nvPr/>
        </p:nvSpPr>
        <p:spPr bwMode="auto">
          <a:xfrm>
            <a:off x="58674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S</a:t>
            </a:r>
          </a:p>
        </p:txBody>
      </p:sp>
      <p:sp>
        <p:nvSpPr>
          <p:cNvPr id="62575" name="Oval 111"/>
          <p:cNvSpPr>
            <a:spLocks noChangeAspect="1" noChangeArrowheads="1"/>
          </p:cNvSpPr>
          <p:nvPr/>
        </p:nvSpPr>
        <p:spPr bwMode="auto">
          <a:xfrm>
            <a:off x="61722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76" name="Oval 112"/>
          <p:cNvSpPr>
            <a:spLocks noChangeAspect="1" noChangeArrowheads="1"/>
          </p:cNvSpPr>
          <p:nvPr/>
        </p:nvSpPr>
        <p:spPr bwMode="auto">
          <a:xfrm>
            <a:off x="64770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77" name="Oval 113"/>
          <p:cNvSpPr>
            <a:spLocks noChangeAspect="1" noChangeArrowheads="1"/>
          </p:cNvSpPr>
          <p:nvPr/>
        </p:nvSpPr>
        <p:spPr bwMode="auto">
          <a:xfrm>
            <a:off x="67818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78" name="Oval 114"/>
          <p:cNvSpPr>
            <a:spLocks noChangeAspect="1" noChangeArrowheads="1"/>
          </p:cNvSpPr>
          <p:nvPr/>
        </p:nvSpPr>
        <p:spPr bwMode="auto">
          <a:xfrm>
            <a:off x="2209800" y="3459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62579" name="Oval 115"/>
          <p:cNvSpPr>
            <a:spLocks noChangeAspect="1" noChangeArrowheads="1"/>
          </p:cNvSpPr>
          <p:nvPr/>
        </p:nvSpPr>
        <p:spPr bwMode="auto">
          <a:xfrm>
            <a:off x="25146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80" name="Oval 116"/>
          <p:cNvSpPr>
            <a:spLocks noChangeAspect="1" noChangeArrowheads="1"/>
          </p:cNvSpPr>
          <p:nvPr/>
        </p:nvSpPr>
        <p:spPr bwMode="auto">
          <a:xfrm>
            <a:off x="28194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81" name="Oval 117"/>
          <p:cNvSpPr>
            <a:spLocks noChangeAspect="1" noChangeArrowheads="1"/>
          </p:cNvSpPr>
          <p:nvPr/>
        </p:nvSpPr>
        <p:spPr bwMode="auto">
          <a:xfrm>
            <a:off x="31242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82" name="Oval 118"/>
          <p:cNvSpPr>
            <a:spLocks noChangeAspect="1" noChangeArrowheads="1"/>
          </p:cNvSpPr>
          <p:nvPr/>
        </p:nvSpPr>
        <p:spPr bwMode="auto">
          <a:xfrm>
            <a:off x="34290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2583" name="Oval 119"/>
          <p:cNvSpPr>
            <a:spLocks noChangeAspect="1" noChangeArrowheads="1"/>
          </p:cNvSpPr>
          <p:nvPr/>
        </p:nvSpPr>
        <p:spPr bwMode="auto">
          <a:xfrm>
            <a:off x="3733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84" name="Oval 120"/>
          <p:cNvSpPr>
            <a:spLocks noChangeAspect="1" noChangeArrowheads="1"/>
          </p:cNvSpPr>
          <p:nvPr/>
        </p:nvSpPr>
        <p:spPr bwMode="auto">
          <a:xfrm>
            <a:off x="40386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85" name="Oval 121"/>
          <p:cNvSpPr>
            <a:spLocks noChangeAspect="1" noChangeArrowheads="1"/>
          </p:cNvSpPr>
          <p:nvPr/>
        </p:nvSpPr>
        <p:spPr bwMode="auto">
          <a:xfrm>
            <a:off x="43434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86" name="Oval 122"/>
          <p:cNvSpPr>
            <a:spLocks noChangeAspect="1" noChangeArrowheads="1"/>
          </p:cNvSpPr>
          <p:nvPr/>
        </p:nvSpPr>
        <p:spPr bwMode="auto">
          <a:xfrm>
            <a:off x="46482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87" name="Oval 123"/>
          <p:cNvSpPr>
            <a:spLocks noChangeAspect="1" noChangeArrowheads="1"/>
          </p:cNvSpPr>
          <p:nvPr/>
        </p:nvSpPr>
        <p:spPr bwMode="auto">
          <a:xfrm>
            <a:off x="49530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88" name="Oval 124"/>
          <p:cNvSpPr>
            <a:spLocks noChangeAspect="1" noChangeArrowheads="1"/>
          </p:cNvSpPr>
          <p:nvPr/>
        </p:nvSpPr>
        <p:spPr bwMode="auto">
          <a:xfrm>
            <a:off x="5257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62589" name="Oval 125"/>
          <p:cNvSpPr>
            <a:spLocks noChangeAspect="1" noChangeArrowheads="1"/>
          </p:cNvSpPr>
          <p:nvPr/>
        </p:nvSpPr>
        <p:spPr bwMode="auto">
          <a:xfrm>
            <a:off x="55626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90" name="Oval 126"/>
          <p:cNvSpPr>
            <a:spLocks noChangeAspect="1" noChangeArrowheads="1"/>
          </p:cNvSpPr>
          <p:nvPr/>
        </p:nvSpPr>
        <p:spPr bwMode="auto">
          <a:xfrm>
            <a:off x="58674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91" name="Oval 127"/>
          <p:cNvSpPr>
            <a:spLocks noChangeAspect="1" noChangeArrowheads="1"/>
          </p:cNvSpPr>
          <p:nvPr/>
        </p:nvSpPr>
        <p:spPr bwMode="auto">
          <a:xfrm>
            <a:off x="61722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92" name="Oval 128"/>
          <p:cNvSpPr>
            <a:spLocks noChangeAspect="1" noChangeArrowheads="1"/>
          </p:cNvSpPr>
          <p:nvPr/>
        </p:nvSpPr>
        <p:spPr bwMode="auto">
          <a:xfrm>
            <a:off x="64770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93" name="Oval 129"/>
          <p:cNvSpPr>
            <a:spLocks noChangeAspect="1" noChangeArrowheads="1"/>
          </p:cNvSpPr>
          <p:nvPr/>
        </p:nvSpPr>
        <p:spPr bwMode="auto">
          <a:xfrm>
            <a:off x="6781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94" name="Oval 130"/>
          <p:cNvSpPr>
            <a:spLocks noChangeAspect="1" noChangeArrowheads="1"/>
          </p:cNvSpPr>
          <p:nvPr/>
        </p:nvSpPr>
        <p:spPr bwMode="auto">
          <a:xfrm>
            <a:off x="2209800" y="37639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62595" name="Oval 131"/>
          <p:cNvSpPr>
            <a:spLocks noChangeAspect="1" noChangeArrowheads="1"/>
          </p:cNvSpPr>
          <p:nvPr/>
        </p:nvSpPr>
        <p:spPr bwMode="auto">
          <a:xfrm>
            <a:off x="2514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96" name="Oval 132"/>
          <p:cNvSpPr>
            <a:spLocks noChangeAspect="1" noChangeArrowheads="1"/>
          </p:cNvSpPr>
          <p:nvPr/>
        </p:nvSpPr>
        <p:spPr bwMode="auto">
          <a:xfrm>
            <a:off x="2819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97" name="Oval 133"/>
          <p:cNvSpPr>
            <a:spLocks noChangeAspect="1" noChangeArrowheads="1"/>
          </p:cNvSpPr>
          <p:nvPr/>
        </p:nvSpPr>
        <p:spPr bwMode="auto">
          <a:xfrm>
            <a:off x="3124200" y="37639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598" name="Oval 134"/>
          <p:cNvSpPr>
            <a:spLocks noChangeAspect="1" noChangeArrowheads="1"/>
          </p:cNvSpPr>
          <p:nvPr/>
        </p:nvSpPr>
        <p:spPr bwMode="auto">
          <a:xfrm>
            <a:off x="34290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2599" name="Oval 135"/>
          <p:cNvSpPr>
            <a:spLocks noChangeAspect="1" noChangeArrowheads="1"/>
          </p:cNvSpPr>
          <p:nvPr/>
        </p:nvSpPr>
        <p:spPr bwMode="auto">
          <a:xfrm>
            <a:off x="3733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00" name="Oval 136"/>
          <p:cNvSpPr>
            <a:spLocks noChangeAspect="1" noChangeArrowheads="1"/>
          </p:cNvSpPr>
          <p:nvPr/>
        </p:nvSpPr>
        <p:spPr bwMode="auto">
          <a:xfrm>
            <a:off x="4038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01" name="Oval 137"/>
          <p:cNvSpPr>
            <a:spLocks noChangeAspect="1" noChangeArrowheads="1"/>
          </p:cNvSpPr>
          <p:nvPr/>
        </p:nvSpPr>
        <p:spPr bwMode="auto">
          <a:xfrm>
            <a:off x="4343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02" name="Oval 138"/>
          <p:cNvSpPr>
            <a:spLocks noChangeAspect="1" noChangeArrowheads="1"/>
          </p:cNvSpPr>
          <p:nvPr/>
        </p:nvSpPr>
        <p:spPr bwMode="auto">
          <a:xfrm>
            <a:off x="46482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03" name="Oval 139"/>
          <p:cNvSpPr>
            <a:spLocks noChangeAspect="1" noChangeArrowheads="1"/>
          </p:cNvSpPr>
          <p:nvPr/>
        </p:nvSpPr>
        <p:spPr bwMode="auto">
          <a:xfrm>
            <a:off x="49530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04" name="Oval 140"/>
          <p:cNvSpPr>
            <a:spLocks noChangeAspect="1" noChangeArrowheads="1"/>
          </p:cNvSpPr>
          <p:nvPr/>
        </p:nvSpPr>
        <p:spPr bwMode="auto">
          <a:xfrm>
            <a:off x="5257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05" name="Oval 141"/>
          <p:cNvSpPr>
            <a:spLocks noChangeAspect="1" noChangeArrowheads="1"/>
          </p:cNvSpPr>
          <p:nvPr/>
        </p:nvSpPr>
        <p:spPr bwMode="auto">
          <a:xfrm>
            <a:off x="5562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06" name="Oval 142"/>
          <p:cNvSpPr>
            <a:spLocks noChangeAspect="1" noChangeArrowheads="1"/>
          </p:cNvSpPr>
          <p:nvPr/>
        </p:nvSpPr>
        <p:spPr bwMode="auto">
          <a:xfrm>
            <a:off x="5867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07" name="Oval 143"/>
          <p:cNvSpPr>
            <a:spLocks noChangeAspect="1" noChangeArrowheads="1"/>
          </p:cNvSpPr>
          <p:nvPr/>
        </p:nvSpPr>
        <p:spPr bwMode="auto">
          <a:xfrm>
            <a:off x="61722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08" name="Oval 144"/>
          <p:cNvSpPr>
            <a:spLocks noChangeAspect="1" noChangeArrowheads="1"/>
          </p:cNvSpPr>
          <p:nvPr/>
        </p:nvSpPr>
        <p:spPr bwMode="auto">
          <a:xfrm>
            <a:off x="6477000" y="37639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09" name="Oval 145"/>
          <p:cNvSpPr>
            <a:spLocks noChangeAspect="1" noChangeArrowheads="1"/>
          </p:cNvSpPr>
          <p:nvPr/>
        </p:nvSpPr>
        <p:spPr bwMode="auto">
          <a:xfrm>
            <a:off x="6781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10" name="Oval 146"/>
          <p:cNvSpPr>
            <a:spLocks noChangeAspect="1" noChangeArrowheads="1"/>
          </p:cNvSpPr>
          <p:nvPr/>
        </p:nvSpPr>
        <p:spPr bwMode="auto">
          <a:xfrm>
            <a:off x="2209800" y="40687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62611" name="Oval 147"/>
          <p:cNvSpPr>
            <a:spLocks noChangeAspect="1" noChangeArrowheads="1"/>
          </p:cNvSpPr>
          <p:nvPr/>
        </p:nvSpPr>
        <p:spPr bwMode="auto">
          <a:xfrm>
            <a:off x="2514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12" name="Oval 148"/>
          <p:cNvSpPr>
            <a:spLocks noChangeAspect="1" noChangeArrowheads="1"/>
          </p:cNvSpPr>
          <p:nvPr/>
        </p:nvSpPr>
        <p:spPr bwMode="auto">
          <a:xfrm>
            <a:off x="2819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13" name="Oval 149"/>
          <p:cNvSpPr>
            <a:spLocks noChangeAspect="1" noChangeArrowheads="1"/>
          </p:cNvSpPr>
          <p:nvPr/>
        </p:nvSpPr>
        <p:spPr bwMode="auto">
          <a:xfrm>
            <a:off x="3124200" y="40687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14" name="Oval 150"/>
          <p:cNvSpPr>
            <a:spLocks noChangeAspect="1" noChangeArrowheads="1"/>
          </p:cNvSpPr>
          <p:nvPr/>
        </p:nvSpPr>
        <p:spPr bwMode="auto">
          <a:xfrm>
            <a:off x="34290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2615" name="Oval 151"/>
          <p:cNvSpPr>
            <a:spLocks noChangeAspect="1" noChangeArrowheads="1"/>
          </p:cNvSpPr>
          <p:nvPr/>
        </p:nvSpPr>
        <p:spPr bwMode="auto">
          <a:xfrm>
            <a:off x="3733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16" name="Oval 152"/>
          <p:cNvSpPr>
            <a:spLocks noChangeAspect="1" noChangeArrowheads="1"/>
          </p:cNvSpPr>
          <p:nvPr/>
        </p:nvSpPr>
        <p:spPr bwMode="auto">
          <a:xfrm>
            <a:off x="4038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17" name="Oval 153"/>
          <p:cNvSpPr>
            <a:spLocks noChangeAspect="1" noChangeArrowheads="1"/>
          </p:cNvSpPr>
          <p:nvPr/>
        </p:nvSpPr>
        <p:spPr bwMode="auto">
          <a:xfrm>
            <a:off x="4343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18" name="Oval 154"/>
          <p:cNvSpPr>
            <a:spLocks noChangeAspect="1" noChangeArrowheads="1"/>
          </p:cNvSpPr>
          <p:nvPr/>
        </p:nvSpPr>
        <p:spPr bwMode="auto">
          <a:xfrm>
            <a:off x="46482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19" name="Oval 155"/>
          <p:cNvSpPr>
            <a:spLocks noChangeAspect="1" noChangeArrowheads="1"/>
          </p:cNvSpPr>
          <p:nvPr/>
        </p:nvSpPr>
        <p:spPr bwMode="auto">
          <a:xfrm>
            <a:off x="49530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20" name="Oval 156"/>
          <p:cNvSpPr>
            <a:spLocks noChangeAspect="1" noChangeArrowheads="1"/>
          </p:cNvSpPr>
          <p:nvPr/>
        </p:nvSpPr>
        <p:spPr bwMode="auto">
          <a:xfrm>
            <a:off x="5257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21" name="Oval 157"/>
          <p:cNvSpPr>
            <a:spLocks noChangeAspect="1" noChangeArrowheads="1"/>
          </p:cNvSpPr>
          <p:nvPr/>
        </p:nvSpPr>
        <p:spPr bwMode="auto">
          <a:xfrm>
            <a:off x="5562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22" name="Oval 158"/>
          <p:cNvSpPr>
            <a:spLocks noChangeAspect="1" noChangeArrowheads="1"/>
          </p:cNvSpPr>
          <p:nvPr/>
        </p:nvSpPr>
        <p:spPr bwMode="auto">
          <a:xfrm>
            <a:off x="5867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23" name="Oval 159"/>
          <p:cNvSpPr>
            <a:spLocks noChangeAspect="1" noChangeArrowheads="1"/>
          </p:cNvSpPr>
          <p:nvPr/>
        </p:nvSpPr>
        <p:spPr bwMode="auto">
          <a:xfrm>
            <a:off x="61722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24" name="Oval 160"/>
          <p:cNvSpPr>
            <a:spLocks noChangeAspect="1" noChangeArrowheads="1"/>
          </p:cNvSpPr>
          <p:nvPr/>
        </p:nvSpPr>
        <p:spPr bwMode="auto">
          <a:xfrm>
            <a:off x="6477000" y="40687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25" name="Oval 161"/>
          <p:cNvSpPr>
            <a:spLocks noChangeAspect="1" noChangeArrowheads="1"/>
          </p:cNvSpPr>
          <p:nvPr/>
        </p:nvSpPr>
        <p:spPr bwMode="auto">
          <a:xfrm>
            <a:off x="6781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26" name="Oval 162"/>
          <p:cNvSpPr>
            <a:spLocks noChangeAspect="1" noChangeArrowheads="1"/>
          </p:cNvSpPr>
          <p:nvPr/>
        </p:nvSpPr>
        <p:spPr bwMode="auto">
          <a:xfrm>
            <a:off x="2209800" y="43735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62627" name="Oval 163"/>
          <p:cNvSpPr>
            <a:spLocks noChangeAspect="1" noChangeArrowheads="1"/>
          </p:cNvSpPr>
          <p:nvPr/>
        </p:nvSpPr>
        <p:spPr bwMode="auto">
          <a:xfrm>
            <a:off x="25146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28" name="Oval 164"/>
          <p:cNvSpPr>
            <a:spLocks noChangeAspect="1" noChangeArrowheads="1"/>
          </p:cNvSpPr>
          <p:nvPr/>
        </p:nvSpPr>
        <p:spPr bwMode="auto">
          <a:xfrm>
            <a:off x="28194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29" name="Oval 165"/>
          <p:cNvSpPr>
            <a:spLocks noChangeAspect="1" noChangeArrowheads="1"/>
          </p:cNvSpPr>
          <p:nvPr/>
        </p:nvSpPr>
        <p:spPr bwMode="auto">
          <a:xfrm>
            <a:off x="3124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30" name="Oval 166"/>
          <p:cNvSpPr>
            <a:spLocks noChangeAspect="1" noChangeArrowheads="1"/>
          </p:cNvSpPr>
          <p:nvPr/>
        </p:nvSpPr>
        <p:spPr bwMode="auto">
          <a:xfrm>
            <a:off x="3429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31" name="Oval 167"/>
          <p:cNvSpPr>
            <a:spLocks noChangeAspect="1" noChangeArrowheads="1"/>
          </p:cNvSpPr>
          <p:nvPr/>
        </p:nvSpPr>
        <p:spPr bwMode="auto">
          <a:xfrm>
            <a:off x="37338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32" name="Oval 168"/>
          <p:cNvSpPr>
            <a:spLocks noChangeAspect="1" noChangeArrowheads="1"/>
          </p:cNvSpPr>
          <p:nvPr/>
        </p:nvSpPr>
        <p:spPr bwMode="auto">
          <a:xfrm>
            <a:off x="40386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33" name="Oval 169"/>
          <p:cNvSpPr>
            <a:spLocks noChangeAspect="1" noChangeArrowheads="1"/>
          </p:cNvSpPr>
          <p:nvPr/>
        </p:nvSpPr>
        <p:spPr bwMode="auto">
          <a:xfrm>
            <a:off x="43434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34" name="Oval 170"/>
          <p:cNvSpPr>
            <a:spLocks noChangeAspect="1" noChangeArrowheads="1"/>
          </p:cNvSpPr>
          <p:nvPr/>
        </p:nvSpPr>
        <p:spPr bwMode="auto">
          <a:xfrm>
            <a:off x="4648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35" name="Oval 171"/>
          <p:cNvSpPr>
            <a:spLocks noChangeAspect="1" noChangeArrowheads="1"/>
          </p:cNvSpPr>
          <p:nvPr/>
        </p:nvSpPr>
        <p:spPr bwMode="auto">
          <a:xfrm>
            <a:off x="4953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36" name="Oval 172"/>
          <p:cNvSpPr>
            <a:spLocks noChangeAspect="1" noChangeArrowheads="1"/>
          </p:cNvSpPr>
          <p:nvPr/>
        </p:nvSpPr>
        <p:spPr bwMode="auto">
          <a:xfrm>
            <a:off x="52578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37" name="Oval 173"/>
          <p:cNvSpPr>
            <a:spLocks noChangeAspect="1" noChangeArrowheads="1"/>
          </p:cNvSpPr>
          <p:nvPr/>
        </p:nvSpPr>
        <p:spPr bwMode="auto">
          <a:xfrm>
            <a:off x="55626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38" name="Oval 174"/>
          <p:cNvSpPr>
            <a:spLocks noChangeAspect="1" noChangeArrowheads="1"/>
          </p:cNvSpPr>
          <p:nvPr/>
        </p:nvSpPr>
        <p:spPr bwMode="auto">
          <a:xfrm>
            <a:off x="58674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39" name="Oval 175"/>
          <p:cNvSpPr>
            <a:spLocks noChangeAspect="1" noChangeArrowheads="1"/>
          </p:cNvSpPr>
          <p:nvPr/>
        </p:nvSpPr>
        <p:spPr bwMode="auto">
          <a:xfrm>
            <a:off x="6172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40" name="Oval 176"/>
          <p:cNvSpPr>
            <a:spLocks noChangeAspect="1" noChangeArrowheads="1"/>
          </p:cNvSpPr>
          <p:nvPr/>
        </p:nvSpPr>
        <p:spPr bwMode="auto">
          <a:xfrm>
            <a:off x="6477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41" name="Oval 177"/>
          <p:cNvSpPr>
            <a:spLocks noChangeAspect="1" noChangeArrowheads="1"/>
          </p:cNvSpPr>
          <p:nvPr/>
        </p:nvSpPr>
        <p:spPr bwMode="auto">
          <a:xfrm>
            <a:off x="67818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42" name="Oval 178"/>
          <p:cNvSpPr>
            <a:spLocks noChangeAspect="1" noChangeArrowheads="1"/>
          </p:cNvSpPr>
          <p:nvPr/>
        </p:nvSpPr>
        <p:spPr bwMode="auto">
          <a:xfrm>
            <a:off x="2209800" y="46783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0</a:t>
            </a:r>
          </a:p>
        </p:txBody>
      </p:sp>
      <p:sp>
        <p:nvSpPr>
          <p:cNvPr id="62643" name="Oval 179"/>
          <p:cNvSpPr>
            <a:spLocks noChangeAspect="1" noChangeArrowheads="1"/>
          </p:cNvSpPr>
          <p:nvPr/>
        </p:nvSpPr>
        <p:spPr bwMode="auto">
          <a:xfrm>
            <a:off x="2514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44" name="Oval 180"/>
          <p:cNvSpPr>
            <a:spLocks noChangeAspect="1" noChangeArrowheads="1"/>
          </p:cNvSpPr>
          <p:nvPr/>
        </p:nvSpPr>
        <p:spPr bwMode="auto">
          <a:xfrm>
            <a:off x="2819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45" name="Oval 181"/>
          <p:cNvSpPr>
            <a:spLocks noChangeAspect="1" noChangeArrowheads="1"/>
          </p:cNvSpPr>
          <p:nvPr/>
        </p:nvSpPr>
        <p:spPr bwMode="auto">
          <a:xfrm>
            <a:off x="3124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46" name="Oval 182"/>
          <p:cNvSpPr>
            <a:spLocks noChangeAspect="1" noChangeArrowheads="1"/>
          </p:cNvSpPr>
          <p:nvPr/>
        </p:nvSpPr>
        <p:spPr bwMode="auto">
          <a:xfrm>
            <a:off x="3429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47" name="Oval 183"/>
          <p:cNvSpPr>
            <a:spLocks noChangeAspect="1" noChangeArrowheads="1"/>
          </p:cNvSpPr>
          <p:nvPr/>
        </p:nvSpPr>
        <p:spPr bwMode="auto">
          <a:xfrm>
            <a:off x="3733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48" name="Oval 184"/>
          <p:cNvSpPr>
            <a:spLocks noChangeAspect="1" noChangeArrowheads="1"/>
          </p:cNvSpPr>
          <p:nvPr/>
        </p:nvSpPr>
        <p:spPr bwMode="auto">
          <a:xfrm>
            <a:off x="4038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49" name="Oval 185"/>
          <p:cNvSpPr>
            <a:spLocks noChangeAspect="1" noChangeArrowheads="1"/>
          </p:cNvSpPr>
          <p:nvPr/>
        </p:nvSpPr>
        <p:spPr bwMode="auto">
          <a:xfrm>
            <a:off x="4343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50" name="Oval 186"/>
          <p:cNvSpPr>
            <a:spLocks noChangeAspect="1" noChangeArrowheads="1"/>
          </p:cNvSpPr>
          <p:nvPr/>
        </p:nvSpPr>
        <p:spPr bwMode="auto">
          <a:xfrm>
            <a:off x="4648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51" name="Oval 187"/>
          <p:cNvSpPr>
            <a:spLocks noChangeAspect="1" noChangeArrowheads="1"/>
          </p:cNvSpPr>
          <p:nvPr/>
        </p:nvSpPr>
        <p:spPr bwMode="auto">
          <a:xfrm>
            <a:off x="4953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52" name="Oval 188"/>
          <p:cNvSpPr>
            <a:spLocks noChangeAspect="1" noChangeArrowheads="1"/>
          </p:cNvSpPr>
          <p:nvPr/>
        </p:nvSpPr>
        <p:spPr bwMode="auto">
          <a:xfrm>
            <a:off x="5257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53" name="Oval 189"/>
          <p:cNvSpPr>
            <a:spLocks noChangeAspect="1" noChangeArrowheads="1"/>
          </p:cNvSpPr>
          <p:nvPr/>
        </p:nvSpPr>
        <p:spPr bwMode="auto">
          <a:xfrm>
            <a:off x="5562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54" name="Oval 190"/>
          <p:cNvSpPr>
            <a:spLocks noChangeAspect="1" noChangeArrowheads="1"/>
          </p:cNvSpPr>
          <p:nvPr/>
        </p:nvSpPr>
        <p:spPr bwMode="auto">
          <a:xfrm>
            <a:off x="5867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55" name="Oval 191"/>
          <p:cNvSpPr>
            <a:spLocks noChangeAspect="1" noChangeArrowheads="1"/>
          </p:cNvSpPr>
          <p:nvPr/>
        </p:nvSpPr>
        <p:spPr bwMode="auto">
          <a:xfrm>
            <a:off x="6172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56" name="Oval 192"/>
          <p:cNvSpPr>
            <a:spLocks noChangeAspect="1" noChangeArrowheads="1"/>
          </p:cNvSpPr>
          <p:nvPr/>
        </p:nvSpPr>
        <p:spPr bwMode="auto">
          <a:xfrm>
            <a:off x="6477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57" name="Oval 193"/>
          <p:cNvSpPr>
            <a:spLocks noChangeAspect="1" noChangeArrowheads="1"/>
          </p:cNvSpPr>
          <p:nvPr/>
        </p:nvSpPr>
        <p:spPr bwMode="auto">
          <a:xfrm>
            <a:off x="6781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2658" name="Oval 194"/>
          <p:cNvSpPr>
            <a:spLocks noChangeAspect="1" noChangeArrowheads="1"/>
          </p:cNvSpPr>
          <p:nvPr/>
        </p:nvSpPr>
        <p:spPr bwMode="auto">
          <a:xfrm>
            <a:off x="2209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2659" name="Oval 195"/>
          <p:cNvSpPr>
            <a:spLocks noChangeAspect="1" noChangeArrowheads="1"/>
          </p:cNvSpPr>
          <p:nvPr/>
        </p:nvSpPr>
        <p:spPr bwMode="auto">
          <a:xfrm>
            <a:off x="2514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0</a:t>
            </a:r>
          </a:p>
        </p:txBody>
      </p:sp>
      <p:sp>
        <p:nvSpPr>
          <p:cNvPr id="62660" name="Oval 196"/>
          <p:cNvSpPr>
            <a:spLocks noChangeAspect="1" noChangeArrowheads="1"/>
          </p:cNvSpPr>
          <p:nvPr/>
        </p:nvSpPr>
        <p:spPr bwMode="auto">
          <a:xfrm>
            <a:off x="2819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62661" name="Oval 197"/>
          <p:cNvSpPr>
            <a:spLocks noChangeAspect="1" noChangeArrowheads="1"/>
          </p:cNvSpPr>
          <p:nvPr/>
        </p:nvSpPr>
        <p:spPr bwMode="auto">
          <a:xfrm>
            <a:off x="3124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62662" name="Oval 198"/>
          <p:cNvSpPr>
            <a:spLocks noChangeAspect="1" noChangeArrowheads="1"/>
          </p:cNvSpPr>
          <p:nvPr/>
        </p:nvSpPr>
        <p:spPr bwMode="auto">
          <a:xfrm>
            <a:off x="3429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62663" name="Oval 199"/>
          <p:cNvSpPr>
            <a:spLocks noChangeAspect="1" noChangeArrowheads="1"/>
          </p:cNvSpPr>
          <p:nvPr/>
        </p:nvSpPr>
        <p:spPr bwMode="auto">
          <a:xfrm>
            <a:off x="3733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62664" name="Oval 200"/>
          <p:cNvSpPr>
            <a:spLocks noChangeAspect="1" noChangeArrowheads="1"/>
          </p:cNvSpPr>
          <p:nvPr/>
        </p:nvSpPr>
        <p:spPr bwMode="auto">
          <a:xfrm>
            <a:off x="4038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62665" name="Oval 201"/>
          <p:cNvSpPr>
            <a:spLocks noChangeAspect="1" noChangeArrowheads="1"/>
          </p:cNvSpPr>
          <p:nvPr/>
        </p:nvSpPr>
        <p:spPr bwMode="auto">
          <a:xfrm>
            <a:off x="4343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62666" name="Oval 202"/>
          <p:cNvSpPr>
            <a:spLocks noChangeAspect="1" noChangeArrowheads="1"/>
          </p:cNvSpPr>
          <p:nvPr/>
        </p:nvSpPr>
        <p:spPr bwMode="auto">
          <a:xfrm>
            <a:off x="4648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62667" name="Oval 203"/>
          <p:cNvSpPr>
            <a:spLocks noChangeAspect="1" noChangeArrowheads="1"/>
          </p:cNvSpPr>
          <p:nvPr/>
        </p:nvSpPr>
        <p:spPr bwMode="auto">
          <a:xfrm>
            <a:off x="4953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62668" name="Oval 204"/>
          <p:cNvSpPr>
            <a:spLocks noChangeAspect="1" noChangeArrowheads="1"/>
          </p:cNvSpPr>
          <p:nvPr/>
        </p:nvSpPr>
        <p:spPr bwMode="auto">
          <a:xfrm>
            <a:off x="5257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62669" name="Oval 205"/>
          <p:cNvSpPr>
            <a:spLocks noChangeAspect="1" noChangeArrowheads="1"/>
          </p:cNvSpPr>
          <p:nvPr/>
        </p:nvSpPr>
        <p:spPr bwMode="auto">
          <a:xfrm>
            <a:off x="5562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62670" name="Oval 206"/>
          <p:cNvSpPr>
            <a:spLocks noChangeAspect="1" noChangeArrowheads="1"/>
          </p:cNvSpPr>
          <p:nvPr/>
        </p:nvSpPr>
        <p:spPr bwMode="auto">
          <a:xfrm>
            <a:off x="5867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62671" name="Oval 207"/>
          <p:cNvSpPr>
            <a:spLocks noChangeAspect="1" noChangeArrowheads="1"/>
          </p:cNvSpPr>
          <p:nvPr/>
        </p:nvSpPr>
        <p:spPr bwMode="auto">
          <a:xfrm>
            <a:off x="6172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12</a:t>
            </a:r>
          </a:p>
        </p:txBody>
      </p:sp>
      <p:sp>
        <p:nvSpPr>
          <p:cNvPr id="62672" name="Oval 208"/>
          <p:cNvSpPr>
            <a:spLocks noChangeAspect="1" noChangeArrowheads="1"/>
          </p:cNvSpPr>
          <p:nvPr/>
        </p:nvSpPr>
        <p:spPr bwMode="auto">
          <a:xfrm>
            <a:off x="6477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13</a:t>
            </a:r>
          </a:p>
        </p:txBody>
      </p:sp>
      <p:sp>
        <p:nvSpPr>
          <p:cNvPr id="62673" name="Oval 209"/>
          <p:cNvSpPr>
            <a:spLocks noChangeAspect="1" noChangeArrowheads="1"/>
          </p:cNvSpPr>
          <p:nvPr/>
        </p:nvSpPr>
        <p:spPr bwMode="auto">
          <a:xfrm>
            <a:off x="6781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14</a:t>
            </a:r>
          </a:p>
        </p:txBody>
      </p:sp>
      <p:graphicFrame>
        <p:nvGraphicFramePr>
          <p:cNvPr id="62674" name="Group 210"/>
          <p:cNvGraphicFramePr>
            <a:graphicFrameLocks noGrp="1"/>
          </p:cNvGraphicFramePr>
          <p:nvPr/>
        </p:nvGraphicFramePr>
        <p:xfrm>
          <a:off x="7543800" y="2362200"/>
          <a:ext cx="457200" cy="1828800"/>
        </p:xfrm>
        <a:graphic>
          <a:graphicData uri="http://schemas.openxmlformats.org/drawingml/2006/table">
            <a:tbl>
              <a:tblPr/>
              <a:tblGrid>
                <a:gridCol w="4572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8</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2692" name="Text Box 228"/>
          <p:cNvSpPr txBox="1">
            <a:spLocks noChangeArrowheads="1"/>
          </p:cNvSpPr>
          <p:nvPr/>
        </p:nvSpPr>
        <p:spPr bwMode="auto">
          <a:xfrm>
            <a:off x="342900" y="228600"/>
            <a:ext cx="845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2800" b="1">
                <a:solidFill>
                  <a:schemeClr val="accent2"/>
                </a:solidFill>
                <a:latin typeface="Arial" charset="0"/>
              </a:rPr>
              <a:t>Span Flood-Fill</a:t>
            </a:r>
            <a:r>
              <a:rPr lang="en-US" altLang="en-US" sz="3200" b="1">
                <a:solidFill>
                  <a:schemeClr val="accent2"/>
                </a:solidFill>
                <a:latin typeface="Arial" charset="0"/>
              </a:rPr>
              <a:t> Algorithm (</a:t>
            </a:r>
            <a:r>
              <a:rPr lang="en-US" altLang="en-US" sz="3200" b="1">
                <a:solidFill>
                  <a:srgbClr val="FF0000"/>
                </a:solidFill>
                <a:latin typeface="Arial" charset="0"/>
              </a:rPr>
              <a:t>example</a:t>
            </a:r>
            <a:r>
              <a:rPr lang="en-US" altLang="en-US" sz="3200" b="1">
                <a:solidFill>
                  <a:schemeClr val="accent2"/>
                </a:solidFill>
                <a:latin typeface="Arial" charset="0"/>
              </a:rPr>
              <a:t>)</a:t>
            </a:r>
            <a:endParaRPr lang="en-US" altLang="en-US" sz="2800">
              <a:latin typeface="Arial" charset="0"/>
              <a:cs typeface="Arial"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Slide Number Placeholder 3"/>
          <p:cNvSpPr>
            <a:spLocks noGrp="1"/>
          </p:cNvSpPr>
          <p:nvPr>
            <p:ph type="sldNum" sz="quarter" idx="12"/>
          </p:nvPr>
        </p:nvSpPr>
        <p:spPr/>
        <p:txBody>
          <a:bodyPr/>
          <a:lstStyle/>
          <a:p>
            <a:fld id="{DD84455A-060B-4F76-85EB-79EB34FEC8E7}" type="slidenum">
              <a:rPr lang="en-US" altLang="en-US"/>
              <a:pPr/>
              <a:t>55</a:t>
            </a:fld>
            <a:endParaRPr lang="en-US" altLang="en-US"/>
          </a:p>
        </p:txBody>
      </p:sp>
      <p:sp>
        <p:nvSpPr>
          <p:cNvPr id="63490" name="Oval 2"/>
          <p:cNvSpPr>
            <a:spLocks noChangeAspect="1" noChangeArrowheads="1"/>
          </p:cNvSpPr>
          <p:nvPr/>
        </p:nvSpPr>
        <p:spPr bwMode="auto">
          <a:xfrm>
            <a:off x="2179638" y="13255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63491" name="Oval 3"/>
          <p:cNvSpPr>
            <a:spLocks noChangeAspect="1" noChangeArrowheads="1"/>
          </p:cNvSpPr>
          <p:nvPr/>
        </p:nvSpPr>
        <p:spPr bwMode="auto">
          <a:xfrm>
            <a:off x="2484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492" name="Oval 4"/>
          <p:cNvSpPr>
            <a:spLocks noChangeAspect="1" noChangeArrowheads="1"/>
          </p:cNvSpPr>
          <p:nvPr/>
        </p:nvSpPr>
        <p:spPr bwMode="auto">
          <a:xfrm>
            <a:off x="2789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493" name="Oval 5"/>
          <p:cNvSpPr>
            <a:spLocks noChangeAspect="1" noChangeArrowheads="1"/>
          </p:cNvSpPr>
          <p:nvPr/>
        </p:nvSpPr>
        <p:spPr bwMode="auto">
          <a:xfrm>
            <a:off x="3094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494" name="Oval 6"/>
          <p:cNvSpPr>
            <a:spLocks noChangeAspect="1" noChangeArrowheads="1"/>
          </p:cNvSpPr>
          <p:nvPr/>
        </p:nvSpPr>
        <p:spPr bwMode="auto">
          <a:xfrm>
            <a:off x="3398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495" name="Oval 7"/>
          <p:cNvSpPr>
            <a:spLocks noChangeAspect="1" noChangeArrowheads="1"/>
          </p:cNvSpPr>
          <p:nvPr/>
        </p:nvSpPr>
        <p:spPr bwMode="auto">
          <a:xfrm>
            <a:off x="3703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496" name="Oval 8"/>
          <p:cNvSpPr>
            <a:spLocks noChangeAspect="1" noChangeArrowheads="1"/>
          </p:cNvSpPr>
          <p:nvPr/>
        </p:nvSpPr>
        <p:spPr bwMode="auto">
          <a:xfrm>
            <a:off x="4008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497" name="Oval 9"/>
          <p:cNvSpPr>
            <a:spLocks noChangeAspect="1" noChangeArrowheads="1"/>
          </p:cNvSpPr>
          <p:nvPr/>
        </p:nvSpPr>
        <p:spPr bwMode="auto">
          <a:xfrm>
            <a:off x="4313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498" name="Oval 10"/>
          <p:cNvSpPr>
            <a:spLocks noChangeAspect="1" noChangeArrowheads="1"/>
          </p:cNvSpPr>
          <p:nvPr/>
        </p:nvSpPr>
        <p:spPr bwMode="auto">
          <a:xfrm>
            <a:off x="4618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499" name="Oval 11"/>
          <p:cNvSpPr>
            <a:spLocks noChangeAspect="1" noChangeArrowheads="1"/>
          </p:cNvSpPr>
          <p:nvPr/>
        </p:nvSpPr>
        <p:spPr bwMode="auto">
          <a:xfrm>
            <a:off x="4922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00" name="Oval 12"/>
          <p:cNvSpPr>
            <a:spLocks noChangeAspect="1" noChangeArrowheads="1"/>
          </p:cNvSpPr>
          <p:nvPr/>
        </p:nvSpPr>
        <p:spPr bwMode="auto">
          <a:xfrm>
            <a:off x="5227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01" name="Oval 13"/>
          <p:cNvSpPr>
            <a:spLocks noChangeAspect="1" noChangeArrowheads="1"/>
          </p:cNvSpPr>
          <p:nvPr/>
        </p:nvSpPr>
        <p:spPr bwMode="auto">
          <a:xfrm>
            <a:off x="5532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02" name="Oval 14"/>
          <p:cNvSpPr>
            <a:spLocks noChangeAspect="1" noChangeArrowheads="1"/>
          </p:cNvSpPr>
          <p:nvPr/>
        </p:nvSpPr>
        <p:spPr bwMode="auto">
          <a:xfrm>
            <a:off x="5837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03" name="Oval 15"/>
          <p:cNvSpPr>
            <a:spLocks noChangeAspect="1" noChangeArrowheads="1"/>
          </p:cNvSpPr>
          <p:nvPr/>
        </p:nvSpPr>
        <p:spPr bwMode="auto">
          <a:xfrm>
            <a:off x="6142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04" name="Oval 16"/>
          <p:cNvSpPr>
            <a:spLocks noChangeAspect="1" noChangeArrowheads="1"/>
          </p:cNvSpPr>
          <p:nvPr/>
        </p:nvSpPr>
        <p:spPr bwMode="auto">
          <a:xfrm>
            <a:off x="6446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05" name="Oval 17"/>
          <p:cNvSpPr>
            <a:spLocks noChangeAspect="1" noChangeArrowheads="1"/>
          </p:cNvSpPr>
          <p:nvPr/>
        </p:nvSpPr>
        <p:spPr bwMode="auto">
          <a:xfrm>
            <a:off x="6751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06" name="Oval 18"/>
          <p:cNvSpPr>
            <a:spLocks noChangeAspect="1" noChangeArrowheads="1"/>
          </p:cNvSpPr>
          <p:nvPr/>
        </p:nvSpPr>
        <p:spPr bwMode="auto">
          <a:xfrm>
            <a:off x="2179638" y="16303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63507" name="Oval 19"/>
          <p:cNvSpPr>
            <a:spLocks noChangeAspect="1" noChangeArrowheads="1"/>
          </p:cNvSpPr>
          <p:nvPr/>
        </p:nvSpPr>
        <p:spPr bwMode="auto">
          <a:xfrm>
            <a:off x="24844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08" name="Oval 20"/>
          <p:cNvSpPr>
            <a:spLocks noChangeAspect="1" noChangeArrowheads="1"/>
          </p:cNvSpPr>
          <p:nvPr/>
        </p:nvSpPr>
        <p:spPr bwMode="auto">
          <a:xfrm>
            <a:off x="27892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09" name="Oval 21"/>
          <p:cNvSpPr>
            <a:spLocks noChangeAspect="1" noChangeArrowheads="1"/>
          </p:cNvSpPr>
          <p:nvPr/>
        </p:nvSpPr>
        <p:spPr bwMode="auto">
          <a:xfrm>
            <a:off x="30940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10" name="Oval 22"/>
          <p:cNvSpPr>
            <a:spLocks noChangeAspect="1" noChangeArrowheads="1"/>
          </p:cNvSpPr>
          <p:nvPr/>
        </p:nvSpPr>
        <p:spPr bwMode="auto">
          <a:xfrm>
            <a:off x="33988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11" name="Oval 23"/>
          <p:cNvSpPr>
            <a:spLocks noChangeAspect="1" noChangeArrowheads="1"/>
          </p:cNvSpPr>
          <p:nvPr/>
        </p:nvSpPr>
        <p:spPr bwMode="auto">
          <a:xfrm>
            <a:off x="37036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12" name="Oval 24"/>
          <p:cNvSpPr>
            <a:spLocks noChangeAspect="1" noChangeArrowheads="1"/>
          </p:cNvSpPr>
          <p:nvPr/>
        </p:nvSpPr>
        <p:spPr bwMode="auto">
          <a:xfrm>
            <a:off x="40084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13" name="Oval 25"/>
          <p:cNvSpPr>
            <a:spLocks noChangeAspect="1" noChangeArrowheads="1"/>
          </p:cNvSpPr>
          <p:nvPr/>
        </p:nvSpPr>
        <p:spPr bwMode="auto">
          <a:xfrm>
            <a:off x="43132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14" name="Oval 26"/>
          <p:cNvSpPr>
            <a:spLocks noChangeAspect="1" noChangeArrowheads="1"/>
          </p:cNvSpPr>
          <p:nvPr/>
        </p:nvSpPr>
        <p:spPr bwMode="auto">
          <a:xfrm>
            <a:off x="46180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15" name="Oval 27"/>
          <p:cNvSpPr>
            <a:spLocks noChangeAspect="1" noChangeArrowheads="1"/>
          </p:cNvSpPr>
          <p:nvPr/>
        </p:nvSpPr>
        <p:spPr bwMode="auto">
          <a:xfrm>
            <a:off x="49228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16" name="Oval 28"/>
          <p:cNvSpPr>
            <a:spLocks noChangeAspect="1" noChangeArrowheads="1"/>
          </p:cNvSpPr>
          <p:nvPr/>
        </p:nvSpPr>
        <p:spPr bwMode="auto">
          <a:xfrm>
            <a:off x="52276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17" name="Oval 29"/>
          <p:cNvSpPr>
            <a:spLocks noChangeAspect="1" noChangeArrowheads="1"/>
          </p:cNvSpPr>
          <p:nvPr/>
        </p:nvSpPr>
        <p:spPr bwMode="auto">
          <a:xfrm>
            <a:off x="55324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18" name="Oval 30"/>
          <p:cNvSpPr>
            <a:spLocks noChangeAspect="1" noChangeArrowheads="1"/>
          </p:cNvSpPr>
          <p:nvPr/>
        </p:nvSpPr>
        <p:spPr bwMode="auto">
          <a:xfrm>
            <a:off x="58372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19" name="Oval 31"/>
          <p:cNvSpPr>
            <a:spLocks noChangeAspect="1" noChangeArrowheads="1"/>
          </p:cNvSpPr>
          <p:nvPr/>
        </p:nvSpPr>
        <p:spPr bwMode="auto">
          <a:xfrm>
            <a:off x="61420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20" name="Oval 32"/>
          <p:cNvSpPr>
            <a:spLocks noChangeAspect="1" noChangeArrowheads="1"/>
          </p:cNvSpPr>
          <p:nvPr/>
        </p:nvSpPr>
        <p:spPr bwMode="auto">
          <a:xfrm>
            <a:off x="64468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21" name="Oval 33"/>
          <p:cNvSpPr>
            <a:spLocks noChangeAspect="1" noChangeArrowheads="1"/>
          </p:cNvSpPr>
          <p:nvPr/>
        </p:nvSpPr>
        <p:spPr bwMode="auto">
          <a:xfrm>
            <a:off x="67516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22" name="Oval 34"/>
          <p:cNvSpPr>
            <a:spLocks noChangeAspect="1" noChangeArrowheads="1"/>
          </p:cNvSpPr>
          <p:nvPr/>
        </p:nvSpPr>
        <p:spPr bwMode="auto">
          <a:xfrm>
            <a:off x="2179638" y="19351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63523" name="Oval 35"/>
          <p:cNvSpPr>
            <a:spLocks noChangeAspect="1" noChangeArrowheads="1"/>
          </p:cNvSpPr>
          <p:nvPr/>
        </p:nvSpPr>
        <p:spPr bwMode="auto">
          <a:xfrm>
            <a:off x="24844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24" name="Oval 36"/>
          <p:cNvSpPr>
            <a:spLocks noChangeAspect="1" noChangeArrowheads="1"/>
          </p:cNvSpPr>
          <p:nvPr/>
        </p:nvSpPr>
        <p:spPr bwMode="auto">
          <a:xfrm>
            <a:off x="27892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25" name="Oval 37"/>
          <p:cNvSpPr>
            <a:spLocks noChangeAspect="1" noChangeArrowheads="1"/>
          </p:cNvSpPr>
          <p:nvPr/>
        </p:nvSpPr>
        <p:spPr bwMode="auto">
          <a:xfrm>
            <a:off x="30940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26" name="Oval 38"/>
          <p:cNvSpPr>
            <a:spLocks noChangeAspect="1" noChangeArrowheads="1"/>
          </p:cNvSpPr>
          <p:nvPr/>
        </p:nvSpPr>
        <p:spPr bwMode="auto">
          <a:xfrm>
            <a:off x="3398838" y="19351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63527" name="Oval 39"/>
          <p:cNvSpPr>
            <a:spLocks noChangeAspect="1" noChangeArrowheads="1"/>
          </p:cNvSpPr>
          <p:nvPr/>
        </p:nvSpPr>
        <p:spPr bwMode="auto">
          <a:xfrm>
            <a:off x="3703638" y="19351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28" name="Oval 40"/>
          <p:cNvSpPr>
            <a:spLocks noChangeAspect="1" noChangeArrowheads="1"/>
          </p:cNvSpPr>
          <p:nvPr/>
        </p:nvSpPr>
        <p:spPr bwMode="auto">
          <a:xfrm>
            <a:off x="40084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29" name="Oval 41"/>
          <p:cNvSpPr>
            <a:spLocks noChangeAspect="1" noChangeArrowheads="1"/>
          </p:cNvSpPr>
          <p:nvPr/>
        </p:nvSpPr>
        <p:spPr bwMode="auto">
          <a:xfrm>
            <a:off x="43132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30" name="Oval 42"/>
          <p:cNvSpPr>
            <a:spLocks noChangeAspect="1" noChangeArrowheads="1"/>
          </p:cNvSpPr>
          <p:nvPr/>
        </p:nvSpPr>
        <p:spPr bwMode="auto">
          <a:xfrm>
            <a:off x="46180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31" name="Oval 43"/>
          <p:cNvSpPr>
            <a:spLocks noChangeAspect="1" noChangeArrowheads="1"/>
          </p:cNvSpPr>
          <p:nvPr/>
        </p:nvSpPr>
        <p:spPr bwMode="auto">
          <a:xfrm>
            <a:off x="49228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32" name="Oval 44"/>
          <p:cNvSpPr>
            <a:spLocks noChangeAspect="1" noChangeArrowheads="1"/>
          </p:cNvSpPr>
          <p:nvPr/>
        </p:nvSpPr>
        <p:spPr bwMode="auto">
          <a:xfrm>
            <a:off x="5227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33" name="Oval 45"/>
          <p:cNvSpPr>
            <a:spLocks noChangeAspect="1" noChangeArrowheads="1"/>
          </p:cNvSpPr>
          <p:nvPr/>
        </p:nvSpPr>
        <p:spPr bwMode="auto">
          <a:xfrm>
            <a:off x="55324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34" name="Oval 46"/>
          <p:cNvSpPr>
            <a:spLocks noChangeAspect="1" noChangeArrowheads="1"/>
          </p:cNvSpPr>
          <p:nvPr/>
        </p:nvSpPr>
        <p:spPr bwMode="auto">
          <a:xfrm>
            <a:off x="5837238" y="19351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63535" name="Oval 47"/>
          <p:cNvSpPr>
            <a:spLocks noChangeAspect="1" noChangeArrowheads="1"/>
          </p:cNvSpPr>
          <p:nvPr/>
        </p:nvSpPr>
        <p:spPr bwMode="auto">
          <a:xfrm>
            <a:off x="6142038" y="19351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36" name="Oval 48"/>
          <p:cNvSpPr>
            <a:spLocks noChangeAspect="1" noChangeArrowheads="1"/>
          </p:cNvSpPr>
          <p:nvPr/>
        </p:nvSpPr>
        <p:spPr bwMode="auto">
          <a:xfrm>
            <a:off x="64468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37" name="Oval 49"/>
          <p:cNvSpPr>
            <a:spLocks noChangeAspect="1" noChangeArrowheads="1"/>
          </p:cNvSpPr>
          <p:nvPr/>
        </p:nvSpPr>
        <p:spPr bwMode="auto">
          <a:xfrm>
            <a:off x="6751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38" name="Oval 50"/>
          <p:cNvSpPr>
            <a:spLocks noChangeAspect="1" noChangeArrowheads="1"/>
          </p:cNvSpPr>
          <p:nvPr/>
        </p:nvSpPr>
        <p:spPr bwMode="auto">
          <a:xfrm>
            <a:off x="2179638" y="22399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63539" name="Oval 51"/>
          <p:cNvSpPr>
            <a:spLocks noChangeAspect="1" noChangeArrowheads="1"/>
          </p:cNvSpPr>
          <p:nvPr/>
        </p:nvSpPr>
        <p:spPr bwMode="auto">
          <a:xfrm>
            <a:off x="24844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40" name="Oval 52"/>
          <p:cNvSpPr>
            <a:spLocks noChangeAspect="1" noChangeArrowheads="1"/>
          </p:cNvSpPr>
          <p:nvPr/>
        </p:nvSpPr>
        <p:spPr bwMode="auto">
          <a:xfrm>
            <a:off x="27892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41" name="Oval 53"/>
          <p:cNvSpPr>
            <a:spLocks noChangeAspect="1" noChangeArrowheads="1"/>
          </p:cNvSpPr>
          <p:nvPr/>
        </p:nvSpPr>
        <p:spPr bwMode="auto">
          <a:xfrm>
            <a:off x="30940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42" name="Oval 54"/>
          <p:cNvSpPr>
            <a:spLocks noChangeAspect="1" noChangeArrowheads="1"/>
          </p:cNvSpPr>
          <p:nvPr/>
        </p:nvSpPr>
        <p:spPr bwMode="auto">
          <a:xfrm>
            <a:off x="33988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63543" name="Oval 55"/>
          <p:cNvSpPr>
            <a:spLocks noChangeAspect="1" noChangeArrowheads="1"/>
          </p:cNvSpPr>
          <p:nvPr/>
        </p:nvSpPr>
        <p:spPr bwMode="auto">
          <a:xfrm>
            <a:off x="37036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44" name="Oval 56"/>
          <p:cNvSpPr>
            <a:spLocks noChangeAspect="1" noChangeArrowheads="1"/>
          </p:cNvSpPr>
          <p:nvPr/>
        </p:nvSpPr>
        <p:spPr bwMode="auto">
          <a:xfrm>
            <a:off x="40084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45" name="Oval 57"/>
          <p:cNvSpPr>
            <a:spLocks noChangeAspect="1" noChangeArrowheads="1"/>
          </p:cNvSpPr>
          <p:nvPr/>
        </p:nvSpPr>
        <p:spPr bwMode="auto">
          <a:xfrm>
            <a:off x="43132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46" name="Oval 58"/>
          <p:cNvSpPr>
            <a:spLocks noChangeAspect="1" noChangeArrowheads="1"/>
          </p:cNvSpPr>
          <p:nvPr/>
        </p:nvSpPr>
        <p:spPr bwMode="auto">
          <a:xfrm>
            <a:off x="46180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47" name="Oval 59"/>
          <p:cNvSpPr>
            <a:spLocks noChangeAspect="1" noChangeArrowheads="1"/>
          </p:cNvSpPr>
          <p:nvPr/>
        </p:nvSpPr>
        <p:spPr bwMode="auto">
          <a:xfrm>
            <a:off x="49228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48" name="Oval 60"/>
          <p:cNvSpPr>
            <a:spLocks noChangeAspect="1" noChangeArrowheads="1"/>
          </p:cNvSpPr>
          <p:nvPr/>
        </p:nvSpPr>
        <p:spPr bwMode="auto">
          <a:xfrm>
            <a:off x="52276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49" name="Oval 61"/>
          <p:cNvSpPr>
            <a:spLocks noChangeAspect="1" noChangeArrowheads="1"/>
          </p:cNvSpPr>
          <p:nvPr/>
        </p:nvSpPr>
        <p:spPr bwMode="auto">
          <a:xfrm>
            <a:off x="55324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63550" name="Oval 62"/>
          <p:cNvSpPr>
            <a:spLocks noChangeAspect="1" noChangeArrowheads="1"/>
          </p:cNvSpPr>
          <p:nvPr/>
        </p:nvSpPr>
        <p:spPr bwMode="auto">
          <a:xfrm>
            <a:off x="58372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51" name="Oval 63"/>
          <p:cNvSpPr>
            <a:spLocks noChangeAspect="1" noChangeArrowheads="1"/>
          </p:cNvSpPr>
          <p:nvPr/>
        </p:nvSpPr>
        <p:spPr bwMode="auto">
          <a:xfrm>
            <a:off x="61420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52" name="Oval 64"/>
          <p:cNvSpPr>
            <a:spLocks noChangeAspect="1" noChangeArrowheads="1"/>
          </p:cNvSpPr>
          <p:nvPr/>
        </p:nvSpPr>
        <p:spPr bwMode="auto">
          <a:xfrm>
            <a:off x="64468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53" name="Oval 65"/>
          <p:cNvSpPr>
            <a:spLocks noChangeAspect="1" noChangeArrowheads="1"/>
          </p:cNvSpPr>
          <p:nvPr/>
        </p:nvSpPr>
        <p:spPr bwMode="auto">
          <a:xfrm>
            <a:off x="67516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54" name="Oval 66"/>
          <p:cNvSpPr>
            <a:spLocks noChangeAspect="1" noChangeArrowheads="1"/>
          </p:cNvSpPr>
          <p:nvPr/>
        </p:nvSpPr>
        <p:spPr bwMode="auto">
          <a:xfrm>
            <a:off x="2179638" y="25447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63555" name="Oval 67"/>
          <p:cNvSpPr>
            <a:spLocks noChangeAspect="1" noChangeArrowheads="1"/>
          </p:cNvSpPr>
          <p:nvPr/>
        </p:nvSpPr>
        <p:spPr bwMode="auto">
          <a:xfrm>
            <a:off x="24844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56" name="Oval 68"/>
          <p:cNvSpPr>
            <a:spLocks noChangeAspect="1" noChangeArrowheads="1"/>
          </p:cNvSpPr>
          <p:nvPr/>
        </p:nvSpPr>
        <p:spPr bwMode="auto">
          <a:xfrm>
            <a:off x="27892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57" name="Oval 69"/>
          <p:cNvSpPr>
            <a:spLocks noChangeAspect="1" noChangeArrowheads="1"/>
          </p:cNvSpPr>
          <p:nvPr/>
        </p:nvSpPr>
        <p:spPr bwMode="auto">
          <a:xfrm>
            <a:off x="3094038" y="25447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58" name="Oval 70"/>
          <p:cNvSpPr>
            <a:spLocks noChangeAspect="1" noChangeArrowheads="1"/>
          </p:cNvSpPr>
          <p:nvPr/>
        </p:nvSpPr>
        <p:spPr bwMode="auto">
          <a:xfrm>
            <a:off x="33988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63559" name="Oval 71"/>
          <p:cNvSpPr>
            <a:spLocks noChangeAspect="1" noChangeArrowheads="1"/>
          </p:cNvSpPr>
          <p:nvPr/>
        </p:nvSpPr>
        <p:spPr bwMode="auto">
          <a:xfrm>
            <a:off x="37036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60" name="Oval 72"/>
          <p:cNvSpPr>
            <a:spLocks noChangeAspect="1" noChangeArrowheads="1"/>
          </p:cNvSpPr>
          <p:nvPr/>
        </p:nvSpPr>
        <p:spPr bwMode="auto">
          <a:xfrm>
            <a:off x="40084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61" name="Oval 73"/>
          <p:cNvSpPr>
            <a:spLocks noChangeAspect="1" noChangeArrowheads="1"/>
          </p:cNvSpPr>
          <p:nvPr/>
        </p:nvSpPr>
        <p:spPr bwMode="auto">
          <a:xfrm>
            <a:off x="43132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62" name="Oval 74"/>
          <p:cNvSpPr>
            <a:spLocks noChangeAspect="1" noChangeArrowheads="1"/>
          </p:cNvSpPr>
          <p:nvPr/>
        </p:nvSpPr>
        <p:spPr bwMode="auto">
          <a:xfrm>
            <a:off x="46180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63" name="Oval 75"/>
          <p:cNvSpPr>
            <a:spLocks noChangeAspect="1" noChangeArrowheads="1"/>
          </p:cNvSpPr>
          <p:nvPr/>
        </p:nvSpPr>
        <p:spPr bwMode="auto">
          <a:xfrm>
            <a:off x="49228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64" name="Oval 76"/>
          <p:cNvSpPr>
            <a:spLocks noChangeAspect="1" noChangeArrowheads="1"/>
          </p:cNvSpPr>
          <p:nvPr/>
        </p:nvSpPr>
        <p:spPr bwMode="auto">
          <a:xfrm>
            <a:off x="52276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65" name="Oval 77"/>
          <p:cNvSpPr>
            <a:spLocks noChangeAspect="1" noChangeArrowheads="1"/>
          </p:cNvSpPr>
          <p:nvPr/>
        </p:nvSpPr>
        <p:spPr bwMode="auto">
          <a:xfrm>
            <a:off x="55324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66" name="Oval 78"/>
          <p:cNvSpPr>
            <a:spLocks noChangeAspect="1" noChangeArrowheads="1"/>
          </p:cNvSpPr>
          <p:nvPr/>
        </p:nvSpPr>
        <p:spPr bwMode="auto">
          <a:xfrm>
            <a:off x="58372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67" name="Oval 79"/>
          <p:cNvSpPr>
            <a:spLocks noChangeAspect="1" noChangeArrowheads="1"/>
          </p:cNvSpPr>
          <p:nvPr/>
        </p:nvSpPr>
        <p:spPr bwMode="auto">
          <a:xfrm>
            <a:off x="61420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68" name="Oval 80"/>
          <p:cNvSpPr>
            <a:spLocks noChangeAspect="1" noChangeArrowheads="1"/>
          </p:cNvSpPr>
          <p:nvPr/>
        </p:nvSpPr>
        <p:spPr bwMode="auto">
          <a:xfrm>
            <a:off x="6446838" y="25447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69" name="Oval 81"/>
          <p:cNvSpPr>
            <a:spLocks noChangeAspect="1" noChangeArrowheads="1"/>
          </p:cNvSpPr>
          <p:nvPr/>
        </p:nvSpPr>
        <p:spPr bwMode="auto">
          <a:xfrm>
            <a:off x="67516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70" name="Oval 82"/>
          <p:cNvSpPr>
            <a:spLocks noChangeAspect="1" noChangeArrowheads="1"/>
          </p:cNvSpPr>
          <p:nvPr/>
        </p:nvSpPr>
        <p:spPr bwMode="auto">
          <a:xfrm>
            <a:off x="2209800" y="28495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63571" name="Oval 83"/>
          <p:cNvSpPr>
            <a:spLocks noChangeAspect="1" noChangeArrowheads="1"/>
          </p:cNvSpPr>
          <p:nvPr/>
        </p:nvSpPr>
        <p:spPr bwMode="auto">
          <a:xfrm>
            <a:off x="25146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72" name="Oval 84"/>
          <p:cNvSpPr>
            <a:spLocks noChangeAspect="1" noChangeArrowheads="1"/>
          </p:cNvSpPr>
          <p:nvPr/>
        </p:nvSpPr>
        <p:spPr bwMode="auto">
          <a:xfrm>
            <a:off x="28194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73" name="Oval 85"/>
          <p:cNvSpPr>
            <a:spLocks noChangeAspect="1" noChangeArrowheads="1"/>
          </p:cNvSpPr>
          <p:nvPr/>
        </p:nvSpPr>
        <p:spPr bwMode="auto">
          <a:xfrm>
            <a:off x="31242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74" name="Oval 86"/>
          <p:cNvSpPr>
            <a:spLocks noChangeAspect="1" noChangeArrowheads="1"/>
          </p:cNvSpPr>
          <p:nvPr/>
        </p:nvSpPr>
        <p:spPr bwMode="auto">
          <a:xfrm>
            <a:off x="34290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63575" name="Oval 87"/>
          <p:cNvSpPr>
            <a:spLocks noChangeAspect="1" noChangeArrowheads="1"/>
          </p:cNvSpPr>
          <p:nvPr/>
        </p:nvSpPr>
        <p:spPr bwMode="auto">
          <a:xfrm>
            <a:off x="37338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76" name="Oval 88"/>
          <p:cNvSpPr>
            <a:spLocks noChangeAspect="1" noChangeArrowheads="1"/>
          </p:cNvSpPr>
          <p:nvPr/>
        </p:nvSpPr>
        <p:spPr bwMode="auto">
          <a:xfrm>
            <a:off x="40386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77" name="Oval 89"/>
          <p:cNvSpPr>
            <a:spLocks noChangeAspect="1" noChangeArrowheads="1"/>
          </p:cNvSpPr>
          <p:nvPr/>
        </p:nvSpPr>
        <p:spPr bwMode="auto">
          <a:xfrm>
            <a:off x="43434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78" name="Oval 90"/>
          <p:cNvSpPr>
            <a:spLocks noChangeAspect="1" noChangeArrowheads="1"/>
          </p:cNvSpPr>
          <p:nvPr/>
        </p:nvSpPr>
        <p:spPr bwMode="auto">
          <a:xfrm>
            <a:off x="46482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79" name="Oval 91"/>
          <p:cNvSpPr>
            <a:spLocks noChangeAspect="1" noChangeArrowheads="1"/>
          </p:cNvSpPr>
          <p:nvPr/>
        </p:nvSpPr>
        <p:spPr bwMode="auto">
          <a:xfrm>
            <a:off x="49530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80" name="Oval 92"/>
          <p:cNvSpPr>
            <a:spLocks noChangeAspect="1" noChangeArrowheads="1"/>
          </p:cNvSpPr>
          <p:nvPr/>
        </p:nvSpPr>
        <p:spPr bwMode="auto">
          <a:xfrm>
            <a:off x="52578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63581" name="Oval 93"/>
          <p:cNvSpPr>
            <a:spLocks noChangeAspect="1" noChangeArrowheads="1"/>
          </p:cNvSpPr>
          <p:nvPr/>
        </p:nvSpPr>
        <p:spPr bwMode="auto">
          <a:xfrm>
            <a:off x="55626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82" name="Oval 94"/>
          <p:cNvSpPr>
            <a:spLocks noChangeAspect="1" noChangeArrowheads="1"/>
          </p:cNvSpPr>
          <p:nvPr/>
        </p:nvSpPr>
        <p:spPr bwMode="auto">
          <a:xfrm>
            <a:off x="58674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83" name="Oval 95"/>
          <p:cNvSpPr>
            <a:spLocks noChangeAspect="1" noChangeArrowheads="1"/>
          </p:cNvSpPr>
          <p:nvPr/>
        </p:nvSpPr>
        <p:spPr bwMode="auto">
          <a:xfrm>
            <a:off x="61722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84" name="Oval 96"/>
          <p:cNvSpPr>
            <a:spLocks noChangeAspect="1" noChangeArrowheads="1"/>
          </p:cNvSpPr>
          <p:nvPr/>
        </p:nvSpPr>
        <p:spPr bwMode="auto">
          <a:xfrm>
            <a:off x="64770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85" name="Oval 97"/>
          <p:cNvSpPr>
            <a:spLocks noChangeAspect="1" noChangeArrowheads="1"/>
          </p:cNvSpPr>
          <p:nvPr/>
        </p:nvSpPr>
        <p:spPr bwMode="auto">
          <a:xfrm>
            <a:off x="67818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86" name="Oval 98"/>
          <p:cNvSpPr>
            <a:spLocks noChangeAspect="1" noChangeArrowheads="1"/>
          </p:cNvSpPr>
          <p:nvPr/>
        </p:nvSpPr>
        <p:spPr bwMode="auto">
          <a:xfrm>
            <a:off x="2209800" y="31543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63587" name="Oval 99"/>
          <p:cNvSpPr>
            <a:spLocks noChangeAspect="1" noChangeArrowheads="1"/>
          </p:cNvSpPr>
          <p:nvPr/>
        </p:nvSpPr>
        <p:spPr bwMode="auto">
          <a:xfrm>
            <a:off x="25146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88" name="Oval 100"/>
          <p:cNvSpPr>
            <a:spLocks noChangeAspect="1" noChangeArrowheads="1"/>
          </p:cNvSpPr>
          <p:nvPr/>
        </p:nvSpPr>
        <p:spPr bwMode="auto">
          <a:xfrm>
            <a:off x="28194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89" name="Oval 101"/>
          <p:cNvSpPr>
            <a:spLocks noChangeAspect="1" noChangeArrowheads="1"/>
          </p:cNvSpPr>
          <p:nvPr/>
        </p:nvSpPr>
        <p:spPr bwMode="auto">
          <a:xfrm>
            <a:off x="31242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90" name="Oval 102"/>
          <p:cNvSpPr>
            <a:spLocks noChangeAspect="1" noChangeArrowheads="1"/>
          </p:cNvSpPr>
          <p:nvPr/>
        </p:nvSpPr>
        <p:spPr bwMode="auto">
          <a:xfrm>
            <a:off x="34290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3591" name="Oval 103"/>
          <p:cNvSpPr>
            <a:spLocks noChangeAspect="1" noChangeArrowheads="1"/>
          </p:cNvSpPr>
          <p:nvPr/>
        </p:nvSpPr>
        <p:spPr bwMode="auto">
          <a:xfrm>
            <a:off x="37338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92" name="Oval 104"/>
          <p:cNvSpPr>
            <a:spLocks noChangeAspect="1" noChangeArrowheads="1"/>
          </p:cNvSpPr>
          <p:nvPr/>
        </p:nvSpPr>
        <p:spPr bwMode="auto">
          <a:xfrm>
            <a:off x="40386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93" name="Oval 105"/>
          <p:cNvSpPr>
            <a:spLocks noChangeAspect="1" noChangeArrowheads="1"/>
          </p:cNvSpPr>
          <p:nvPr/>
        </p:nvSpPr>
        <p:spPr bwMode="auto">
          <a:xfrm>
            <a:off x="43434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94" name="Oval 106"/>
          <p:cNvSpPr>
            <a:spLocks noChangeAspect="1" noChangeArrowheads="1"/>
          </p:cNvSpPr>
          <p:nvPr/>
        </p:nvSpPr>
        <p:spPr bwMode="auto">
          <a:xfrm>
            <a:off x="46482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95" name="Oval 107"/>
          <p:cNvSpPr>
            <a:spLocks noChangeAspect="1" noChangeArrowheads="1"/>
          </p:cNvSpPr>
          <p:nvPr/>
        </p:nvSpPr>
        <p:spPr bwMode="auto">
          <a:xfrm>
            <a:off x="49530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96" name="Oval 108"/>
          <p:cNvSpPr>
            <a:spLocks noChangeAspect="1" noChangeArrowheads="1"/>
          </p:cNvSpPr>
          <p:nvPr/>
        </p:nvSpPr>
        <p:spPr bwMode="auto">
          <a:xfrm>
            <a:off x="52578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97" name="Oval 109"/>
          <p:cNvSpPr>
            <a:spLocks noChangeAspect="1" noChangeArrowheads="1"/>
          </p:cNvSpPr>
          <p:nvPr/>
        </p:nvSpPr>
        <p:spPr bwMode="auto">
          <a:xfrm>
            <a:off x="55626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598" name="Oval 110"/>
          <p:cNvSpPr>
            <a:spLocks noChangeAspect="1" noChangeArrowheads="1"/>
          </p:cNvSpPr>
          <p:nvPr/>
        </p:nvSpPr>
        <p:spPr bwMode="auto">
          <a:xfrm>
            <a:off x="58674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S</a:t>
            </a:r>
          </a:p>
        </p:txBody>
      </p:sp>
      <p:sp>
        <p:nvSpPr>
          <p:cNvPr id="63599" name="Oval 111"/>
          <p:cNvSpPr>
            <a:spLocks noChangeAspect="1" noChangeArrowheads="1"/>
          </p:cNvSpPr>
          <p:nvPr/>
        </p:nvSpPr>
        <p:spPr bwMode="auto">
          <a:xfrm>
            <a:off x="61722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00" name="Oval 112"/>
          <p:cNvSpPr>
            <a:spLocks noChangeAspect="1" noChangeArrowheads="1"/>
          </p:cNvSpPr>
          <p:nvPr/>
        </p:nvSpPr>
        <p:spPr bwMode="auto">
          <a:xfrm>
            <a:off x="64770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01" name="Oval 113"/>
          <p:cNvSpPr>
            <a:spLocks noChangeAspect="1" noChangeArrowheads="1"/>
          </p:cNvSpPr>
          <p:nvPr/>
        </p:nvSpPr>
        <p:spPr bwMode="auto">
          <a:xfrm>
            <a:off x="67818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02" name="Oval 114"/>
          <p:cNvSpPr>
            <a:spLocks noChangeAspect="1" noChangeArrowheads="1"/>
          </p:cNvSpPr>
          <p:nvPr/>
        </p:nvSpPr>
        <p:spPr bwMode="auto">
          <a:xfrm>
            <a:off x="2209800" y="3459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63603" name="Oval 115"/>
          <p:cNvSpPr>
            <a:spLocks noChangeAspect="1" noChangeArrowheads="1"/>
          </p:cNvSpPr>
          <p:nvPr/>
        </p:nvSpPr>
        <p:spPr bwMode="auto">
          <a:xfrm>
            <a:off x="25146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04" name="Oval 116"/>
          <p:cNvSpPr>
            <a:spLocks noChangeAspect="1" noChangeArrowheads="1"/>
          </p:cNvSpPr>
          <p:nvPr/>
        </p:nvSpPr>
        <p:spPr bwMode="auto">
          <a:xfrm>
            <a:off x="28194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05" name="Oval 117"/>
          <p:cNvSpPr>
            <a:spLocks noChangeAspect="1" noChangeArrowheads="1"/>
          </p:cNvSpPr>
          <p:nvPr/>
        </p:nvSpPr>
        <p:spPr bwMode="auto">
          <a:xfrm>
            <a:off x="31242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06" name="Oval 118"/>
          <p:cNvSpPr>
            <a:spLocks noChangeAspect="1" noChangeArrowheads="1"/>
          </p:cNvSpPr>
          <p:nvPr/>
        </p:nvSpPr>
        <p:spPr bwMode="auto">
          <a:xfrm>
            <a:off x="34290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3607" name="Oval 119"/>
          <p:cNvSpPr>
            <a:spLocks noChangeAspect="1" noChangeArrowheads="1"/>
          </p:cNvSpPr>
          <p:nvPr/>
        </p:nvSpPr>
        <p:spPr bwMode="auto">
          <a:xfrm>
            <a:off x="3733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08" name="Oval 120"/>
          <p:cNvSpPr>
            <a:spLocks noChangeAspect="1" noChangeArrowheads="1"/>
          </p:cNvSpPr>
          <p:nvPr/>
        </p:nvSpPr>
        <p:spPr bwMode="auto">
          <a:xfrm>
            <a:off x="40386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09" name="Oval 121"/>
          <p:cNvSpPr>
            <a:spLocks noChangeAspect="1" noChangeArrowheads="1"/>
          </p:cNvSpPr>
          <p:nvPr/>
        </p:nvSpPr>
        <p:spPr bwMode="auto">
          <a:xfrm>
            <a:off x="43434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10" name="Oval 122"/>
          <p:cNvSpPr>
            <a:spLocks noChangeAspect="1" noChangeArrowheads="1"/>
          </p:cNvSpPr>
          <p:nvPr/>
        </p:nvSpPr>
        <p:spPr bwMode="auto">
          <a:xfrm>
            <a:off x="46482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11" name="Oval 123"/>
          <p:cNvSpPr>
            <a:spLocks noChangeAspect="1" noChangeArrowheads="1"/>
          </p:cNvSpPr>
          <p:nvPr/>
        </p:nvSpPr>
        <p:spPr bwMode="auto">
          <a:xfrm>
            <a:off x="49530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12" name="Oval 124"/>
          <p:cNvSpPr>
            <a:spLocks noChangeAspect="1" noChangeArrowheads="1"/>
          </p:cNvSpPr>
          <p:nvPr/>
        </p:nvSpPr>
        <p:spPr bwMode="auto">
          <a:xfrm>
            <a:off x="5257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63613" name="Oval 125"/>
          <p:cNvSpPr>
            <a:spLocks noChangeAspect="1" noChangeArrowheads="1"/>
          </p:cNvSpPr>
          <p:nvPr/>
        </p:nvSpPr>
        <p:spPr bwMode="auto">
          <a:xfrm>
            <a:off x="55626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14" name="Oval 126"/>
          <p:cNvSpPr>
            <a:spLocks noChangeAspect="1" noChangeArrowheads="1"/>
          </p:cNvSpPr>
          <p:nvPr/>
        </p:nvSpPr>
        <p:spPr bwMode="auto">
          <a:xfrm>
            <a:off x="58674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15" name="Oval 127"/>
          <p:cNvSpPr>
            <a:spLocks noChangeAspect="1" noChangeArrowheads="1"/>
          </p:cNvSpPr>
          <p:nvPr/>
        </p:nvSpPr>
        <p:spPr bwMode="auto">
          <a:xfrm>
            <a:off x="61722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16" name="Oval 128"/>
          <p:cNvSpPr>
            <a:spLocks noChangeAspect="1" noChangeArrowheads="1"/>
          </p:cNvSpPr>
          <p:nvPr/>
        </p:nvSpPr>
        <p:spPr bwMode="auto">
          <a:xfrm>
            <a:off x="64770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17" name="Oval 129"/>
          <p:cNvSpPr>
            <a:spLocks noChangeAspect="1" noChangeArrowheads="1"/>
          </p:cNvSpPr>
          <p:nvPr/>
        </p:nvSpPr>
        <p:spPr bwMode="auto">
          <a:xfrm>
            <a:off x="6781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18" name="Oval 130"/>
          <p:cNvSpPr>
            <a:spLocks noChangeAspect="1" noChangeArrowheads="1"/>
          </p:cNvSpPr>
          <p:nvPr/>
        </p:nvSpPr>
        <p:spPr bwMode="auto">
          <a:xfrm>
            <a:off x="2209800" y="37639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63619" name="Oval 131"/>
          <p:cNvSpPr>
            <a:spLocks noChangeAspect="1" noChangeArrowheads="1"/>
          </p:cNvSpPr>
          <p:nvPr/>
        </p:nvSpPr>
        <p:spPr bwMode="auto">
          <a:xfrm>
            <a:off x="2514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20" name="Oval 132"/>
          <p:cNvSpPr>
            <a:spLocks noChangeAspect="1" noChangeArrowheads="1"/>
          </p:cNvSpPr>
          <p:nvPr/>
        </p:nvSpPr>
        <p:spPr bwMode="auto">
          <a:xfrm>
            <a:off x="2819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21" name="Oval 133"/>
          <p:cNvSpPr>
            <a:spLocks noChangeAspect="1" noChangeArrowheads="1"/>
          </p:cNvSpPr>
          <p:nvPr/>
        </p:nvSpPr>
        <p:spPr bwMode="auto">
          <a:xfrm>
            <a:off x="3124200" y="37639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22" name="Oval 134"/>
          <p:cNvSpPr>
            <a:spLocks noChangeAspect="1" noChangeArrowheads="1"/>
          </p:cNvSpPr>
          <p:nvPr/>
        </p:nvSpPr>
        <p:spPr bwMode="auto">
          <a:xfrm>
            <a:off x="34290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3623" name="Oval 135"/>
          <p:cNvSpPr>
            <a:spLocks noChangeAspect="1" noChangeArrowheads="1"/>
          </p:cNvSpPr>
          <p:nvPr/>
        </p:nvSpPr>
        <p:spPr bwMode="auto">
          <a:xfrm>
            <a:off x="3733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24" name="Oval 136"/>
          <p:cNvSpPr>
            <a:spLocks noChangeAspect="1" noChangeArrowheads="1"/>
          </p:cNvSpPr>
          <p:nvPr/>
        </p:nvSpPr>
        <p:spPr bwMode="auto">
          <a:xfrm>
            <a:off x="4038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25" name="Oval 137"/>
          <p:cNvSpPr>
            <a:spLocks noChangeAspect="1" noChangeArrowheads="1"/>
          </p:cNvSpPr>
          <p:nvPr/>
        </p:nvSpPr>
        <p:spPr bwMode="auto">
          <a:xfrm>
            <a:off x="4343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26" name="Oval 138"/>
          <p:cNvSpPr>
            <a:spLocks noChangeAspect="1" noChangeArrowheads="1"/>
          </p:cNvSpPr>
          <p:nvPr/>
        </p:nvSpPr>
        <p:spPr bwMode="auto">
          <a:xfrm>
            <a:off x="46482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27" name="Oval 139"/>
          <p:cNvSpPr>
            <a:spLocks noChangeAspect="1" noChangeArrowheads="1"/>
          </p:cNvSpPr>
          <p:nvPr/>
        </p:nvSpPr>
        <p:spPr bwMode="auto">
          <a:xfrm>
            <a:off x="49530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28" name="Oval 140"/>
          <p:cNvSpPr>
            <a:spLocks noChangeAspect="1" noChangeArrowheads="1"/>
          </p:cNvSpPr>
          <p:nvPr/>
        </p:nvSpPr>
        <p:spPr bwMode="auto">
          <a:xfrm>
            <a:off x="5257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29" name="Oval 141"/>
          <p:cNvSpPr>
            <a:spLocks noChangeAspect="1" noChangeArrowheads="1"/>
          </p:cNvSpPr>
          <p:nvPr/>
        </p:nvSpPr>
        <p:spPr bwMode="auto">
          <a:xfrm>
            <a:off x="5562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30" name="Oval 142"/>
          <p:cNvSpPr>
            <a:spLocks noChangeAspect="1" noChangeArrowheads="1"/>
          </p:cNvSpPr>
          <p:nvPr/>
        </p:nvSpPr>
        <p:spPr bwMode="auto">
          <a:xfrm>
            <a:off x="5867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31" name="Oval 143"/>
          <p:cNvSpPr>
            <a:spLocks noChangeAspect="1" noChangeArrowheads="1"/>
          </p:cNvSpPr>
          <p:nvPr/>
        </p:nvSpPr>
        <p:spPr bwMode="auto">
          <a:xfrm>
            <a:off x="61722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32" name="Oval 144"/>
          <p:cNvSpPr>
            <a:spLocks noChangeAspect="1" noChangeArrowheads="1"/>
          </p:cNvSpPr>
          <p:nvPr/>
        </p:nvSpPr>
        <p:spPr bwMode="auto">
          <a:xfrm>
            <a:off x="6477000" y="37639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33" name="Oval 145"/>
          <p:cNvSpPr>
            <a:spLocks noChangeAspect="1" noChangeArrowheads="1"/>
          </p:cNvSpPr>
          <p:nvPr/>
        </p:nvSpPr>
        <p:spPr bwMode="auto">
          <a:xfrm>
            <a:off x="6781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34" name="Oval 146"/>
          <p:cNvSpPr>
            <a:spLocks noChangeAspect="1" noChangeArrowheads="1"/>
          </p:cNvSpPr>
          <p:nvPr/>
        </p:nvSpPr>
        <p:spPr bwMode="auto">
          <a:xfrm>
            <a:off x="2209800" y="40687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63635" name="Oval 147"/>
          <p:cNvSpPr>
            <a:spLocks noChangeAspect="1" noChangeArrowheads="1"/>
          </p:cNvSpPr>
          <p:nvPr/>
        </p:nvSpPr>
        <p:spPr bwMode="auto">
          <a:xfrm>
            <a:off x="2514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36" name="Oval 148"/>
          <p:cNvSpPr>
            <a:spLocks noChangeAspect="1" noChangeArrowheads="1"/>
          </p:cNvSpPr>
          <p:nvPr/>
        </p:nvSpPr>
        <p:spPr bwMode="auto">
          <a:xfrm>
            <a:off x="2819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37" name="Oval 149"/>
          <p:cNvSpPr>
            <a:spLocks noChangeAspect="1" noChangeArrowheads="1"/>
          </p:cNvSpPr>
          <p:nvPr/>
        </p:nvSpPr>
        <p:spPr bwMode="auto">
          <a:xfrm>
            <a:off x="3124200" y="40687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38" name="Oval 150"/>
          <p:cNvSpPr>
            <a:spLocks noChangeAspect="1" noChangeArrowheads="1"/>
          </p:cNvSpPr>
          <p:nvPr/>
        </p:nvSpPr>
        <p:spPr bwMode="auto">
          <a:xfrm>
            <a:off x="34290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3639" name="Oval 151"/>
          <p:cNvSpPr>
            <a:spLocks noChangeAspect="1" noChangeArrowheads="1"/>
          </p:cNvSpPr>
          <p:nvPr/>
        </p:nvSpPr>
        <p:spPr bwMode="auto">
          <a:xfrm>
            <a:off x="3733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40" name="Oval 152"/>
          <p:cNvSpPr>
            <a:spLocks noChangeAspect="1" noChangeArrowheads="1"/>
          </p:cNvSpPr>
          <p:nvPr/>
        </p:nvSpPr>
        <p:spPr bwMode="auto">
          <a:xfrm>
            <a:off x="4038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41" name="Oval 153"/>
          <p:cNvSpPr>
            <a:spLocks noChangeAspect="1" noChangeArrowheads="1"/>
          </p:cNvSpPr>
          <p:nvPr/>
        </p:nvSpPr>
        <p:spPr bwMode="auto">
          <a:xfrm>
            <a:off x="4343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42" name="Oval 154"/>
          <p:cNvSpPr>
            <a:spLocks noChangeAspect="1" noChangeArrowheads="1"/>
          </p:cNvSpPr>
          <p:nvPr/>
        </p:nvSpPr>
        <p:spPr bwMode="auto">
          <a:xfrm>
            <a:off x="46482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43" name="Oval 155"/>
          <p:cNvSpPr>
            <a:spLocks noChangeAspect="1" noChangeArrowheads="1"/>
          </p:cNvSpPr>
          <p:nvPr/>
        </p:nvSpPr>
        <p:spPr bwMode="auto">
          <a:xfrm>
            <a:off x="49530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44" name="Oval 156"/>
          <p:cNvSpPr>
            <a:spLocks noChangeAspect="1" noChangeArrowheads="1"/>
          </p:cNvSpPr>
          <p:nvPr/>
        </p:nvSpPr>
        <p:spPr bwMode="auto">
          <a:xfrm>
            <a:off x="5257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45" name="Oval 157"/>
          <p:cNvSpPr>
            <a:spLocks noChangeAspect="1" noChangeArrowheads="1"/>
          </p:cNvSpPr>
          <p:nvPr/>
        </p:nvSpPr>
        <p:spPr bwMode="auto">
          <a:xfrm>
            <a:off x="5562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46" name="Oval 158"/>
          <p:cNvSpPr>
            <a:spLocks noChangeAspect="1" noChangeArrowheads="1"/>
          </p:cNvSpPr>
          <p:nvPr/>
        </p:nvSpPr>
        <p:spPr bwMode="auto">
          <a:xfrm>
            <a:off x="5867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47" name="Oval 159"/>
          <p:cNvSpPr>
            <a:spLocks noChangeAspect="1" noChangeArrowheads="1"/>
          </p:cNvSpPr>
          <p:nvPr/>
        </p:nvSpPr>
        <p:spPr bwMode="auto">
          <a:xfrm>
            <a:off x="61722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48" name="Oval 160"/>
          <p:cNvSpPr>
            <a:spLocks noChangeAspect="1" noChangeArrowheads="1"/>
          </p:cNvSpPr>
          <p:nvPr/>
        </p:nvSpPr>
        <p:spPr bwMode="auto">
          <a:xfrm>
            <a:off x="6477000" y="40687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49" name="Oval 161"/>
          <p:cNvSpPr>
            <a:spLocks noChangeAspect="1" noChangeArrowheads="1"/>
          </p:cNvSpPr>
          <p:nvPr/>
        </p:nvSpPr>
        <p:spPr bwMode="auto">
          <a:xfrm>
            <a:off x="6781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50" name="Oval 162"/>
          <p:cNvSpPr>
            <a:spLocks noChangeAspect="1" noChangeArrowheads="1"/>
          </p:cNvSpPr>
          <p:nvPr/>
        </p:nvSpPr>
        <p:spPr bwMode="auto">
          <a:xfrm>
            <a:off x="2209800" y="43735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63651" name="Oval 163"/>
          <p:cNvSpPr>
            <a:spLocks noChangeAspect="1" noChangeArrowheads="1"/>
          </p:cNvSpPr>
          <p:nvPr/>
        </p:nvSpPr>
        <p:spPr bwMode="auto">
          <a:xfrm>
            <a:off x="25146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52" name="Oval 164"/>
          <p:cNvSpPr>
            <a:spLocks noChangeAspect="1" noChangeArrowheads="1"/>
          </p:cNvSpPr>
          <p:nvPr/>
        </p:nvSpPr>
        <p:spPr bwMode="auto">
          <a:xfrm>
            <a:off x="28194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53" name="Oval 165"/>
          <p:cNvSpPr>
            <a:spLocks noChangeAspect="1" noChangeArrowheads="1"/>
          </p:cNvSpPr>
          <p:nvPr/>
        </p:nvSpPr>
        <p:spPr bwMode="auto">
          <a:xfrm>
            <a:off x="3124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54" name="Oval 166"/>
          <p:cNvSpPr>
            <a:spLocks noChangeAspect="1" noChangeArrowheads="1"/>
          </p:cNvSpPr>
          <p:nvPr/>
        </p:nvSpPr>
        <p:spPr bwMode="auto">
          <a:xfrm>
            <a:off x="3429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55" name="Oval 167"/>
          <p:cNvSpPr>
            <a:spLocks noChangeAspect="1" noChangeArrowheads="1"/>
          </p:cNvSpPr>
          <p:nvPr/>
        </p:nvSpPr>
        <p:spPr bwMode="auto">
          <a:xfrm>
            <a:off x="37338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56" name="Oval 168"/>
          <p:cNvSpPr>
            <a:spLocks noChangeAspect="1" noChangeArrowheads="1"/>
          </p:cNvSpPr>
          <p:nvPr/>
        </p:nvSpPr>
        <p:spPr bwMode="auto">
          <a:xfrm>
            <a:off x="40386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57" name="Oval 169"/>
          <p:cNvSpPr>
            <a:spLocks noChangeAspect="1" noChangeArrowheads="1"/>
          </p:cNvSpPr>
          <p:nvPr/>
        </p:nvSpPr>
        <p:spPr bwMode="auto">
          <a:xfrm>
            <a:off x="43434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58" name="Oval 170"/>
          <p:cNvSpPr>
            <a:spLocks noChangeAspect="1" noChangeArrowheads="1"/>
          </p:cNvSpPr>
          <p:nvPr/>
        </p:nvSpPr>
        <p:spPr bwMode="auto">
          <a:xfrm>
            <a:off x="4648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59" name="Oval 171"/>
          <p:cNvSpPr>
            <a:spLocks noChangeAspect="1" noChangeArrowheads="1"/>
          </p:cNvSpPr>
          <p:nvPr/>
        </p:nvSpPr>
        <p:spPr bwMode="auto">
          <a:xfrm>
            <a:off x="4953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60" name="Oval 172"/>
          <p:cNvSpPr>
            <a:spLocks noChangeAspect="1" noChangeArrowheads="1"/>
          </p:cNvSpPr>
          <p:nvPr/>
        </p:nvSpPr>
        <p:spPr bwMode="auto">
          <a:xfrm>
            <a:off x="52578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61" name="Oval 173"/>
          <p:cNvSpPr>
            <a:spLocks noChangeAspect="1" noChangeArrowheads="1"/>
          </p:cNvSpPr>
          <p:nvPr/>
        </p:nvSpPr>
        <p:spPr bwMode="auto">
          <a:xfrm>
            <a:off x="55626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62" name="Oval 174"/>
          <p:cNvSpPr>
            <a:spLocks noChangeAspect="1" noChangeArrowheads="1"/>
          </p:cNvSpPr>
          <p:nvPr/>
        </p:nvSpPr>
        <p:spPr bwMode="auto">
          <a:xfrm>
            <a:off x="58674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63" name="Oval 175"/>
          <p:cNvSpPr>
            <a:spLocks noChangeAspect="1" noChangeArrowheads="1"/>
          </p:cNvSpPr>
          <p:nvPr/>
        </p:nvSpPr>
        <p:spPr bwMode="auto">
          <a:xfrm>
            <a:off x="6172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64" name="Oval 176"/>
          <p:cNvSpPr>
            <a:spLocks noChangeAspect="1" noChangeArrowheads="1"/>
          </p:cNvSpPr>
          <p:nvPr/>
        </p:nvSpPr>
        <p:spPr bwMode="auto">
          <a:xfrm>
            <a:off x="6477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65" name="Oval 177"/>
          <p:cNvSpPr>
            <a:spLocks noChangeAspect="1" noChangeArrowheads="1"/>
          </p:cNvSpPr>
          <p:nvPr/>
        </p:nvSpPr>
        <p:spPr bwMode="auto">
          <a:xfrm>
            <a:off x="67818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66" name="Oval 178"/>
          <p:cNvSpPr>
            <a:spLocks noChangeAspect="1" noChangeArrowheads="1"/>
          </p:cNvSpPr>
          <p:nvPr/>
        </p:nvSpPr>
        <p:spPr bwMode="auto">
          <a:xfrm>
            <a:off x="2209800" y="46783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0</a:t>
            </a:r>
          </a:p>
        </p:txBody>
      </p:sp>
      <p:sp>
        <p:nvSpPr>
          <p:cNvPr id="63667" name="Oval 179"/>
          <p:cNvSpPr>
            <a:spLocks noChangeAspect="1" noChangeArrowheads="1"/>
          </p:cNvSpPr>
          <p:nvPr/>
        </p:nvSpPr>
        <p:spPr bwMode="auto">
          <a:xfrm>
            <a:off x="2514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68" name="Oval 180"/>
          <p:cNvSpPr>
            <a:spLocks noChangeAspect="1" noChangeArrowheads="1"/>
          </p:cNvSpPr>
          <p:nvPr/>
        </p:nvSpPr>
        <p:spPr bwMode="auto">
          <a:xfrm>
            <a:off x="2819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69" name="Oval 181"/>
          <p:cNvSpPr>
            <a:spLocks noChangeAspect="1" noChangeArrowheads="1"/>
          </p:cNvSpPr>
          <p:nvPr/>
        </p:nvSpPr>
        <p:spPr bwMode="auto">
          <a:xfrm>
            <a:off x="3124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70" name="Oval 182"/>
          <p:cNvSpPr>
            <a:spLocks noChangeAspect="1" noChangeArrowheads="1"/>
          </p:cNvSpPr>
          <p:nvPr/>
        </p:nvSpPr>
        <p:spPr bwMode="auto">
          <a:xfrm>
            <a:off x="3429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71" name="Oval 183"/>
          <p:cNvSpPr>
            <a:spLocks noChangeAspect="1" noChangeArrowheads="1"/>
          </p:cNvSpPr>
          <p:nvPr/>
        </p:nvSpPr>
        <p:spPr bwMode="auto">
          <a:xfrm>
            <a:off x="3733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72" name="Oval 184"/>
          <p:cNvSpPr>
            <a:spLocks noChangeAspect="1" noChangeArrowheads="1"/>
          </p:cNvSpPr>
          <p:nvPr/>
        </p:nvSpPr>
        <p:spPr bwMode="auto">
          <a:xfrm>
            <a:off x="4038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73" name="Oval 185"/>
          <p:cNvSpPr>
            <a:spLocks noChangeAspect="1" noChangeArrowheads="1"/>
          </p:cNvSpPr>
          <p:nvPr/>
        </p:nvSpPr>
        <p:spPr bwMode="auto">
          <a:xfrm>
            <a:off x="4343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74" name="Oval 186"/>
          <p:cNvSpPr>
            <a:spLocks noChangeAspect="1" noChangeArrowheads="1"/>
          </p:cNvSpPr>
          <p:nvPr/>
        </p:nvSpPr>
        <p:spPr bwMode="auto">
          <a:xfrm>
            <a:off x="4648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75" name="Oval 187"/>
          <p:cNvSpPr>
            <a:spLocks noChangeAspect="1" noChangeArrowheads="1"/>
          </p:cNvSpPr>
          <p:nvPr/>
        </p:nvSpPr>
        <p:spPr bwMode="auto">
          <a:xfrm>
            <a:off x="4953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76" name="Oval 188"/>
          <p:cNvSpPr>
            <a:spLocks noChangeAspect="1" noChangeArrowheads="1"/>
          </p:cNvSpPr>
          <p:nvPr/>
        </p:nvSpPr>
        <p:spPr bwMode="auto">
          <a:xfrm>
            <a:off x="5257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77" name="Oval 189"/>
          <p:cNvSpPr>
            <a:spLocks noChangeAspect="1" noChangeArrowheads="1"/>
          </p:cNvSpPr>
          <p:nvPr/>
        </p:nvSpPr>
        <p:spPr bwMode="auto">
          <a:xfrm>
            <a:off x="5562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78" name="Oval 190"/>
          <p:cNvSpPr>
            <a:spLocks noChangeAspect="1" noChangeArrowheads="1"/>
          </p:cNvSpPr>
          <p:nvPr/>
        </p:nvSpPr>
        <p:spPr bwMode="auto">
          <a:xfrm>
            <a:off x="5867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79" name="Oval 191"/>
          <p:cNvSpPr>
            <a:spLocks noChangeAspect="1" noChangeArrowheads="1"/>
          </p:cNvSpPr>
          <p:nvPr/>
        </p:nvSpPr>
        <p:spPr bwMode="auto">
          <a:xfrm>
            <a:off x="6172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80" name="Oval 192"/>
          <p:cNvSpPr>
            <a:spLocks noChangeAspect="1" noChangeArrowheads="1"/>
          </p:cNvSpPr>
          <p:nvPr/>
        </p:nvSpPr>
        <p:spPr bwMode="auto">
          <a:xfrm>
            <a:off x="6477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81" name="Oval 193"/>
          <p:cNvSpPr>
            <a:spLocks noChangeAspect="1" noChangeArrowheads="1"/>
          </p:cNvSpPr>
          <p:nvPr/>
        </p:nvSpPr>
        <p:spPr bwMode="auto">
          <a:xfrm>
            <a:off x="6781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3682" name="Oval 194"/>
          <p:cNvSpPr>
            <a:spLocks noChangeAspect="1" noChangeArrowheads="1"/>
          </p:cNvSpPr>
          <p:nvPr/>
        </p:nvSpPr>
        <p:spPr bwMode="auto">
          <a:xfrm>
            <a:off x="2209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3683" name="Oval 195"/>
          <p:cNvSpPr>
            <a:spLocks noChangeAspect="1" noChangeArrowheads="1"/>
          </p:cNvSpPr>
          <p:nvPr/>
        </p:nvSpPr>
        <p:spPr bwMode="auto">
          <a:xfrm>
            <a:off x="2514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0</a:t>
            </a:r>
          </a:p>
        </p:txBody>
      </p:sp>
      <p:sp>
        <p:nvSpPr>
          <p:cNvPr id="63684" name="Oval 196"/>
          <p:cNvSpPr>
            <a:spLocks noChangeAspect="1" noChangeArrowheads="1"/>
          </p:cNvSpPr>
          <p:nvPr/>
        </p:nvSpPr>
        <p:spPr bwMode="auto">
          <a:xfrm>
            <a:off x="2819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63685" name="Oval 197"/>
          <p:cNvSpPr>
            <a:spLocks noChangeAspect="1" noChangeArrowheads="1"/>
          </p:cNvSpPr>
          <p:nvPr/>
        </p:nvSpPr>
        <p:spPr bwMode="auto">
          <a:xfrm>
            <a:off x="3124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63686" name="Oval 198"/>
          <p:cNvSpPr>
            <a:spLocks noChangeAspect="1" noChangeArrowheads="1"/>
          </p:cNvSpPr>
          <p:nvPr/>
        </p:nvSpPr>
        <p:spPr bwMode="auto">
          <a:xfrm>
            <a:off x="3429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63687" name="Oval 199"/>
          <p:cNvSpPr>
            <a:spLocks noChangeAspect="1" noChangeArrowheads="1"/>
          </p:cNvSpPr>
          <p:nvPr/>
        </p:nvSpPr>
        <p:spPr bwMode="auto">
          <a:xfrm>
            <a:off x="3733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63688" name="Oval 200"/>
          <p:cNvSpPr>
            <a:spLocks noChangeAspect="1" noChangeArrowheads="1"/>
          </p:cNvSpPr>
          <p:nvPr/>
        </p:nvSpPr>
        <p:spPr bwMode="auto">
          <a:xfrm>
            <a:off x="4038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63689" name="Oval 201"/>
          <p:cNvSpPr>
            <a:spLocks noChangeAspect="1" noChangeArrowheads="1"/>
          </p:cNvSpPr>
          <p:nvPr/>
        </p:nvSpPr>
        <p:spPr bwMode="auto">
          <a:xfrm>
            <a:off x="4343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63690" name="Oval 202"/>
          <p:cNvSpPr>
            <a:spLocks noChangeAspect="1" noChangeArrowheads="1"/>
          </p:cNvSpPr>
          <p:nvPr/>
        </p:nvSpPr>
        <p:spPr bwMode="auto">
          <a:xfrm>
            <a:off x="4648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63691" name="Oval 203"/>
          <p:cNvSpPr>
            <a:spLocks noChangeAspect="1" noChangeArrowheads="1"/>
          </p:cNvSpPr>
          <p:nvPr/>
        </p:nvSpPr>
        <p:spPr bwMode="auto">
          <a:xfrm>
            <a:off x="4953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63692" name="Oval 204"/>
          <p:cNvSpPr>
            <a:spLocks noChangeAspect="1" noChangeArrowheads="1"/>
          </p:cNvSpPr>
          <p:nvPr/>
        </p:nvSpPr>
        <p:spPr bwMode="auto">
          <a:xfrm>
            <a:off x="5257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63693" name="Oval 205"/>
          <p:cNvSpPr>
            <a:spLocks noChangeAspect="1" noChangeArrowheads="1"/>
          </p:cNvSpPr>
          <p:nvPr/>
        </p:nvSpPr>
        <p:spPr bwMode="auto">
          <a:xfrm>
            <a:off x="5562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63694" name="Oval 206"/>
          <p:cNvSpPr>
            <a:spLocks noChangeAspect="1" noChangeArrowheads="1"/>
          </p:cNvSpPr>
          <p:nvPr/>
        </p:nvSpPr>
        <p:spPr bwMode="auto">
          <a:xfrm>
            <a:off x="5867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63695" name="Oval 207"/>
          <p:cNvSpPr>
            <a:spLocks noChangeAspect="1" noChangeArrowheads="1"/>
          </p:cNvSpPr>
          <p:nvPr/>
        </p:nvSpPr>
        <p:spPr bwMode="auto">
          <a:xfrm>
            <a:off x="6172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12</a:t>
            </a:r>
          </a:p>
        </p:txBody>
      </p:sp>
      <p:sp>
        <p:nvSpPr>
          <p:cNvPr id="63696" name="Oval 208"/>
          <p:cNvSpPr>
            <a:spLocks noChangeAspect="1" noChangeArrowheads="1"/>
          </p:cNvSpPr>
          <p:nvPr/>
        </p:nvSpPr>
        <p:spPr bwMode="auto">
          <a:xfrm>
            <a:off x="6477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13</a:t>
            </a:r>
          </a:p>
        </p:txBody>
      </p:sp>
      <p:sp>
        <p:nvSpPr>
          <p:cNvPr id="63697" name="Oval 209"/>
          <p:cNvSpPr>
            <a:spLocks noChangeAspect="1" noChangeArrowheads="1"/>
          </p:cNvSpPr>
          <p:nvPr/>
        </p:nvSpPr>
        <p:spPr bwMode="auto">
          <a:xfrm>
            <a:off x="6781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14</a:t>
            </a:r>
          </a:p>
        </p:txBody>
      </p:sp>
      <p:graphicFrame>
        <p:nvGraphicFramePr>
          <p:cNvPr id="63698" name="Group 210"/>
          <p:cNvGraphicFramePr>
            <a:graphicFrameLocks noGrp="1"/>
          </p:cNvGraphicFramePr>
          <p:nvPr/>
        </p:nvGraphicFramePr>
        <p:xfrm>
          <a:off x="7543800" y="2362200"/>
          <a:ext cx="457200" cy="1828800"/>
        </p:xfrm>
        <a:graphic>
          <a:graphicData uri="http://schemas.openxmlformats.org/drawingml/2006/table">
            <a:tbl>
              <a:tblPr/>
              <a:tblGrid>
                <a:gridCol w="4572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3716" name="Text Box 228"/>
          <p:cNvSpPr txBox="1">
            <a:spLocks noChangeArrowheads="1"/>
          </p:cNvSpPr>
          <p:nvPr/>
        </p:nvSpPr>
        <p:spPr bwMode="auto">
          <a:xfrm>
            <a:off x="342900" y="228600"/>
            <a:ext cx="845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2800" b="1">
                <a:solidFill>
                  <a:schemeClr val="accent2"/>
                </a:solidFill>
                <a:latin typeface="Arial" charset="0"/>
              </a:rPr>
              <a:t>Span Flood-Fill</a:t>
            </a:r>
            <a:r>
              <a:rPr lang="en-US" altLang="en-US" sz="3200" b="1">
                <a:solidFill>
                  <a:schemeClr val="accent2"/>
                </a:solidFill>
                <a:latin typeface="Arial" charset="0"/>
              </a:rPr>
              <a:t> Algorithm (</a:t>
            </a:r>
            <a:r>
              <a:rPr lang="en-US" altLang="en-US" sz="3200" b="1">
                <a:solidFill>
                  <a:srgbClr val="FF0000"/>
                </a:solidFill>
                <a:latin typeface="Arial" charset="0"/>
              </a:rPr>
              <a:t>example</a:t>
            </a:r>
            <a:r>
              <a:rPr lang="en-US" altLang="en-US" sz="3200" b="1">
                <a:solidFill>
                  <a:schemeClr val="accent2"/>
                </a:solidFill>
                <a:latin typeface="Arial" charset="0"/>
              </a:rPr>
              <a:t>)</a:t>
            </a:r>
            <a:endParaRPr lang="en-US" altLang="en-US" sz="2800">
              <a:latin typeface="Arial" charset="0"/>
              <a:cs typeface="Arial"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Slide Number Placeholder 3"/>
          <p:cNvSpPr>
            <a:spLocks noGrp="1"/>
          </p:cNvSpPr>
          <p:nvPr>
            <p:ph type="sldNum" sz="quarter" idx="12"/>
          </p:nvPr>
        </p:nvSpPr>
        <p:spPr/>
        <p:txBody>
          <a:bodyPr/>
          <a:lstStyle/>
          <a:p>
            <a:fld id="{00627EA7-720A-4067-B5E8-D6CDFE5395FC}" type="slidenum">
              <a:rPr lang="en-US" altLang="en-US"/>
              <a:pPr/>
              <a:t>56</a:t>
            </a:fld>
            <a:endParaRPr lang="en-US" altLang="en-US"/>
          </a:p>
        </p:txBody>
      </p:sp>
      <p:sp>
        <p:nvSpPr>
          <p:cNvPr id="64514" name="Oval 2"/>
          <p:cNvSpPr>
            <a:spLocks noChangeAspect="1" noChangeArrowheads="1"/>
          </p:cNvSpPr>
          <p:nvPr/>
        </p:nvSpPr>
        <p:spPr bwMode="auto">
          <a:xfrm>
            <a:off x="2179638" y="13255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64515" name="Oval 3"/>
          <p:cNvSpPr>
            <a:spLocks noChangeAspect="1" noChangeArrowheads="1"/>
          </p:cNvSpPr>
          <p:nvPr/>
        </p:nvSpPr>
        <p:spPr bwMode="auto">
          <a:xfrm>
            <a:off x="2484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16" name="Oval 4"/>
          <p:cNvSpPr>
            <a:spLocks noChangeAspect="1" noChangeArrowheads="1"/>
          </p:cNvSpPr>
          <p:nvPr/>
        </p:nvSpPr>
        <p:spPr bwMode="auto">
          <a:xfrm>
            <a:off x="2789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17" name="Oval 5"/>
          <p:cNvSpPr>
            <a:spLocks noChangeAspect="1" noChangeArrowheads="1"/>
          </p:cNvSpPr>
          <p:nvPr/>
        </p:nvSpPr>
        <p:spPr bwMode="auto">
          <a:xfrm>
            <a:off x="3094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18" name="Oval 6"/>
          <p:cNvSpPr>
            <a:spLocks noChangeAspect="1" noChangeArrowheads="1"/>
          </p:cNvSpPr>
          <p:nvPr/>
        </p:nvSpPr>
        <p:spPr bwMode="auto">
          <a:xfrm>
            <a:off x="3398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19" name="Oval 7"/>
          <p:cNvSpPr>
            <a:spLocks noChangeAspect="1" noChangeArrowheads="1"/>
          </p:cNvSpPr>
          <p:nvPr/>
        </p:nvSpPr>
        <p:spPr bwMode="auto">
          <a:xfrm>
            <a:off x="3703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20" name="Oval 8"/>
          <p:cNvSpPr>
            <a:spLocks noChangeAspect="1" noChangeArrowheads="1"/>
          </p:cNvSpPr>
          <p:nvPr/>
        </p:nvSpPr>
        <p:spPr bwMode="auto">
          <a:xfrm>
            <a:off x="4008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21" name="Oval 9"/>
          <p:cNvSpPr>
            <a:spLocks noChangeAspect="1" noChangeArrowheads="1"/>
          </p:cNvSpPr>
          <p:nvPr/>
        </p:nvSpPr>
        <p:spPr bwMode="auto">
          <a:xfrm>
            <a:off x="4313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22" name="Oval 10"/>
          <p:cNvSpPr>
            <a:spLocks noChangeAspect="1" noChangeArrowheads="1"/>
          </p:cNvSpPr>
          <p:nvPr/>
        </p:nvSpPr>
        <p:spPr bwMode="auto">
          <a:xfrm>
            <a:off x="4618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23" name="Oval 11"/>
          <p:cNvSpPr>
            <a:spLocks noChangeAspect="1" noChangeArrowheads="1"/>
          </p:cNvSpPr>
          <p:nvPr/>
        </p:nvSpPr>
        <p:spPr bwMode="auto">
          <a:xfrm>
            <a:off x="4922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24" name="Oval 12"/>
          <p:cNvSpPr>
            <a:spLocks noChangeAspect="1" noChangeArrowheads="1"/>
          </p:cNvSpPr>
          <p:nvPr/>
        </p:nvSpPr>
        <p:spPr bwMode="auto">
          <a:xfrm>
            <a:off x="5227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25" name="Oval 13"/>
          <p:cNvSpPr>
            <a:spLocks noChangeAspect="1" noChangeArrowheads="1"/>
          </p:cNvSpPr>
          <p:nvPr/>
        </p:nvSpPr>
        <p:spPr bwMode="auto">
          <a:xfrm>
            <a:off x="5532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26" name="Oval 14"/>
          <p:cNvSpPr>
            <a:spLocks noChangeAspect="1" noChangeArrowheads="1"/>
          </p:cNvSpPr>
          <p:nvPr/>
        </p:nvSpPr>
        <p:spPr bwMode="auto">
          <a:xfrm>
            <a:off x="5837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27" name="Oval 15"/>
          <p:cNvSpPr>
            <a:spLocks noChangeAspect="1" noChangeArrowheads="1"/>
          </p:cNvSpPr>
          <p:nvPr/>
        </p:nvSpPr>
        <p:spPr bwMode="auto">
          <a:xfrm>
            <a:off x="6142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28" name="Oval 16"/>
          <p:cNvSpPr>
            <a:spLocks noChangeAspect="1" noChangeArrowheads="1"/>
          </p:cNvSpPr>
          <p:nvPr/>
        </p:nvSpPr>
        <p:spPr bwMode="auto">
          <a:xfrm>
            <a:off x="6446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29" name="Oval 17"/>
          <p:cNvSpPr>
            <a:spLocks noChangeAspect="1" noChangeArrowheads="1"/>
          </p:cNvSpPr>
          <p:nvPr/>
        </p:nvSpPr>
        <p:spPr bwMode="auto">
          <a:xfrm>
            <a:off x="6751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30" name="Oval 18"/>
          <p:cNvSpPr>
            <a:spLocks noChangeAspect="1" noChangeArrowheads="1"/>
          </p:cNvSpPr>
          <p:nvPr/>
        </p:nvSpPr>
        <p:spPr bwMode="auto">
          <a:xfrm>
            <a:off x="2179638" y="16303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64531" name="Oval 19"/>
          <p:cNvSpPr>
            <a:spLocks noChangeAspect="1" noChangeArrowheads="1"/>
          </p:cNvSpPr>
          <p:nvPr/>
        </p:nvSpPr>
        <p:spPr bwMode="auto">
          <a:xfrm>
            <a:off x="24844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32" name="Oval 20"/>
          <p:cNvSpPr>
            <a:spLocks noChangeAspect="1" noChangeArrowheads="1"/>
          </p:cNvSpPr>
          <p:nvPr/>
        </p:nvSpPr>
        <p:spPr bwMode="auto">
          <a:xfrm>
            <a:off x="27892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33" name="Oval 21"/>
          <p:cNvSpPr>
            <a:spLocks noChangeAspect="1" noChangeArrowheads="1"/>
          </p:cNvSpPr>
          <p:nvPr/>
        </p:nvSpPr>
        <p:spPr bwMode="auto">
          <a:xfrm>
            <a:off x="30940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34" name="Oval 22"/>
          <p:cNvSpPr>
            <a:spLocks noChangeAspect="1" noChangeArrowheads="1"/>
          </p:cNvSpPr>
          <p:nvPr/>
        </p:nvSpPr>
        <p:spPr bwMode="auto">
          <a:xfrm>
            <a:off x="33988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35" name="Oval 23"/>
          <p:cNvSpPr>
            <a:spLocks noChangeAspect="1" noChangeArrowheads="1"/>
          </p:cNvSpPr>
          <p:nvPr/>
        </p:nvSpPr>
        <p:spPr bwMode="auto">
          <a:xfrm>
            <a:off x="37036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36" name="Oval 24"/>
          <p:cNvSpPr>
            <a:spLocks noChangeAspect="1" noChangeArrowheads="1"/>
          </p:cNvSpPr>
          <p:nvPr/>
        </p:nvSpPr>
        <p:spPr bwMode="auto">
          <a:xfrm>
            <a:off x="40084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37" name="Oval 25"/>
          <p:cNvSpPr>
            <a:spLocks noChangeAspect="1" noChangeArrowheads="1"/>
          </p:cNvSpPr>
          <p:nvPr/>
        </p:nvSpPr>
        <p:spPr bwMode="auto">
          <a:xfrm>
            <a:off x="43132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38" name="Oval 26"/>
          <p:cNvSpPr>
            <a:spLocks noChangeAspect="1" noChangeArrowheads="1"/>
          </p:cNvSpPr>
          <p:nvPr/>
        </p:nvSpPr>
        <p:spPr bwMode="auto">
          <a:xfrm>
            <a:off x="46180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39" name="Oval 27"/>
          <p:cNvSpPr>
            <a:spLocks noChangeAspect="1" noChangeArrowheads="1"/>
          </p:cNvSpPr>
          <p:nvPr/>
        </p:nvSpPr>
        <p:spPr bwMode="auto">
          <a:xfrm>
            <a:off x="49228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40" name="Oval 28"/>
          <p:cNvSpPr>
            <a:spLocks noChangeAspect="1" noChangeArrowheads="1"/>
          </p:cNvSpPr>
          <p:nvPr/>
        </p:nvSpPr>
        <p:spPr bwMode="auto">
          <a:xfrm>
            <a:off x="52276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41" name="Oval 29"/>
          <p:cNvSpPr>
            <a:spLocks noChangeAspect="1" noChangeArrowheads="1"/>
          </p:cNvSpPr>
          <p:nvPr/>
        </p:nvSpPr>
        <p:spPr bwMode="auto">
          <a:xfrm>
            <a:off x="55324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42" name="Oval 30"/>
          <p:cNvSpPr>
            <a:spLocks noChangeAspect="1" noChangeArrowheads="1"/>
          </p:cNvSpPr>
          <p:nvPr/>
        </p:nvSpPr>
        <p:spPr bwMode="auto">
          <a:xfrm>
            <a:off x="58372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43" name="Oval 31"/>
          <p:cNvSpPr>
            <a:spLocks noChangeAspect="1" noChangeArrowheads="1"/>
          </p:cNvSpPr>
          <p:nvPr/>
        </p:nvSpPr>
        <p:spPr bwMode="auto">
          <a:xfrm>
            <a:off x="61420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44" name="Oval 32"/>
          <p:cNvSpPr>
            <a:spLocks noChangeAspect="1" noChangeArrowheads="1"/>
          </p:cNvSpPr>
          <p:nvPr/>
        </p:nvSpPr>
        <p:spPr bwMode="auto">
          <a:xfrm>
            <a:off x="64468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45" name="Oval 33"/>
          <p:cNvSpPr>
            <a:spLocks noChangeAspect="1" noChangeArrowheads="1"/>
          </p:cNvSpPr>
          <p:nvPr/>
        </p:nvSpPr>
        <p:spPr bwMode="auto">
          <a:xfrm>
            <a:off x="67516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46" name="Oval 34"/>
          <p:cNvSpPr>
            <a:spLocks noChangeAspect="1" noChangeArrowheads="1"/>
          </p:cNvSpPr>
          <p:nvPr/>
        </p:nvSpPr>
        <p:spPr bwMode="auto">
          <a:xfrm>
            <a:off x="2179638" y="19351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64547" name="Oval 35"/>
          <p:cNvSpPr>
            <a:spLocks noChangeAspect="1" noChangeArrowheads="1"/>
          </p:cNvSpPr>
          <p:nvPr/>
        </p:nvSpPr>
        <p:spPr bwMode="auto">
          <a:xfrm>
            <a:off x="24844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48" name="Oval 36"/>
          <p:cNvSpPr>
            <a:spLocks noChangeAspect="1" noChangeArrowheads="1"/>
          </p:cNvSpPr>
          <p:nvPr/>
        </p:nvSpPr>
        <p:spPr bwMode="auto">
          <a:xfrm>
            <a:off x="27892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49" name="Oval 37"/>
          <p:cNvSpPr>
            <a:spLocks noChangeAspect="1" noChangeArrowheads="1"/>
          </p:cNvSpPr>
          <p:nvPr/>
        </p:nvSpPr>
        <p:spPr bwMode="auto">
          <a:xfrm>
            <a:off x="30940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50" name="Oval 38"/>
          <p:cNvSpPr>
            <a:spLocks noChangeAspect="1" noChangeArrowheads="1"/>
          </p:cNvSpPr>
          <p:nvPr/>
        </p:nvSpPr>
        <p:spPr bwMode="auto">
          <a:xfrm>
            <a:off x="3398838" y="19351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64551" name="Oval 39"/>
          <p:cNvSpPr>
            <a:spLocks noChangeAspect="1" noChangeArrowheads="1"/>
          </p:cNvSpPr>
          <p:nvPr/>
        </p:nvSpPr>
        <p:spPr bwMode="auto">
          <a:xfrm>
            <a:off x="3703638" y="19351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52" name="Oval 40"/>
          <p:cNvSpPr>
            <a:spLocks noChangeAspect="1" noChangeArrowheads="1"/>
          </p:cNvSpPr>
          <p:nvPr/>
        </p:nvSpPr>
        <p:spPr bwMode="auto">
          <a:xfrm>
            <a:off x="40084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53" name="Oval 41"/>
          <p:cNvSpPr>
            <a:spLocks noChangeAspect="1" noChangeArrowheads="1"/>
          </p:cNvSpPr>
          <p:nvPr/>
        </p:nvSpPr>
        <p:spPr bwMode="auto">
          <a:xfrm>
            <a:off x="43132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54" name="Oval 42"/>
          <p:cNvSpPr>
            <a:spLocks noChangeAspect="1" noChangeArrowheads="1"/>
          </p:cNvSpPr>
          <p:nvPr/>
        </p:nvSpPr>
        <p:spPr bwMode="auto">
          <a:xfrm>
            <a:off x="46180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55" name="Oval 43"/>
          <p:cNvSpPr>
            <a:spLocks noChangeAspect="1" noChangeArrowheads="1"/>
          </p:cNvSpPr>
          <p:nvPr/>
        </p:nvSpPr>
        <p:spPr bwMode="auto">
          <a:xfrm>
            <a:off x="49228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56" name="Oval 44"/>
          <p:cNvSpPr>
            <a:spLocks noChangeAspect="1" noChangeArrowheads="1"/>
          </p:cNvSpPr>
          <p:nvPr/>
        </p:nvSpPr>
        <p:spPr bwMode="auto">
          <a:xfrm>
            <a:off x="5227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57" name="Oval 45"/>
          <p:cNvSpPr>
            <a:spLocks noChangeAspect="1" noChangeArrowheads="1"/>
          </p:cNvSpPr>
          <p:nvPr/>
        </p:nvSpPr>
        <p:spPr bwMode="auto">
          <a:xfrm>
            <a:off x="55324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58" name="Oval 46"/>
          <p:cNvSpPr>
            <a:spLocks noChangeAspect="1" noChangeArrowheads="1"/>
          </p:cNvSpPr>
          <p:nvPr/>
        </p:nvSpPr>
        <p:spPr bwMode="auto">
          <a:xfrm>
            <a:off x="5837238" y="19351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64559" name="Oval 47"/>
          <p:cNvSpPr>
            <a:spLocks noChangeAspect="1" noChangeArrowheads="1"/>
          </p:cNvSpPr>
          <p:nvPr/>
        </p:nvSpPr>
        <p:spPr bwMode="auto">
          <a:xfrm>
            <a:off x="6142038" y="19351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60" name="Oval 48"/>
          <p:cNvSpPr>
            <a:spLocks noChangeAspect="1" noChangeArrowheads="1"/>
          </p:cNvSpPr>
          <p:nvPr/>
        </p:nvSpPr>
        <p:spPr bwMode="auto">
          <a:xfrm>
            <a:off x="64468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61" name="Oval 49"/>
          <p:cNvSpPr>
            <a:spLocks noChangeAspect="1" noChangeArrowheads="1"/>
          </p:cNvSpPr>
          <p:nvPr/>
        </p:nvSpPr>
        <p:spPr bwMode="auto">
          <a:xfrm>
            <a:off x="6751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62" name="Oval 50"/>
          <p:cNvSpPr>
            <a:spLocks noChangeAspect="1" noChangeArrowheads="1"/>
          </p:cNvSpPr>
          <p:nvPr/>
        </p:nvSpPr>
        <p:spPr bwMode="auto">
          <a:xfrm>
            <a:off x="2179638" y="22399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64563" name="Oval 51"/>
          <p:cNvSpPr>
            <a:spLocks noChangeAspect="1" noChangeArrowheads="1"/>
          </p:cNvSpPr>
          <p:nvPr/>
        </p:nvSpPr>
        <p:spPr bwMode="auto">
          <a:xfrm>
            <a:off x="24844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64" name="Oval 52"/>
          <p:cNvSpPr>
            <a:spLocks noChangeAspect="1" noChangeArrowheads="1"/>
          </p:cNvSpPr>
          <p:nvPr/>
        </p:nvSpPr>
        <p:spPr bwMode="auto">
          <a:xfrm>
            <a:off x="27892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65" name="Oval 53"/>
          <p:cNvSpPr>
            <a:spLocks noChangeAspect="1" noChangeArrowheads="1"/>
          </p:cNvSpPr>
          <p:nvPr/>
        </p:nvSpPr>
        <p:spPr bwMode="auto">
          <a:xfrm>
            <a:off x="30940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66" name="Oval 54"/>
          <p:cNvSpPr>
            <a:spLocks noChangeAspect="1" noChangeArrowheads="1"/>
          </p:cNvSpPr>
          <p:nvPr/>
        </p:nvSpPr>
        <p:spPr bwMode="auto">
          <a:xfrm>
            <a:off x="33988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64567" name="Oval 55"/>
          <p:cNvSpPr>
            <a:spLocks noChangeAspect="1" noChangeArrowheads="1"/>
          </p:cNvSpPr>
          <p:nvPr/>
        </p:nvSpPr>
        <p:spPr bwMode="auto">
          <a:xfrm>
            <a:off x="37036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68" name="Oval 56"/>
          <p:cNvSpPr>
            <a:spLocks noChangeAspect="1" noChangeArrowheads="1"/>
          </p:cNvSpPr>
          <p:nvPr/>
        </p:nvSpPr>
        <p:spPr bwMode="auto">
          <a:xfrm>
            <a:off x="40084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69" name="Oval 57"/>
          <p:cNvSpPr>
            <a:spLocks noChangeAspect="1" noChangeArrowheads="1"/>
          </p:cNvSpPr>
          <p:nvPr/>
        </p:nvSpPr>
        <p:spPr bwMode="auto">
          <a:xfrm>
            <a:off x="43132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70" name="Oval 58"/>
          <p:cNvSpPr>
            <a:spLocks noChangeAspect="1" noChangeArrowheads="1"/>
          </p:cNvSpPr>
          <p:nvPr/>
        </p:nvSpPr>
        <p:spPr bwMode="auto">
          <a:xfrm>
            <a:off x="46180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71" name="Oval 59"/>
          <p:cNvSpPr>
            <a:spLocks noChangeAspect="1" noChangeArrowheads="1"/>
          </p:cNvSpPr>
          <p:nvPr/>
        </p:nvSpPr>
        <p:spPr bwMode="auto">
          <a:xfrm>
            <a:off x="49228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72" name="Oval 60"/>
          <p:cNvSpPr>
            <a:spLocks noChangeAspect="1" noChangeArrowheads="1"/>
          </p:cNvSpPr>
          <p:nvPr/>
        </p:nvSpPr>
        <p:spPr bwMode="auto">
          <a:xfrm>
            <a:off x="52276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73" name="Oval 61"/>
          <p:cNvSpPr>
            <a:spLocks noChangeAspect="1" noChangeArrowheads="1"/>
          </p:cNvSpPr>
          <p:nvPr/>
        </p:nvSpPr>
        <p:spPr bwMode="auto">
          <a:xfrm>
            <a:off x="55324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64574" name="Oval 62"/>
          <p:cNvSpPr>
            <a:spLocks noChangeAspect="1" noChangeArrowheads="1"/>
          </p:cNvSpPr>
          <p:nvPr/>
        </p:nvSpPr>
        <p:spPr bwMode="auto">
          <a:xfrm>
            <a:off x="58372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75" name="Oval 63"/>
          <p:cNvSpPr>
            <a:spLocks noChangeAspect="1" noChangeArrowheads="1"/>
          </p:cNvSpPr>
          <p:nvPr/>
        </p:nvSpPr>
        <p:spPr bwMode="auto">
          <a:xfrm>
            <a:off x="61420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76" name="Oval 64"/>
          <p:cNvSpPr>
            <a:spLocks noChangeAspect="1" noChangeArrowheads="1"/>
          </p:cNvSpPr>
          <p:nvPr/>
        </p:nvSpPr>
        <p:spPr bwMode="auto">
          <a:xfrm>
            <a:off x="64468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77" name="Oval 65"/>
          <p:cNvSpPr>
            <a:spLocks noChangeAspect="1" noChangeArrowheads="1"/>
          </p:cNvSpPr>
          <p:nvPr/>
        </p:nvSpPr>
        <p:spPr bwMode="auto">
          <a:xfrm>
            <a:off x="67516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78" name="Oval 66"/>
          <p:cNvSpPr>
            <a:spLocks noChangeAspect="1" noChangeArrowheads="1"/>
          </p:cNvSpPr>
          <p:nvPr/>
        </p:nvSpPr>
        <p:spPr bwMode="auto">
          <a:xfrm>
            <a:off x="2179638" y="25447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64579" name="Oval 67"/>
          <p:cNvSpPr>
            <a:spLocks noChangeAspect="1" noChangeArrowheads="1"/>
          </p:cNvSpPr>
          <p:nvPr/>
        </p:nvSpPr>
        <p:spPr bwMode="auto">
          <a:xfrm>
            <a:off x="24844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80" name="Oval 68"/>
          <p:cNvSpPr>
            <a:spLocks noChangeAspect="1" noChangeArrowheads="1"/>
          </p:cNvSpPr>
          <p:nvPr/>
        </p:nvSpPr>
        <p:spPr bwMode="auto">
          <a:xfrm>
            <a:off x="27892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81" name="Oval 69"/>
          <p:cNvSpPr>
            <a:spLocks noChangeAspect="1" noChangeArrowheads="1"/>
          </p:cNvSpPr>
          <p:nvPr/>
        </p:nvSpPr>
        <p:spPr bwMode="auto">
          <a:xfrm>
            <a:off x="3094038" y="25447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82" name="Oval 70"/>
          <p:cNvSpPr>
            <a:spLocks noChangeAspect="1" noChangeArrowheads="1"/>
          </p:cNvSpPr>
          <p:nvPr/>
        </p:nvSpPr>
        <p:spPr bwMode="auto">
          <a:xfrm>
            <a:off x="33988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64583" name="Oval 71"/>
          <p:cNvSpPr>
            <a:spLocks noChangeAspect="1" noChangeArrowheads="1"/>
          </p:cNvSpPr>
          <p:nvPr/>
        </p:nvSpPr>
        <p:spPr bwMode="auto">
          <a:xfrm>
            <a:off x="37036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84" name="Oval 72"/>
          <p:cNvSpPr>
            <a:spLocks noChangeAspect="1" noChangeArrowheads="1"/>
          </p:cNvSpPr>
          <p:nvPr/>
        </p:nvSpPr>
        <p:spPr bwMode="auto">
          <a:xfrm>
            <a:off x="40084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85" name="Oval 73"/>
          <p:cNvSpPr>
            <a:spLocks noChangeAspect="1" noChangeArrowheads="1"/>
          </p:cNvSpPr>
          <p:nvPr/>
        </p:nvSpPr>
        <p:spPr bwMode="auto">
          <a:xfrm>
            <a:off x="43132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86" name="Oval 74"/>
          <p:cNvSpPr>
            <a:spLocks noChangeAspect="1" noChangeArrowheads="1"/>
          </p:cNvSpPr>
          <p:nvPr/>
        </p:nvSpPr>
        <p:spPr bwMode="auto">
          <a:xfrm>
            <a:off x="46180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87" name="Oval 75"/>
          <p:cNvSpPr>
            <a:spLocks noChangeAspect="1" noChangeArrowheads="1"/>
          </p:cNvSpPr>
          <p:nvPr/>
        </p:nvSpPr>
        <p:spPr bwMode="auto">
          <a:xfrm>
            <a:off x="49228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88" name="Oval 76"/>
          <p:cNvSpPr>
            <a:spLocks noChangeAspect="1" noChangeArrowheads="1"/>
          </p:cNvSpPr>
          <p:nvPr/>
        </p:nvSpPr>
        <p:spPr bwMode="auto">
          <a:xfrm>
            <a:off x="52276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89" name="Oval 77"/>
          <p:cNvSpPr>
            <a:spLocks noChangeAspect="1" noChangeArrowheads="1"/>
          </p:cNvSpPr>
          <p:nvPr/>
        </p:nvSpPr>
        <p:spPr bwMode="auto">
          <a:xfrm>
            <a:off x="55324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90" name="Oval 78"/>
          <p:cNvSpPr>
            <a:spLocks noChangeAspect="1" noChangeArrowheads="1"/>
          </p:cNvSpPr>
          <p:nvPr/>
        </p:nvSpPr>
        <p:spPr bwMode="auto">
          <a:xfrm>
            <a:off x="58372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91" name="Oval 79"/>
          <p:cNvSpPr>
            <a:spLocks noChangeAspect="1" noChangeArrowheads="1"/>
          </p:cNvSpPr>
          <p:nvPr/>
        </p:nvSpPr>
        <p:spPr bwMode="auto">
          <a:xfrm>
            <a:off x="61420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92" name="Oval 80"/>
          <p:cNvSpPr>
            <a:spLocks noChangeAspect="1" noChangeArrowheads="1"/>
          </p:cNvSpPr>
          <p:nvPr/>
        </p:nvSpPr>
        <p:spPr bwMode="auto">
          <a:xfrm>
            <a:off x="6446838" y="25447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93" name="Oval 81"/>
          <p:cNvSpPr>
            <a:spLocks noChangeAspect="1" noChangeArrowheads="1"/>
          </p:cNvSpPr>
          <p:nvPr/>
        </p:nvSpPr>
        <p:spPr bwMode="auto">
          <a:xfrm>
            <a:off x="67516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94" name="Oval 82"/>
          <p:cNvSpPr>
            <a:spLocks noChangeAspect="1" noChangeArrowheads="1"/>
          </p:cNvSpPr>
          <p:nvPr/>
        </p:nvSpPr>
        <p:spPr bwMode="auto">
          <a:xfrm>
            <a:off x="2209800" y="28495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64595" name="Oval 83"/>
          <p:cNvSpPr>
            <a:spLocks noChangeAspect="1" noChangeArrowheads="1"/>
          </p:cNvSpPr>
          <p:nvPr/>
        </p:nvSpPr>
        <p:spPr bwMode="auto">
          <a:xfrm>
            <a:off x="25146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96" name="Oval 84"/>
          <p:cNvSpPr>
            <a:spLocks noChangeAspect="1" noChangeArrowheads="1"/>
          </p:cNvSpPr>
          <p:nvPr/>
        </p:nvSpPr>
        <p:spPr bwMode="auto">
          <a:xfrm>
            <a:off x="28194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97" name="Oval 85"/>
          <p:cNvSpPr>
            <a:spLocks noChangeAspect="1" noChangeArrowheads="1"/>
          </p:cNvSpPr>
          <p:nvPr/>
        </p:nvSpPr>
        <p:spPr bwMode="auto">
          <a:xfrm>
            <a:off x="31242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598" name="Oval 86"/>
          <p:cNvSpPr>
            <a:spLocks noChangeAspect="1" noChangeArrowheads="1"/>
          </p:cNvSpPr>
          <p:nvPr/>
        </p:nvSpPr>
        <p:spPr bwMode="auto">
          <a:xfrm>
            <a:off x="34290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64599" name="Oval 87"/>
          <p:cNvSpPr>
            <a:spLocks noChangeAspect="1" noChangeArrowheads="1"/>
          </p:cNvSpPr>
          <p:nvPr/>
        </p:nvSpPr>
        <p:spPr bwMode="auto">
          <a:xfrm>
            <a:off x="37338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00" name="Oval 88"/>
          <p:cNvSpPr>
            <a:spLocks noChangeAspect="1" noChangeArrowheads="1"/>
          </p:cNvSpPr>
          <p:nvPr/>
        </p:nvSpPr>
        <p:spPr bwMode="auto">
          <a:xfrm>
            <a:off x="40386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01" name="Oval 89"/>
          <p:cNvSpPr>
            <a:spLocks noChangeAspect="1" noChangeArrowheads="1"/>
          </p:cNvSpPr>
          <p:nvPr/>
        </p:nvSpPr>
        <p:spPr bwMode="auto">
          <a:xfrm>
            <a:off x="43434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02" name="Oval 90"/>
          <p:cNvSpPr>
            <a:spLocks noChangeAspect="1" noChangeArrowheads="1"/>
          </p:cNvSpPr>
          <p:nvPr/>
        </p:nvSpPr>
        <p:spPr bwMode="auto">
          <a:xfrm>
            <a:off x="46482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03" name="Oval 91"/>
          <p:cNvSpPr>
            <a:spLocks noChangeAspect="1" noChangeArrowheads="1"/>
          </p:cNvSpPr>
          <p:nvPr/>
        </p:nvSpPr>
        <p:spPr bwMode="auto">
          <a:xfrm>
            <a:off x="49530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04" name="Oval 92"/>
          <p:cNvSpPr>
            <a:spLocks noChangeAspect="1" noChangeArrowheads="1"/>
          </p:cNvSpPr>
          <p:nvPr/>
        </p:nvSpPr>
        <p:spPr bwMode="auto">
          <a:xfrm>
            <a:off x="52578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64605" name="Oval 93"/>
          <p:cNvSpPr>
            <a:spLocks noChangeAspect="1" noChangeArrowheads="1"/>
          </p:cNvSpPr>
          <p:nvPr/>
        </p:nvSpPr>
        <p:spPr bwMode="auto">
          <a:xfrm>
            <a:off x="55626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06" name="Oval 94"/>
          <p:cNvSpPr>
            <a:spLocks noChangeAspect="1" noChangeArrowheads="1"/>
          </p:cNvSpPr>
          <p:nvPr/>
        </p:nvSpPr>
        <p:spPr bwMode="auto">
          <a:xfrm>
            <a:off x="58674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07" name="Oval 95"/>
          <p:cNvSpPr>
            <a:spLocks noChangeAspect="1" noChangeArrowheads="1"/>
          </p:cNvSpPr>
          <p:nvPr/>
        </p:nvSpPr>
        <p:spPr bwMode="auto">
          <a:xfrm>
            <a:off x="61722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08" name="Oval 96"/>
          <p:cNvSpPr>
            <a:spLocks noChangeAspect="1" noChangeArrowheads="1"/>
          </p:cNvSpPr>
          <p:nvPr/>
        </p:nvSpPr>
        <p:spPr bwMode="auto">
          <a:xfrm>
            <a:off x="64770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09" name="Oval 97"/>
          <p:cNvSpPr>
            <a:spLocks noChangeAspect="1" noChangeArrowheads="1"/>
          </p:cNvSpPr>
          <p:nvPr/>
        </p:nvSpPr>
        <p:spPr bwMode="auto">
          <a:xfrm>
            <a:off x="67818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10" name="Oval 98"/>
          <p:cNvSpPr>
            <a:spLocks noChangeAspect="1" noChangeArrowheads="1"/>
          </p:cNvSpPr>
          <p:nvPr/>
        </p:nvSpPr>
        <p:spPr bwMode="auto">
          <a:xfrm>
            <a:off x="2209800" y="31543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64611" name="Oval 99"/>
          <p:cNvSpPr>
            <a:spLocks noChangeAspect="1" noChangeArrowheads="1"/>
          </p:cNvSpPr>
          <p:nvPr/>
        </p:nvSpPr>
        <p:spPr bwMode="auto">
          <a:xfrm>
            <a:off x="25146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12" name="Oval 100"/>
          <p:cNvSpPr>
            <a:spLocks noChangeAspect="1" noChangeArrowheads="1"/>
          </p:cNvSpPr>
          <p:nvPr/>
        </p:nvSpPr>
        <p:spPr bwMode="auto">
          <a:xfrm>
            <a:off x="28194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13" name="Oval 101"/>
          <p:cNvSpPr>
            <a:spLocks noChangeAspect="1" noChangeArrowheads="1"/>
          </p:cNvSpPr>
          <p:nvPr/>
        </p:nvSpPr>
        <p:spPr bwMode="auto">
          <a:xfrm>
            <a:off x="31242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14" name="Oval 102"/>
          <p:cNvSpPr>
            <a:spLocks noChangeAspect="1" noChangeArrowheads="1"/>
          </p:cNvSpPr>
          <p:nvPr/>
        </p:nvSpPr>
        <p:spPr bwMode="auto">
          <a:xfrm>
            <a:off x="34290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64615" name="Oval 103"/>
          <p:cNvSpPr>
            <a:spLocks noChangeAspect="1" noChangeArrowheads="1"/>
          </p:cNvSpPr>
          <p:nvPr/>
        </p:nvSpPr>
        <p:spPr bwMode="auto">
          <a:xfrm>
            <a:off x="37338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16" name="Oval 104"/>
          <p:cNvSpPr>
            <a:spLocks noChangeAspect="1" noChangeArrowheads="1"/>
          </p:cNvSpPr>
          <p:nvPr/>
        </p:nvSpPr>
        <p:spPr bwMode="auto">
          <a:xfrm>
            <a:off x="40386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17" name="Oval 105"/>
          <p:cNvSpPr>
            <a:spLocks noChangeAspect="1" noChangeArrowheads="1"/>
          </p:cNvSpPr>
          <p:nvPr/>
        </p:nvSpPr>
        <p:spPr bwMode="auto">
          <a:xfrm>
            <a:off x="43434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18" name="Oval 106"/>
          <p:cNvSpPr>
            <a:spLocks noChangeAspect="1" noChangeArrowheads="1"/>
          </p:cNvSpPr>
          <p:nvPr/>
        </p:nvSpPr>
        <p:spPr bwMode="auto">
          <a:xfrm>
            <a:off x="46482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19" name="Oval 107"/>
          <p:cNvSpPr>
            <a:spLocks noChangeAspect="1" noChangeArrowheads="1"/>
          </p:cNvSpPr>
          <p:nvPr/>
        </p:nvSpPr>
        <p:spPr bwMode="auto">
          <a:xfrm>
            <a:off x="49530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20" name="Oval 108"/>
          <p:cNvSpPr>
            <a:spLocks noChangeAspect="1" noChangeArrowheads="1"/>
          </p:cNvSpPr>
          <p:nvPr/>
        </p:nvSpPr>
        <p:spPr bwMode="auto">
          <a:xfrm>
            <a:off x="52578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21" name="Oval 109"/>
          <p:cNvSpPr>
            <a:spLocks noChangeAspect="1" noChangeArrowheads="1"/>
          </p:cNvSpPr>
          <p:nvPr/>
        </p:nvSpPr>
        <p:spPr bwMode="auto">
          <a:xfrm>
            <a:off x="55626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22" name="Oval 110"/>
          <p:cNvSpPr>
            <a:spLocks noChangeAspect="1" noChangeArrowheads="1"/>
          </p:cNvSpPr>
          <p:nvPr/>
        </p:nvSpPr>
        <p:spPr bwMode="auto">
          <a:xfrm>
            <a:off x="58674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S</a:t>
            </a:r>
          </a:p>
        </p:txBody>
      </p:sp>
      <p:sp>
        <p:nvSpPr>
          <p:cNvPr id="64623" name="Oval 111"/>
          <p:cNvSpPr>
            <a:spLocks noChangeAspect="1" noChangeArrowheads="1"/>
          </p:cNvSpPr>
          <p:nvPr/>
        </p:nvSpPr>
        <p:spPr bwMode="auto">
          <a:xfrm>
            <a:off x="61722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24" name="Oval 112"/>
          <p:cNvSpPr>
            <a:spLocks noChangeAspect="1" noChangeArrowheads="1"/>
          </p:cNvSpPr>
          <p:nvPr/>
        </p:nvSpPr>
        <p:spPr bwMode="auto">
          <a:xfrm>
            <a:off x="64770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25" name="Oval 113"/>
          <p:cNvSpPr>
            <a:spLocks noChangeAspect="1" noChangeArrowheads="1"/>
          </p:cNvSpPr>
          <p:nvPr/>
        </p:nvSpPr>
        <p:spPr bwMode="auto">
          <a:xfrm>
            <a:off x="67818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26" name="Oval 114"/>
          <p:cNvSpPr>
            <a:spLocks noChangeAspect="1" noChangeArrowheads="1"/>
          </p:cNvSpPr>
          <p:nvPr/>
        </p:nvSpPr>
        <p:spPr bwMode="auto">
          <a:xfrm>
            <a:off x="2209800" y="3459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64627" name="Oval 115"/>
          <p:cNvSpPr>
            <a:spLocks noChangeAspect="1" noChangeArrowheads="1"/>
          </p:cNvSpPr>
          <p:nvPr/>
        </p:nvSpPr>
        <p:spPr bwMode="auto">
          <a:xfrm>
            <a:off x="25146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28" name="Oval 116"/>
          <p:cNvSpPr>
            <a:spLocks noChangeAspect="1" noChangeArrowheads="1"/>
          </p:cNvSpPr>
          <p:nvPr/>
        </p:nvSpPr>
        <p:spPr bwMode="auto">
          <a:xfrm>
            <a:off x="28194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29" name="Oval 117"/>
          <p:cNvSpPr>
            <a:spLocks noChangeAspect="1" noChangeArrowheads="1"/>
          </p:cNvSpPr>
          <p:nvPr/>
        </p:nvSpPr>
        <p:spPr bwMode="auto">
          <a:xfrm>
            <a:off x="31242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30" name="Oval 118"/>
          <p:cNvSpPr>
            <a:spLocks noChangeAspect="1" noChangeArrowheads="1"/>
          </p:cNvSpPr>
          <p:nvPr/>
        </p:nvSpPr>
        <p:spPr bwMode="auto">
          <a:xfrm>
            <a:off x="34290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4631" name="Oval 119"/>
          <p:cNvSpPr>
            <a:spLocks noChangeAspect="1" noChangeArrowheads="1"/>
          </p:cNvSpPr>
          <p:nvPr/>
        </p:nvSpPr>
        <p:spPr bwMode="auto">
          <a:xfrm>
            <a:off x="3733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32" name="Oval 120"/>
          <p:cNvSpPr>
            <a:spLocks noChangeAspect="1" noChangeArrowheads="1"/>
          </p:cNvSpPr>
          <p:nvPr/>
        </p:nvSpPr>
        <p:spPr bwMode="auto">
          <a:xfrm>
            <a:off x="40386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33" name="Oval 121"/>
          <p:cNvSpPr>
            <a:spLocks noChangeAspect="1" noChangeArrowheads="1"/>
          </p:cNvSpPr>
          <p:nvPr/>
        </p:nvSpPr>
        <p:spPr bwMode="auto">
          <a:xfrm>
            <a:off x="43434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34" name="Oval 122"/>
          <p:cNvSpPr>
            <a:spLocks noChangeAspect="1" noChangeArrowheads="1"/>
          </p:cNvSpPr>
          <p:nvPr/>
        </p:nvSpPr>
        <p:spPr bwMode="auto">
          <a:xfrm>
            <a:off x="46482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35" name="Oval 123"/>
          <p:cNvSpPr>
            <a:spLocks noChangeAspect="1" noChangeArrowheads="1"/>
          </p:cNvSpPr>
          <p:nvPr/>
        </p:nvSpPr>
        <p:spPr bwMode="auto">
          <a:xfrm>
            <a:off x="49530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36" name="Oval 124"/>
          <p:cNvSpPr>
            <a:spLocks noChangeAspect="1" noChangeArrowheads="1"/>
          </p:cNvSpPr>
          <p:nvPr/>
        </p:nvSpPr>
        <p:spPr bwMode="auto">
          <a:xfrm>
            <a:off x="5257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64637" name="Oval 125"/>
          <p:cNvSpPr>
            <a:spLocks noChangeAspect="1" noChangeArrowheads="1"/>
          </p:cNvSpPr>
          <p:nvPr/>
        </p:nvSpPr>
        <p:spPr bwMode="auto">
          <a:xfrm>
            <a:off x="55626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38" name="Oval 126"/>
          <p:cNvSpPr>
            <a:spLocks noChangeAspect="1" noChangeArrowheads="1"/>
          </p:cNvSpPr>
          <p:nvPr/>
        </p:nvSpPr>
        <p:spPr bwMode="auto">
          <a:xfrm>
            <a:off x="58674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39" name="Oval 127"/>
          <p:cNvSpPr>
            <a:spLocks noChangeAspect="1" noChangeArrowheads="1"/>
          </p:cNvSpPr>
          <p:nvPr/>
        </p:nvSpPr>
        <p:spPr bwMode="auto">
          <a:xfrm>
            <a:off x="61722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40" name="Oval 128"/>
          <p:cNvSpPr>
            <a:spLocks noChangeAspect="1" noChangeArrowheads="1"/>
          </p:cNvSpPr>
          <p:nvPr/>
        </p:nvSpPr>
        <p:spPr bwMode="auto">
          <a:xfrm>
            <a:off x="64770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41" name="Oval 129"/>
          <p:cNvSpPr>
            <a:spLocks noChangeAspect="1" noChangeArrowheads="1"/>
          </p:cNvSpPr>
          <p:nvPr/>
        </p:nvSpPr>
        <p:spPr bwMode="auto">
          <a:xfrm>
            <a:off x="6781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42" name="Oval 130"/>
          <p:cNvSpPr>
            <a:spLocks noChangeAspect="1" noChangeArrowheads="1"/>
          </p:cNvSpPr>
          <p:nvPr/>
        </p:nvSpPr>
        <p:spPr bwMode="auto">
          <a:xfrm>
            <a:off x="2209800" y="37639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64643" name="Oval 131"/>
          <p:cNvSpPr>
            <a:spLocks noChangeAspect="1" noChangeArrowheads="1"/>
          </p:cNvSpPr>
          <p:nvPr/>
        </p:nvSpPr>
        <p:spPr bwMode="auto">
          <a:xfrm>
            <a:off x="2514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44" name="Oval 132"/>
          <p:cNvSpPr>
            <a:spLocks noChangeAspect="1" noChangeArrowheads="1"/>
          </p:cNvSpPr>
          <p:nvPr/>
        </p:nvSpPr>
        <p:spPr bwMode="auto">
          <a:xfrm>
            <a:off x="2819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45" name="Oval 133"/>
          <p:cNvSpPr>
            <a:spLocks noChangeAspect="1" noChangeArrowheads="1"/>
          </p:cNvSpPr>
          <p:nvPr/>
        </p:nvSpPr>
        <p:spPr bwMode="auto">
          <a:xfrm>
            <a:off x="3124200" y="37639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46" name="Oval 134"/>
          <p:cNvSpPr>
            <a:spLocks noChangeAspect="1" noChangeArrowheads="1"/>
          </p:cNvSpPr>
          <p:nvPr/>
        </p:nvSpPr>
        <p:spPr bwMode="auto">
          <a:xfrm>
            <a:off x="34290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4647" name="Oval 135"/>
          <p:cNvSpPr>
            <a:spLocks noChangeAspect="1" noChangeArrowheads="1"/>
          </p:cNvSpPr>
          <p:nvPr/>
        </p:nvSpPr>
        <p:spPr bwMode="auto">
          <a:xfrm>
            <a:off x="3733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48" name="Oval 136"/>
          <p:cNvSpPr>
            <a:spLocks noChangeAspect="1" noChangeArrowheads="1"/>
          </p:cNvSpPr>
          <p:nvPr/>
        </p:nvSpPr>
        <p:spPr bwMode="auto">
          <a:xfrm>
            <a:off x="4038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49" name="Oval 137"/>
          <p:cNvSpPr>
            <a:spLocks noChangeAspect="1" noChangeArrowheads="1"/>
          </p:cNvSpPr>
          <p:nvPr/>
        </p:nvSpPr>
        <p:spPr bwMode="auto">
          <a:xfrm>
            <a:off x="4343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50" name="Oval 138"/>
          <p:cNvSpPr>
            <a:spLocks noChangeAspect="1" noChangeArrowheads="1"/>
          </p:cNvSpPr>
          <p:nvPr/>
        </p:nvSpPr>
        <p:spPr bwMode="auto">
          <a:xfrm>
            <a:off x="46482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51" name="Oval 139"/>
          <p:cNvSpPr>
            <a:spLocks noChangeAspect="1" noChangeArrowheads="1"/>
          </p:cNvSpPr>
          <p:nvPr/>
        </p:nvSpPr>
        <p:spPr bwMode="auto">
          <a:xfrm>
            <a:off x="49530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52" name="Oval 140"/>
          <p:cNvSpPr>
            <a:spLocks noChangeAspect="1" noChangeArrowheads="1"/>
          </p:cNvSpPr>
          <p:nvPr/>
        </p:nvSpPr>
        <p:spPr bwMode="auto">
          <a:xfrm>
            <a:off x="5257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53" name="Oval 141"/>
          <p:cNvSpPr>
            <a:spLocks noChangeAspect="1" noChangeArrowheads="1"/>
          </p:cNvSpPr>
          <p:nvPr/>
        </p:nvSpPr>
        <p:spPr bwMode="auto">
          <a:xfrm>
            <a:off x="5562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54" name="Oval 142"/>
          <p:cNvSpPr>
            <a:spLocks noChangeAspect="1" noChangeArrowheads="1"/>
          </p:cNvSpPr>
          <p:nvPr/>
        </p:nvSpPr>
        <p:spPr bwMode="auto">
          <a:xfrm>
            <a:off x="5867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55" name="Oval 143"/>
          <p:cNvSpPr>
            <a:spLocks noChangeAspect="1" noChangeArrowheads="1"/>
          </p:cNvSpPr>
          <p:nvPr/>
        </p:nvSpPr>
        <p:spPr bwMode="auto">
          <a:xfrm>
            <a:off x="61722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56" name="Oval 144"/>
          <p:cNvSpPr>
            <a:spLocks noChangeAspect="1" noChangeArrowheads="1"/>
          </p:cNvSpPr>
          <p:nvPr/>
        </p:nvSpPr>
        <p:spPr bwMode="auto">
          <a:xfrm>
            <a:off x="6477000" y="37639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57" name="Oval 145"/>
          <p:cNvSpPr>
            <a:spLocks noChangeAspect="1" noChangeArrowheads="1"/>
          </p:cNvSpPr>
          <p:nvPr/>
        </p:nvSpPr>
        <p:spPr bwMode="auto">
          <a:xfrm>
            <a:off x="6781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58" name="Oval 146"/>
          <p:cNvSpPr>
            <a:spLocks noChangeAspect="1" noChangeArrowheads="1"/>
          </p:cNvSpPr>
          <p:nvPr/>
        </p:nvSpPr>
        <p:spPr bwMode="auto">
          <a:xfrm>
            <a:off x="2209800" y="40687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64659" name="Oval 147"/>
          <p:cNvSpPr>
            <a:spLocks noChangeAspect="1" noChangeArrowheads="1"/>
          </p:cNvSpPr>
          <p:nvPr/>
        </p:nvSpPr>
        <p:spPr bwMode="auto">
          <a:xfrm>
            <a:off x="2514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60" name="Oval 148"/>
          <p:cNvSpPr>
            <a:spLocks noChangeAspect="1" noChangeArrowheads="1"/>
          </p:cNvSpPr>
          <p:nvPr/>
        </p:nvSpPr>
        <p:spPr bwMode="auto">
          <a:xfrm>
            <a:off x="2819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61" name="Oval 149"/>
          <p:cNvSpPr>
            <a:spLocks noChangeAspect="1" noChangeArrowheads="1"/>
          </p:cNvSpPr>
          <p:nvPr/>
        </p:nvSpPr>
        <p:spPr bwMode="auto">
          <a:xfrm>
            <a:off x="3124200" y="40687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62" name="Oval 150"/>
          <p:cNvSpPr>
            <a:spLocks noChangeAspect="1" noChangeArrowheads="1"/>
          </p:cNvSpPr>
          <p:nvPr/>
        </p:nvSpPr>
        <p:spPr bwMode="auto">
          <a:xfrm>
            <a:off x="34290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4663" name="Oval 151"/>
          <p:cNvSpPr>
            <a:spLocks noChangeAspect="1" noChangeArrowheads="1"/>
          </p:cNvSpPr>
          <p:nvPr/>
        </p:nvSpPr>
        <p:spPr bwMode="auto">
          <a:xfrm>
            <a:off x="3733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64" name="Oval 152"/>
          <p:cNvSpPr>
            <a:spLocks noChangeAspect="1" noChangeArrowheads="1"/>
          </p:cNvSpPr>
          <p:nvPr/>
        </p:nvSpPr>
        <p:spPr bwMode="auto">
          <a:xfrm>
            <a:off x="4038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65" name="Oval 153"/>
          <p:cNvSpPr>
            <a:spLocks noChangeAspect="1" noChangeArrowheads="1"/>
          </p:cNvSpPr>
          <p:nvPr/>
        </p:nvSpPr>
        <p:spPr bwMode="auto">
          <a:xfrm>
            <a:off x="4343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66" name="Oval 154"/>
          <p:cNvSpPr>
            <a:spLocks noChangeAspect="1" noChangeArrowheads="1"/>
          </p:cNvSpPr>
          <p:nvPr/>
        </p:nvSpPr>
        <p:spPr bwMode="auto">
          <a:xfrm>
            <a:off x="46482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67" name="Oval 155"/>
          <p:cNvSpPr>
            <a:spLocks noChangeAspect="1" noChangeArrowheads="1"/>
          </p:cNvSpPr>
          <p:nvPr/>
        </p:nvSpPr>
        <p:spPr bwMode="auto">
          <a:xfrm>
            <a:off x="49530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68" name="Oval 156"/>
          <p:cNvSpPr>
            <a:spLocks noChangeAspect="1" noChangeArrowheads="1"/>
          </p:cNvSpPr>
          <p:nvPr/>
        </p:nvSpPr>
        <p:spPr bwMode="auto">
          <a:xfrm>
            <a:off x="5257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69" name="Oval 157"/>
          <p:cNvSpPr>
            <a:spLocks noChangeAspect="1" noChangeArrowheads="1"/>
          </p:cNvSpPr>
          <p:nvPr/>
        </p:nvSpPr>
        <p:spPr bwMode="auto">
          <a:xfrm>
            <a:off x="5562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70" name="Oval 158"/>
          <p:cNvSpPr>
            <a:spLocks noChangeAspect="1" noChangeArrowheads="1"/>
          </p:cNvSpPr>
          <p:nvPr/>
        </p:nvSpPr>
        <p:spPr bwMode="auto">
          <a:xfrm>
            <a:off x="5867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71" name="Oval 159"/>
          <p:cNvSpPr>
            <a:spLocks noChangeAspect="1" noChangeArrowheads="1"/>
          </p:cNvSpPr>
          <p:nvPr/>
        </p:nvSpPr>
        <p:spPr bwMode="auto">
          <a:xfrm>
            <a:off x="61722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72" name="Oval 160"/>
          <p:cNvSpPr>
            <a:spLocks noChangeAspect="1" noChangeArrowheads="1"/>
          </p:cNvSpPr>
          <p:nvPr/>
        </p:nvSpPr>
        <p:spPr bwMode="auto">
          <a:xfrm>
            <a:off x="6477000" y="40687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73" name="Oval 161"/>
          <p:cNvSpPr>
            <a:spLocks noChangeAspect="1" noChangeArrowheads="1"/>
          </p:cNvSpPr>
          <p:nvPr/>
        </p:nvSpPr>
        <p:spPr bwMode="auto">
          <a:xfrm>
            <a:off x="6781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74" name="Oval 162"/>
          <p:cNvSpPr>
            <a:spLocks noChangeAspect="1" noChangeArrowheads="1"/>
          </p:cNvSpPr>
          <p:nvPr/>
        </p:nvSpPr>
        <p:spPr bwMode="auto">
          <a:xfrm>
            <a:off x="2209800" y="43735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64675" name="Oval 163"/>
          <p:cNvSpPr>
            <a:spLocks noChangeAspect="1" noChangeArrowheads="1"/>
          </p:cNvSpPr>
          <p:nvPr/>
        </p:nvSpPr>
        <p:spPr bwMode="auto">
          <a:xfrm>
            <a:off x="25146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76" name="Oval 164"/>
          <p:cNvSpPr>
            <a:spLocks noChangeAspect="1" noChangeArrowheads="1"/>
          </p:cNvSpPr>
          <p:nvPr/>
        </p:nvSpPr>
        <p:spPr bwMode="auto">
          <a:xfrm>
            <a:off x="28194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77" name="Oval 165"/>
          <p:cNvSpPr>
            <a:spLocks noChangeAspect="1" noChangeArrowheads="1"/>
          </p:cNvSpPr>
          <p:nvPr/>
        </p:nvSpPr>
        <p:spPr bwMode="auto">
          <a:xfrm>
            <a:off x="3124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78" name="Oval 166"/>
          <p:cNvSpPr>
            <a:spLocks noChangeAspect="1" noChangeArrowheads="1"/>
          </p:cNvSpPr>
          <p:nvPr/>
        </p:nvSpPr>
        <p:spPr bwMode="auto">
          <a:xfrm>
            <a:off x="3429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79" name="Oval 167"/>
          <p:cNvSpPr>
            <a:spLocks noChangeAspect="1" noChangeArrowheads="1"/>
          </p:cNvSpPr>
          <p:nvPr/>
        </p:nvSpPr>
        <p:spPr bwMode="auto">
          <a:xfrm>
            <a:off x="37338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80" name="Oval 168"/>
          <p:cNvSpPr>
            <a:spLocks noChangeAspect="1" noChangeArrowheads="1"/>
          </p:cNvSpPr>
          <p:nvPr/>
        </p:nvSpPr>
        <p:spPr bwMode="auto">
          <a:xfrm>
            <a:off x="40386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81" name="Oval 169"/>
          <p:cNvSpPr>
            <a:spLocks noChangeAspect="1" noChangeArrowheads="1"/>
          </p:cNvSpPr>
          <p:nvPr/>
        </p:nvSpPr>
        <p:spPr bwMode="auto">
          <a:xfrm>
            <a:off x="43434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82" name="Oval 170"/>
          <p:cNvSpPr>
            <a:spLocks noChangeAspect="1" noChangeArrowheads="1"/>
          </p:cNvSpPr>
          <p:nvPr/>
        </p:nvSpPr>
        <p:spPr bwMode="auto">
          <a:xfrm>
            <a:off x="4648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83" name="Oval 171"/>
          <p:cNvSpPr>
            <a:spLocks noChangeAspect="1" noChangeArrowheads="1"/>
          </p:cNvSpPr>
          <p:nvPr/>
        </p:nvSpPr>
        <p:spPr bwMode="auto">
          <a:xfrm>
            <a:off x="4953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84" name="Oval 172"/>
          <p:cNvSpPr>
            <a:spLocks noChangeAspect="1" noChangeArrowheads="1"/>
          </p:cNvSpPr>
          <p:nvPr/>
        </p:nvSpPr>
        <p:spPr bwMode="auto">
          <a:xfrm>
            <a:off x="52578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85" name="Oval 173"/>
          <p:cNvSpPr>
            <a:spLocks noChangeAspect="1" noChangeArrowheads="1"/>
          </p:cNvSpPr>
          <p:nvPr/>
        </p:nvSpPr>
        <p:spPr bwMode="auto">
          <a:xfrm>
            <a:off x="55626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86" name="Oval 174"/>
          <p:cNvSpPr>
            <a:spLocks noChangeAspect="1" noChangeArrowheads="1"/>
          </p:cNvSpPr>
          <p:nvPr/>
        </p:nvSpPr>
        <p:spPr bwMode="auto">
          <a:xfrm>
            <a:off x="58674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87" name="Oval 175"/>
          <p:cNvSpPr>
            <a:spLocks noChangeAspect="1" noChangeArrowheads="1"/>
          </p:cNvSpPr>
          <p:nvPr/>
        </p:nvSpPr>
        <p:spPr bwMode="auto">
          <a:xfrm>
            <a:off x="6172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88" name="Oval 176"/>
          <p:cNvSpPr>
            <a:spLocks noChangeAspect="1" noChangeArrowheads="1"/>
          </p:cNvSpPr>
          <p:nvPr/>
        </p:nvSpPr>
        <p:spPr bwMode="auto">
          <a:xfrm>
            <a:off x="6477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89" name="Oval 177"/>
          <p:cNvSpPr>
            <a:spLocks noChangeAspect="1" noChangeArrowheads="1"/>
          </p:cNvSpPr>
          <p:nvPr/>
        </p:nvSpPr>
        <p:spPr bwMode="auto">
          <a:xfrm>
            <a:off x="67818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90" name="Oval 178"/>
          <p:cNvSpPr>
            <a:spLocks noChangeAspect="1" noChangeArrowheads="1"/>
          </p:cNvSpPr>
          <p:nvPr/>
        </p:nvSpPr>
        <p:spPr bwMode="auto">
          <a:xfrm>
            <a:off x="2209800" y="46783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0</a:t>
            </a:r>
          </a:p>
        </p:txBody>
      </p:sp>
      <p:sp>
        <p:nvSpPr>
          <p:cNvPr id="64691" name="Oval 179"/>
          <p:cNvSpPr>
            <a:spLocks noChangeAspect="1" noChangeArrowheads="1"/>
          </p:cNvSpPr>
          <p:nvPr/>
        </p:nvSpPr>
        <p:spPr bwMode="auto">
          <a:xfrm>
            <a:off x="2514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92" name="Oval 180"/>
          <p:cNvSpPr>
            <a:spLocks noChangeAspect="1" noChangeArrowheads="1"/>
          </p:cNvSpPr>
          <p:nvPr/>
        </p:nvSpPr>
        <p:spPr bwMode="auto">
          <a:xfrm>
            <a:off x="2819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93" name="Oval 181"/>
          <p:cNvSpPr>
            <a:spLocks noChangeAspect="1" noChangeArrowheads="1"/>
          </p:cNvSpPr>
          <p:nvPr/>
        </p:nvSpPr>
        <p:spPr bwMode="auto">
          <a:xfrm>
            <a:off x="3124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94" name="Oval 182"/>
          <p:cNvSpPr>
            <a:spLocks noChangeAspect="1" noChangeArrowheads="1"/>
          </p:cNvSpPr>
          <p:nvPr/>
        </p:nvSpPr>
        <p:spPr bwMode="auto">
          <a:xfrm>
            <a:off x="3429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95" name="Oval 183"/>
          <p:cNvSpPr>
            <a:spLocks noChangeAspect="1" noChangeArrowheads="1"/>
          </p:cNvSpPr>
          <p:nvPr/>
        </p:nvSpPr>
        <p:spPr bwMode="auto">
          <a:xfrm>
            <a:off x="3733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96" name="Oval 184"/>
          <p:cNvSpPr>
            <a:spLocks noChangeAspect="1" noChangeArrowheads="1"/>
          </p:cNvSpPr>
          <p:nvPr/>
        </p:nvSpPr>
        <p:spPr bwMode="auto">
          <a:xfrm>
            <a:off x="4038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97" name="Oval 185"/>
          <p:cNvSpPr>
            <a:spLocks noChangeAspect="1" noChangeArrowheads="1"/>
          </p:cNvSpPr>
          <p:nvPr/>
        </p:nvSpPr>
        <p:spPr bwMode="auto">
          <a:xfrm>
            <a:off x="4343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98" name="Oval 186"/>
          <p:cNvSpPr>
            <a:spLocks noChangeAspect="1" noChangeArrowheads="1"/>
          </p:cNvSpPr>
          <p:nvPr/>
        </p:nvSpPr>
        <p:spPr bwMode="auto">
          <a:xfrm>
            <a:off x="4648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699" name="Oval 187"/>
          <p:cNvSpPr>
            <a:spLocks noChangeAspect="1" noChangeArrowheads="1"/>
          </p:cNvSpPr>
          <p:nvPr/>
        </p:nvSpPr>
        <p:spPr bwMode="auto">
          <a:xfrm>
            <a:off x="4953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700" name="Oval 188"/>
          <p:cNvSpPr>
            <a:spLocks noChangeAspect="1" noChangeArrowheads="1"/>
          </p:cNvSpPr>
          <p:nvPr/>
        </p:nvSpPr>
        <p:spPr bwMode="auto">
          <a:xfrm>
            <a:off x="5257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701" name="Oval 189"/>
          <p:cNvSpPr>
            <a:spLocks noChangeAspect="1" noChangeArrowheads="1"/>
          </p:cNvSpPr>
          <p:nvPr/>
        </p:nvSpPr>
        <p:spPr bwMode="auto">
          <a:xfrm>
            <a:off x="5562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702" name="Oval 190"/>
          <p:cNvSpPr>
            <a:spLocks noChangeAspect="1" noChangeArrowheads="1"/>
          </p:cNvSpPr>
          <p:nvPr/>
        </p:nvSpPr>
        <p:spPr bwMode="auto">
          <a:xfrm>
            <a:off x="5867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703" name="Oval 191"/>
          <p:cNvSpPr>
            <a:spLocks noChangeAspect="1" noChangeArrowheads="1"/>
          </p:cNvSpPr>
          <p:nvPr/>
        </p:nvSpPr>
        <p:spPr bwMode="auto">
          <a:xfrm>
            <a:off x="6172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704" name="Oval 192"/>
          <p:cNvSpPr>
            <a:spLocks noChangeAspect="1" noChangeArrowheads="1"/>
          </p:cNvSpPr>
          <p:nvPr/>
        </p:nvSpPr>
        <p:spPr bwMode="auto">
          <a:xfrm>
            <a:off x="6477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705" name="Oval 193"/>
          <p:cNvSpPr>
            <a:spLocks noChangeAspect="1" noChangeArrowheads="1"/>
          </p:cNvSpPr>
          <p:nvPr/>
        </p:nvSpPr>
        <p:spPr bwMode="auto">
          <a:xfrm>
            <a:off x="6781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4706" name="Oval 194"/>
          <p:cNvSpPr>
            <a:spLocks noChangeAspect="1" noChangeArrowheads="1"/>
          </p:cNvSpPr>
          <p:nvPr/>
        </p:nvSpPr>
        <p:spPr bwMode="auto">
          <a:xfrm>
            <a:off x="2209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4707" name="Oval 195"/>
          <p:cNvSpPr>
            <a:spLocks noChangeAspect="1" noChangeArrowheads="1"/>
          </p:cNvSpPr>
          <p:nvPr/>
        </p:nvSpPr>
        <p:spPr bwMode="auto">
          <a:xfrm>
            <a:off x="2514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0</a:t>
            </a:r>
          </a:p>
        </p:txBody>
      </p:sp>
      <p:sp>
        <p:nvSpPr>
          <p:cNvPr id="64708" name="Oval 196"/>
          <p:cNvSpPr>
            <a:spLocks noChangeAspect="1" noChangeArrowheads="1"/>
          </p:cNvSpPr>
          <p:nvPr/>
        </p:nvSpPr>
        <p:spPr bwMode="auto">
          <a:xfrm>
            <a:off x="2819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64709" name="Oval 197"/>
          <p:cNvSpPr>
            <a:spLocks noChangeAspect="1" noChangeArrowheads="1"/>
          </p:cNvSpPr>
          <p:nvPr/>
        </p:nvSpPr>
        <p:spPr bwMode="auto">
          <a:xfrm>
            <a:off x="3124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64710" name="Oval 198"/>
          <p:cNvSpPr>
            <a:spLocks noChangeAspect="1" noChangeArrowheads="1"/>
          </p:cNvSpPr>
          <p:nvPr/>
        </p:nvSpPr>
        <p:spPr bwMode="auto">
          <a:xfrm>
            <a:off x="3429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64711" name="Oval 199"/>
          <p:cNvSpPr>
            <a:spLocks noChangeAspect="1" noChangeArrowheads="1"/>
          </p:cNvSpPr>
          <p:nvPr/>
        </p:nvSpPr>
        <p:spPr bwMode="auto">
          <a:xfrm>
            <a:off x="3733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64712" name="Oval 200"/>
          <p:cNvSpPr>
            <a:spLocks noChangeAspect="1" noChangeArrowheads="1"/>
          </p:cNvSpPr>
          <p:nvPr/>
        </p:nvSpPr>
        <p:spPr bwMode="auto">
          <a:xfrm>
            <a:off x="4038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64713" name="Oval 201"/>
          <p:cNvSpPr>
            <a:spLocks noChangeAspect="1" noChangeArrowheads="1"/>
          </p:cNvSpPr>
          <p:nvPr/>
        </p:nvSpPr>
        <p:spPr bwMode="auto">
          <a:xfrm>
            <a:off x="4343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64714" name="Oval 202"/>
          <p:cNvSpPr>
            <a:spLocks noChangeAspect="1" noChangeArrowheads="1"/>
          </p:cNvSpPr>
          <p:nvPr/>
        </p:nvSpPr>
        <p:spPr bwMode="auto">
          <a:xfrm>
            <a:off x="4648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64715" name="Oval 203"/>
          <p:cNvSpPr>
            <a:spLocks noChangeAspect="1" noChangeArrowheads="1"/>
          </p:cNvSpPr>
          <p:nvPr/>
        </p:nvSpPr>
        <p:spPr bwMode="auto">
          <a:xfrm>
            <a:off x="4953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64716" name="Oval 204"/>
          <p:cNvSpPr>
            <a:spLocks noChangeAspect="1" noChangeArrowheads="1"/>
          </p:cNvSpPr>
          <p:nvPr/>
        </p:nvSpPr>
        <p:spPr bwMode="auto">
          <a:xfrm>
            <a:off x="5257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64717" name="Oval 205"/>
          <p:cNvSpPr>
            <a:spLocks noChangeAspect="1" noChangeArrowheads="1"/>
          </p:cNvSpPr>
          <p:nvPr/>
        </p:nvSpPr>
        <p:spPr bwMode="auto">
          <a:xfrm>
            <a:off x="5562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64718" name="Oval 206"/>
          <p:cNvSpPr>
            <a:spLocks noChangeAspect="1" noChangeArrowheads="1"/>
          </p:cNvSpPr>
          <p:nvPr/>
        </p:nvSpPr>
        <p:spPr bwMode="auto">
          <a:xfrm>
            <a:off x="5867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64719" name="Oval 207"/>
          <p:cNvSpPr>
            <a:spLocks noChangeAspect="1" noChangeArrowheads="1"/>
          </p:cNvSpPr>
          <p:nvPr/>
        </p:nvSpPr>
        <p:spPr bwMode="auto">
          <a:xfrm>
            <a:off x="6172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12</a:t>
            </a:r>
          </a:p>
        </p:txBody>
      </p:sp>
      <p:sp>
        <p:nvSpPr>
          <p:cNvPr id="64720" name="Oval 208"/>
          <p:cNvSpPr>
            <a:spLocks noChangeAspect="1" noChangeArrowheads="1"/>
          </p:cNvSpPr>
          <p:nvPr/>
        </p:nvSpPr>
        <p:spPr bwMode="auto">
          <a:xfrm>
            <a:off x="6477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13</a:t>
            </a:r>
          </a:p>
        </p:txBody>
      </p:sp>
      <p:sp>
        <p:nvSpPr>
          <p:cNvPr id="64721" name="Oval 209"/>
          <p:cNvSpPr>
            <a:spLocks noChangeAspect="1" noChangeArrowheads="1"/>
          </p:cNvSpPr>
          <p:nvPr/>
        </p:nvSpPr>
        <p:spPr bwMode="auto">
          <a:xfrm>
            <a:off x="6781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14</a:t>
            </a:r>
          </a:p>
        </p:txBody>
      </p:sp>
      <p:graphicFrame>
        <p:nvGraphicFramePr>
          <p:cNvPr id="64722" name="Group 210"/>
          <p:cNvGraphicFramePr>
            <a:graphicFrameLocks noGrp="1"/>
          </p:cNvGraphicFramePr>
          <p:nvPr/>
        </p:nvGraphicFramePr>
        <p:xfrm>
          <a:off x="7543800" y="2362200"/>
          <a:ext cx="457200" cy="1828800"/>
        </p:xfrm>
        <a:graphic>
          <a:graphicData uri="http://schemas.openxmlformats.org/drawingml/2006/table">
            <a:tbl>
              <a:tblPr/>
              <a:tblGrid>
                <a:gridCol w="4572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9</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4740" name="Text Box 228"/>
          <p:cNvSpPr txBox="1">
            <a:spLocks noChangeArrowheads="1"/>
          </p:cNvSpPr>
          <p:nvPr/>
        </p:nvSpPr>
        <p:spPr bwMode="auto">
          <a:xfrm>
            <a:off x="342900" y="228600"/>
            <a:ext cx="845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2800" b="1">
                <a:solidFill>
                  <a:schemeClr val="accent2"/>
                </a:solidFill>
                <a:latin typeface="Arial" charset="0"/>
              </a:rPr>
              <a:t>Span Flood-Fill</a:t>
            </a:r>
            <a:r>
              <a:rPr lang="en-US" altLang="en-US" sz="3200" b="1">
                <a:solidFill>
                  <a:schemeClr val="accent2"/>
                </a:solidFill>
                <a:latin typeface="Arial" charset="0"/>
              </a:rPr>
              <a:t> Algorithm (</a:t>
            </a:r>
            <a:r>
              <a:rPr lang="en-US" altLang="en-US" sz="3200" b="1">
                <a:solidFill>
                  <a:srgbClr val="FF0000"/>
                </a:solidFill>
                <a:latin typeface="Arial" charset="0"/>
              </a:rPr>
              <a:t>example</a:t>
            </a:r>
            <a:r>
              <a:rPr lang="en-US" altLang="en-US" sz="3200" b="1">
                <a:solidFill>
                  <a:schemeClr val="accent2"/>
                </a:solidFill>
                <a:latin typeface="Arial" charset="0"/>
              </a:rPr>
              <a:t>)</a:t>
            </a:r>
            <a:endParaRPr lang="en-US" altLang="en-US" sz="2800">
              <a:latin typeface="Arial" charset="0"/>
              <a:cs typeface="Arial"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Slide Number Placeholder 3"/>
          <p:cNvSpPr>
            <a:spLocks noGrp="1"/>
          </p:cNvSpPr>
          <p:nvPr>
            <p:ph type="sldNum" sz="quarter" idx="12"/>
          </p:nvPr>
        </p:nvSpPr>
        <p:spPr/>
        <p:txBody>
          <a:bodyPr/>
          <a:lstStyle/>
          <a:p>
            <a:fld id="{1C4AE0B2-574F-42B7-BA27-FF2CBE9F01C7}" type="slidenum">
              <a:rPr lang="en-US" altLang="en-US"/>
              <a:pPr/>
              <a:t>57</a:t>
            </a:fld>
            <a:endParaRPr lang="en-US" altLang="en-US"/>
          </a:p>
        </p:txBody>
      </p:sp>
      <p:sp>
        <p:nvSpPr>
          <p:cNvPr id="65538" name="Oval 2"/>
          <p:cNvSpPr>
            <a:spLocks noChangeAspect="1" noChangeArrowheads="1"/>
          </p:cNvSpPr>
          <p:nvPr/>
        </p:nvSpPr>
        <p:spPr bwMode="auto">
          <a:xfrm>
            <a:off x="2179638" y="13255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65539" name="Oval 3"/>
          <p:cNvSpPr>
            <a:spLocks noChangeAspect="1" noChangeArrowheads="1"/>
          </p:cNvSpPr>
          <p:nvPr/>
        </p:nvSpPr>
        <p:spPr bwMode="auto">
          <a:xfrm>
            <a:off x="2484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40" name="Oval 4"/>
          <p:cNvSpPr>
            <a:spLocks noChangeAspect="1" noChangeArrowheads="1"/>
          </p:cNvSpPr>
          <p:nvPr/>
        </p:nvSpPr>
        <p:spPr bwMode="auto">
          <a:xfrm>
            <a:off x="2789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41" name="Oval 5"/>
          <p:cNvSpPr>
            <a:spLocks noChangeAspect="1" noChangeArrowheads="1"/>
          </p:cNvSpPr>
          <p:nvPr/>
        </p:nvSpPr>
        <p:spPr bwMode="auto">
          <a:xfrm>
            <a:off x="3094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42" name="Oval 6"/>
          <p:cNvSpPr>
            <a:spLocks noChangeAspect="1" noChangeArrowheads="1"/>
          </p:cNvSpPr>
          <p:nvPr/>
        </p:nvSpPr>
        <p:spPr bwMode="auto">
          <a:xfrm>
            <a:off x="3398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43" name="Oval 7"/>
          <p:cNvSpPr>
            <a:spLocks noChangeAspect="1" noChangeArrowheads="1"/>
          </p:cNvSpPr>
          <p:nvPr/>
        </p:nvSpPr>
        <p:spPr bwMode="auto">
          <a:xfrm>
            <a:off x="3703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44" name="Oval 8"/>
          <p:cNvSpPr>
            <a:spLocks noChangeAspect="1" noChangeArrowheads="1"/>
          </p:cNvSpPr>
          <p:nvPr/>
        </p:nvSpPr>
        <p:spPr bwMode="auto">
          <a:xfrm>
            <a:off x="4008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45" name="Oval 9"/>
          <p:cNvSpPr>
            <a:spLocks noChangeAspect="1" noChangeArrowheads="1"/>
          </p:cNvSpPr>
          <p:nvPr/>
        </p:nvSpPr>
        <p:spPr bwMode="auto">
          <a:xfrm>
            <a:off x="4313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46" name="Oval 10"/>
          <p:cNvSpPr>
            <a:spLocks noChangeAspect="1" noChangeArrowheads="1"/>
          </p:cNvSpPr>
          <p:nvPr/>
        </p:nvSpPr>
        <p:spPr bwMode="auto">
          <a:xfrm>
            <a:off x="4618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47" name="Oval 11"/>
          <p:cNvSpPr>
            <a:spLocks noChangeAspect="1" noChangeArrowheads="1"/>
          </p:cNvSpPr>
          <p:nvPr/>
        </p:nvSpPr>
        <p:spPr bwMode="auto">
          <a:xfrm>
            <a:off x="4922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48" name="Oval 12"/>
          <p:cNvSpPr>
            <a:spLocks noChangeAspect="1" noChangeArrowheads="1"/>
          </p:cNvSpPr>
          <p:nvPr/>
        </p:nvSpPr>
        <p:spPr bwMode="auto">
          <a:xfrm>
            <a:off x="5227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49" name="Oval 13"/>
          <p:cNvSpPr>
            <a:spLocks noChangeAspect="1" noChangeArrowheads="1"/>
          </p:cNvSpPr>
          <p:nvPr/>
        </p:nvSpPr>
        <p:spPr bwMode="auto">
          <a:xfrm>
            <a:off x="5532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50" name="Oval 14"/>
          <p:cNvSpPr>
            <a:spLocks noChangeAspect="1" noChangeArrowheads="1"/>
          </p:cNvSpPr>
          <p:nvPr/>
        </p:nvSpPr>
        <p:spPr bwMode="auto">
          <a:xfrm>
            <a:off x="5837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51" name="Oval 15"/>
          <p:cNvSpPr>
            <a:spLocks noChangeAspect="1" noChangeArrowheads="1"/>
          </p:cNvSpPr>
          <p:nvPr/>
        </p:nvSpPr>
        <p:spPr bwMode="auto">
          <a:xfrm>
            <a:off x="6142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52" name="Oval 16"/>
          <p:cNvSpPr>
            <a:spLocks noChangeAspect="1" noChangeArrowheads="1"/>
          </p:cNvSpPr>
          <p:nvPr/>
        </p:nvSpPr>
        <p:spPr bwMode="auto">
          <a:xfrm>
            <a:off x="6446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53" name="Oval 17"/>
          <p:cNvSpPr>
            <a:spLocks noChangeAspect="1" noChangeArrowheads="1"/>
          </p:cNvSpPr>
          <p:nvPr/>
        </p:nvSpPr>
        <p:spPr bwMode="auto">
          <a:xfrm>
            <a:off x="6751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54" name="Oval 18"/>
          <p:cNvSpPr>
            <a:spLocks noChangeAspect="1" noChangeArrowheads="1"/>
          </p:cNvSpPr>
          <p:nvPr/>
        </p:nvSpPr>
        <p:spPr bwMode="auto">
          <a:xfrm>
            <a:off x="2179638" y="16303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65555" name="Oval 19"/>
          <p:cNvSpPr>
            <a:spLocks noChangeAspect="1" noChangeArrowheads="1"/>
          </p:cNvSpPr>
          <p:nvPr/>
        </p:nvSpPr>
        <p:spPr bwMode="auto">
          <a:xfrm>
            <a:off x="24844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56" name="Oval 20"/>
          <p:cNvSpPr>
            <a:spLocks noChangeAspect="1" noChangeArrowheads="1"/>
          </p:cNvSpPr>
          <p:nvPr/>
        </p:nvSpPr>
        <p:spPr bwMode="auto">
          <a:xfrm>
            <a:off x="27892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57" name="Oval 21"/>
          <p:cNvSpPr>
            <a:spLocks noChangeAspect="1" noChangeArrowheads="1"/>
          </p:cNvSpPr>
          <p:nvPr/>
        </p:nvSpPr>
        <p:spPr bwMode="auto">
          <a:xfrm>
            <a:off x="30940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58" name="Oval 22"/>
          <p:cNvSpPr>
            <a:spLocks noChangeAspect="1" noChangeArrowheads="1"/>
          </p:cNvSpPr>
          <p:nvPr/>
        </p:nvSpPr>
        <p:spPr bwMode="auto">
          <a:xfrm>
            <a:off x="33988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59" name="Oval 23"/>
          <p:cNvSpPr>
            <a:spLocks noChangeAspect="1" noChangeArrowheads="1"/>
          </p:cNvSpPr>
          <p:nvPr/>
        </p:nvSpPr>
        <p:spPr bwMode="auto">
          <a:xfrm>
            <a:off x="37036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60" name="Oval 24"/>
          <p:cNvSpPr>
            <a:spLocks noChangeAspect="1" noChangeArrowheads="1"/>
          </p:cNvSpPr>
          <p:nvPr/>
        </p:nvSpPr>
        <p:spPr bwMode="auto">
          <a:xfrm>
            <a:off x="40084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61" name="Oval 25"/>
          <p:cNvSpPr>
            <a:spLocks noChangeAspect="1" noChangeArrowheads="1"/>
          </p:cNvSpPr>
          <p:nvPr/>
        </p:nvSpPr>
        <p:spPr bwMode="auto">
          <a:xfrm>
            <a:off x="43132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62" name="Oval 26"/>
          <p:cNvSpPr>
            <a:spLocks noChangeAspect="1" noChangeArrowheads="1"/>
          </p:cNvSpPr>
          <p:nvPr/>
        </p:nvSpPr>
        <p:spPr bwMode="auto">
          <a:xfrm>
            <a:off x="46180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63" name="Oval 27"/>
          <p:cNvSpPr>
            <a:spLocks noChangeAspect="1" noChangeArrowheads="1"/>
          </p:cNvSpPr>
          <p:nvPr/>
        </p:nvSpPr>
        <p:spPr bwMode="auto">
          <a:xfrm>
            <a:off x="49228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64" name="Oval 28"/>
          <p:cNvSpPr>
            <a:spLocks noChangeAspect="1" noChangeArrowheads="1"/>
          </p:cNvSpPr>
          <p:nvPr/>
        </p:nvSpPr>
        <p:spPr bwMode="auto">
          <a:xfrm>
            <a:off x="52276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65" name="Oval 29"/>
          <p:cNvSpPr>
            <a:spLocks noChangeAspect="1" noChangeArrowheads="1"/>
          </p:cNvSpPr>
          <p:nvPr/>
        </p:nvSpPr>
        <p:spPr bwMode="auto">
          <a:xfrm>
            <a:off x="55324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66" name="Oval 30"/>
          <p:cNvSpPr>
            <a:spLocks noChangeAspect="1" noChangeArrowheads="1"/>
          </p:cNvSpPr>
          <p:nvPr/>
        </p:nvSpPr>
        <p:spPr bwMode="auto">
          <a:xfrm>
            <a:off x="58372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67" name="Oval 31"/>
          <p:cNvSpPr>
            <a:spLocks noChangeAspect="1" noChangeArrowheads="1"/>
          </p:cNvSpPr>
          <p:nvPr/>
        </p:nvSpPr>
        <p:spPr bwMode="auto">
          <a:xfrm>
            <a:off x="61420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68" name="Oval 32"/>
          <p:cNvSpPr>
            <a:spLocks noChangeAspect="1" noChangeArrowheads="1"/>
          </p:cNvSpPr>
          <p:nvPr/>
        </p:nvSpPr>
        <p:spPr bwMode="auto">
          <a:xfrm>
            <a:off x="64468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69" name="Oval 33"/>
          <p:cNvSpPr>
            <a:spLocks noChangeAspect="1" noChangeArrowheads="1"/>
          </p:cNvSpPr>
          <p:nvPr/>
        </p:nvSpPr>
        <p:spPr bwMode="auto">
          <a:xfrm>
            <a:off x="67516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70" name="Oval 34"/>
          <p:cNvSpPr>
            <a:spLocks noChangeAspect="1" noChangeArrowheads="1"/>
          </p:cNvSpPr>
          <p:nvPr/>
        </p:nvSpPr>
        <p:spPr bwMode="auto">
          <a:xfrm>
            <a:off x="2179638" y="19351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65571" name="Oval 35"/>
          <p:cNvSpPr>
            <a:spLocks noChangeAspect="1" noChangeArrowheads="1"/>
          </p:cNvSpPr>
          <p:nvPr/>
        </p:nvSpPr>
        <p:spPr bwMode="auto">
          <a:xfrm>
            <a:off x="24844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72" name="Oval 36"/>
          <p:cNvSpPr>
            <a:spLocks noChangeAspect="1" noChangeArrowheads="1"/>
          </p:cNvSpPr>
          <p:nvPr/>
        </p:nvSpPr>
        <p:spPr bwMode="auto">
          <a:xfrm>
            <a:off x="27892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73" name="Oval 37"/>
          <p:cNvSpPr>
            <a:spLocks noChangeAspect="1" noChangeArrowheads="1"/>
          </p:cNvSpPr>
          <p:nvPr/>
        </p:nvSpPr>
        <p:spPr bwMode="auto">
          <a:xfrm>
            <a:off x="30940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74" name="Oval 38"/>
          <p:cNvSpPr>
            <a:spLocks noChangeAspect="1" noChangeArrowheads="1"/>
          </p:cNvSpPr>
          <p:nvPr/>
        </p:nvSpPr>
        <p:spPr bwMode="auto">
          <a:xfrm>
            <a:off x="3398838" y="19351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65575" name="Oval 39"/>
          <p:cNvSpPr>
            <a:spLocks noChangeAspect="1" noChangeArrowheads="1"/>
          </p:cNvSpPr>
          <p:nvPr/>
        </p:nvSpPr>
        <p:spPr bwMode="auto">
          <a:xfrm>
            <a:off x="3703638" y="19351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76" name="Oval 40"/>
          <p:cNvSpPr>
            <a:spLocks noChangeAspect="1" noChangeArrowheads="1"/>
          </p:cNvSpPr>
          <p:nvPr/>
        </p:nvSpPr>
        <p:spPr bwMode="auto">
          <a:xfrm>
            <a:off x="40084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77" name="Oval 41"/>
          <p:cNvSpPr>
            <a:spLocks noChangeAspect="1" noChangeArrowheads="1"/>
          </p:cNvSpPr>
          <p:nvPr/>
        </p:nvSpPr>
        <p:spPr bwMode="auto">
          <a:xfrm>
            <a:off x="43132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78" name="Oval 42"/>
          <p:cNvSpPr>
            <a:spLocks noChangeAspect="1" noChangeArrowheads="1"/>
          </p:cNvSpPr>
          <p:nvPr/>
        </p:nvSpPr>
        <p:spPr bwMode="auto">
          <a:xfrm>
            <a:off x="46180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79" name="Oval 43"/>
          <p:cNvSpPr>
            <a:spLocks noChangeAspect="1" noChangeArrowheads="1"/>
          </p:cNvSpPr>
          <p:nvPr/>
        </p:nvSpPr>
        <p:spPr bwMode="auto">
          <a:xfrm>
            <a:off x="49228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80" name="Oval 44"/>
          <p:cNvSpPr>
            <a:spLocks noChangeAspect="1" noChangeArrowheads="1"/>
          </p:cNvSpPr>
          <p:nvPr/>
        </p:nvSpPr>
        <p:spPr bwMode="auto">
          <a:xfrm>
            <a:off x="5227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81" name="Oval 45"/>
          <p:cNvSpPr>
            <a:spLocks noChangeAspect="1" noChangeArrowheads="1"/>
          </p:cNvSpPr>
          <p:nvPr/>
        </p:nvSpPr>
        <p:spPr bwMode="auto">
          <a:xfrm>
            <a:off x="55324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82" name="Oval 46"/>
          <p:cNvSpPr>
            <a:spLocks noChangeAspect="1" noChangeArrowheads="1"/>
          </p:cNvSpPr>
          <p:nvPr/>
        </p:nvSpPr>
        <p:spPr bwMode="auto">
          <a:xfrm>
            <a:off x="5837238" y="19351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65583" name="Oval 47"/>
          <p:cNvSpPr>
            <a:spLocks noChangeAspect="1" noChangeArrowheads="1"/>
          </p:cNvSpPr>
          <p:nvPr/>
        </p:nvSpPr>
        <p:spPr bwMode="auto">
          <a:xfrm>
            <a:off x="6142038" y="19351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84" name="Oval 48"/>
          <p:cNvSpPr>
            <a:spLocks noChangeAspect="1" noChangeArrowheads="1"/>
          </p:cNvSpPr>
          <p:nvPr/>
        </p:nvSpPr>
        <p:spPr bwMode="auto">
          <a:xfrm>
            <a:off x="64468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85" name="Oval 49"/>
          <p:cNvSpPr>
            <a:spLocks noChangeAspect="1" noChangeArrowheads="1"/>
          </p:cNvSpPr>
          <p:nvPr/>
        </p:nvSpPr>
        <p:spPr bwMode="auto">
          <a:xfrm>
            <a:off x="6751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86" name="Oval 50"/>
          <p:cNvSpPr>
            <a:spLocks noChangeAspect="1" noChangeArrowheads="1"/>
          </p:cNvSpPr>
          <p:nvPr/>
        </p:nvSpPr>
        <p:spPr bwMode="auto">
          <a:xfrm>
            <a:off x="2179638" y="22399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65587" name="Oval 51"/>
          <p:cNvSpPr>
            <a:spLocks noChangeAspect="1" noChangeArrowheads="1"/>
          </p:cNvSpPr>
          <p:nvPr/>
        </p:nvSpPr>
        <p:spPr bwMode="auto">
          <a:xfrm>
            <a:off x="24844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88" name="Oval 52"/>
          <p:cNvSpPr>
            <a:spLocks noChangeAspect="1" noChangeArrowheads="1"/>
          </p:cNvSpPr>
          <p:nvPr/>
        </p:nvSpPr>
        <p:spPr bwMode="auto">
          <a:xfrm>
            <a:off x="27892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89" name="Oval 53"/>
          <p:cNvSpPr>
            <a:spLocks noChangeAspect="1" noChangeArrowheads="1"/>
          </p:cNvSpPr>
          <p:nvPr/>
        </p:nvSpPr>
        <p:spPr bwMode="auto">
          <a:xfrm>
            <a:off x="30940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90" name="Oval 54"/>
          <p:cNvSpPr>
            <a:spLocks noChangeAspect="1" noChangeArrowheads="1"/>
          </p:cNvSpPr>
          <p:nvPr/>
        </p:nvSpPr>
        <p:spPr bwMode="auto">
          <a:xfrm>
            <a:off x="33988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65591" name="Oval 55"/>
          <p:cNvSpPr>
            <a:spLocks noChangeAspect="1" noChangeArrowheads="1"/>
          </p:cNvSpPr>
          <p:nvPr/>
        </p:nvSpPr>
        <p:spPr bwMode="auto">
          <a:xfrm>
            <a:off x="37036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92" name="Oval 56"/>
          <p:cNvSpPr>
            <a:spLocks noChangeAspect="1" noChangeArrowheads="1"/>
          </p:cNvSpPr>
          <p:nvPr/>
        </p:nvSpPr>
        <p:spPr bwMode="auto">
          <a:xfrm>
            <a:off x="40084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93" name="Oval 57"/>
          <p:cNvSpPr>
            <a:spLocks noChangeAspect="1" noChangeArrowheads="1"/>
          </p:cNvSpPr>
          <p:nvPr/>
        </p:nvSpPr>
        <p:spPr bwMode="auto">
          <a:xfrm>
            <a:off x="43132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94" name="Oval 58"/>
          <p:cNvSpPr>
            <a:spLocks noChangeAspect="1" noChangeArrowheads="1"/>
          </p:cNvSpPr>
          <p:nvPr/>
        </p:nvSpPr>
        <p:spPr bwMode="auto">
          <a:xfrm>
            <a:off x="46180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95" name="Oval 59"/>
          <p:cNvSpPr>
            <a:spLocks noChangeAspect="1" noChangeArrowheads="1"/>
          </p:cNvSpPr>
          <p:nvPr/>
        </p:nvSpPr>
        <p:spPr bwMode="auto">
          <a:xfrm>
            <a:off x="49228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96" name="Oval 60"/>
          <p:cNvSpPr>
            <a:spLocks noChangeAspect="1" noChangeArrowheads="1"/>
          </p:cNvSpPr>
          <p:nvPr/>
        </p:nvSpPr>
        <p:spPr bwMode="auto">
          <a:xfrm>
            <a:off x="52276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97" name="Oval 61"/>
          <p:cNvSpPr>
            <a:spLocks noChangeAspect="1" noChangeArrowheads="1"/>
          </p:cNvSpPr>
          <p:nvPr/>
        </p:nvSpPr>
        <p:spPr bwMode="auto">
          <a:xfrm>
            <a:off x="55324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65598" name="Oval 62"/>
          <p:cNvSpPr>
            <a:spLocks noChangeAspect="1" noChangeArrowheads="1"/>
          </p:cNvSpPr>
          <p:nvPr/>
        </p:nvSpPr>
        <p:spPr bwMode="auto">
          <a:xfrm>
            <a:off x="58372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599" name="Oval 63"/>
          <p:cNvSpPr>
            <a:spLocks noChangeAspect="1" noChangeArrowheads="1"/>
          </p:cNvSpPr>
          <p:nvPr/>
        </p:nvSpPr>
        <p:spPr bwMode="auto">
          <a:xfrm>
            <a:off x="61420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00" name="Oval 64"/>
          <p:cNvSpPr>
            <a:spLocks noChangeAspect="1" noChangeArrowheads="1"/>
          </p:cNvSpPr>
          <p:nvPr/>
        </p:nvSpPr>
        <p:spPr bwMode="auto">
          <a:xfrm>
            <a:off x="64468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01" name="Oval 65"/>
          <p:cNvSpPr>
            <a:spLocks noChangeAspect="1" noChangeArrowheads="1"/>
          </p:cNvSpPr>
          <p:nvPr/>
        </p:nvSpPr>
        <p:spPr bwMode="auto">
          <a:xfrm>
            <a:off x="67516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02" name="Oval 66"/>
          <p:cNvSpPr>
            <a:spLocks noChangeAspect="1" noChangeArrowheads="1"/>
          </p:cNvSpPr>
          <p:nvPr/>
        </p:nvSpPr>
        <p:spPr bwMode="auto">
          <a:xfrm>
            <a:off x="2179638" y="25447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65603" name="Oval 67"/>
          <p:cNvSpPr>
            <a:spLocks noChangeAspect="1" noChangeArrowheads="1"/>
          </p:cNvSpPr>
          <p:nvPr/>
        </p:nvSpPr>
        <p:spPr bwMode="auto">
          <a:xfrm>
            <a:off x="24844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04" name="Oval 68"/>
          <p:cNvSpPr>
            <a:spLocks noChangeAspect="1" noChangeArrowheads="1"/>
          </p:cNvSpPr>
          <p:nvPr/>
        </p:nvSpPr>
        <p:spPr bwMode="auto">
          <a:xfrm>
            <a:off x="27892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05" name="Oval 69"/>
          <p:cNvSpPr>
            <a:spLocks noChangeAspect="1" noChangeArrowheads="1"/>
          </p:cNvSpPr>
          <p:nvPr/>
        </p:nvSpPr>
        <p:spPr bwMode="auto">
          <a:xfrm>
            <a:off x="3094038" y="25447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06" name="Oval 70"/>
          <p:cNvSpPr>
            <a:spLocks noChangeAspect="1" noChangeArrowheads="1"/>
          </p:cNvSpPr>
          <p:nvPr/>
        </p:nvSpPr>
        <p:spPr bwMode="auto">
          <a:xfrm>
            <a:off x="33988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65607" name="Oval 71"/>
          <p:cNvSpPr>
            <a:spLocks noChangeAspect="1" noChangeArrowheads="1"/>
          </p:cNvSpPr>
          <p:nvPr/>
        </p:nvSpPr>
        <p:spPr bwMode="auto">
          <a:xfrm>
            <a:off x="37036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08" name="Oval 72"/>
          <p:cNvSpPr>
            <a:spLocks noChangeAspect="1" noChangeArrowheads="1"/>
          </p:cNvSpPr>
          <p:nvPr/>
        </p:nvSpPr>
        <p:spPr bwMode="auto">
          <a:xfrm>
            <a:off x="40084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09" name="Oval 73"/>
          <p:cNvSpPr>
            <a:spLocks noChangeAspect="1" noChangeArrowheads="1"/>
          </p:cNvSpPr>
          <p:nvPr/>
        </p:nvSpPr>
        <p:spPr bwMode="auto">
          <a:xfrm>
            <a:off x="43132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10" name="Oval 74"/>
          <p:cNvSpPr>
            <a:spLocks noChangeAspect="1" noChangeArrowheads="1"/>
          </p:cNvSpPr>
          <p:nvPr/>
        </p:nvSpPr>
        <p:spPr bwMode="auto">
          <a:xfrm>
            <a:off x="46180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11" name="Oval 75"/>
          <p:cNvSpPr>
            <a:spLocks noChangeAspect="1" noChangeArrowheads="1"/>
          </p:cNvSpPr>
          <p:nvPr/>
        </p:nvSpPr>
        <p:spPr bwMode="auto">
          <a:xfrm>
            <a:off x="49228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12" name="Oval 76"/>
          <p:cNvSpPr>
            <a:spLocks noChangeAspect="1" noChangeArrowheads="1"/>
          </p:cNvSpPr>
          <p:nvPr/>
        </p:nvSpPr>
        <p:spPr bwMode="auto">
          <a:xfrm>
            <a:off x="52276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13" name="Oval 77"/>
          <p:cNvSpPr>
            <a:spLocks noChangeAspect="1" noChangeArrowheads="1"/>
          </p:cNvSpPr>
          <p:nvPr/>
        </p:nvSpPr>
        <p:spPr bwMode="auto">
          <a:xfrm>
            <a:off x="55324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14" name="Oval 78"/>
          <p:cNvSpPr>
            <a:spLocks noChangeAspect="1" noChangeArrowheads="1"/>
          </p:cNvSpPr>
          <p:nvPr/>
        </p:nvSpPr>
        <p:spPr bwMode="auto">
          <a:xfrm>
            <a:off x="58372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15" name="Oval 79"/>
          <p:cNvSpPr>
            <a:spLocks noChangeAspect="1" noChangeArrowheads="1"/>
          </p:cNvSpPr>
          <p:nvPr/>
        </p:nvSpPr>
        <p:spPr bwMode="auto">
          <a:xfrm>
            <a:off x="61420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16" name="Oval 80"/>
          <p:cNvSpPr>
            <a:spLocks noChangeAspect="1" noChangeArrowheads="1"/>
          </p:cNvSpPr>
          <p:nvPr/>
        </p:nvSpPr>
        <p:spPr bwMode="auto">
          <a:xfrm>
            <a:off x="6446838" y="25447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17" name="Oval 81"/>
          <p:cNvSpPr>
            <a:spLocks noChangeAspect="1" noChangeArrowheads="1"/>
          </p:cNvSpPr>
          <p:nvPr/>
        </p:nvSpPr>
        <p:spPr bwMode="auto">
          <a:xfrm>
            <a:off x="67516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18" name="Oval 82"/>
          <p:cNvSpPr>
            <a:spLocks noChangeAspect="1" noChangeArrowheads="1"/>
          </p:cNvSpPr>
          <p:nvPr/>
        </p:nvSpPr>
        <p:spPr bwMode="auto">
          <a:xfrm>
            <a:off x="2209800" y="28495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65619" name="Oval 83"/>
          <p:cNvSpPr>
            <a:spLocks noChangeAspect="1" noChangeArrowheads="1"/>
          </p:cNvSpPr>
          <p:nvPr/>
        </p:nvSpPr>
        <p:spPr bwMode="auto">
          <a:xfrm>
            <a:off x="25146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20" name="Oval 84"/>
          <p:cNvSpPr>
            <a:spLocks noChangeAspect="1" noChangeArrowheads="1"/>
          </p:cNvSpPr>
          <p:nvPr/>
        </p:nvSpPr>
        <p:spPr bwMode="auto">
          <a:xfrm>
            <a:off x="28194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21" name="Oval 85"/>
          <p:cNvSpPr>
            <a:spLocks noChangeAspect="1" noChangeArrowheads="1"/>
          </p:cNvSpPr>
          <p:nvPr/>
        </p:nvSpPr>
        <p:spPr bwMode="auto">
          <a:xfrm>
            <a:off x="31242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22" name="Oval 86"/>
          <p:cNvSpPr>
            <a:spLocks noChangeAspect="1" noChangeArrowheads="1"/>
          </p:cNvSpPr>
          <p:nvPr/>
        </p:nvSpPr>
        <p:spPr bwMode="auto">
          <a:xfrm>
            <a:off x="34290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65623" name="Oval 87"/>
          <p:cNvSpPr>
            <a:spLocks noChangeAspect="1" noChangeArrowheads="1"/>
          </p:cNvSpPr>
          <p:nvPr/>
        </p:nvSpPr>
        <p:spPr bwMode="auto">
          <a:xfrm>
            <a:off x="37338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24" name="Oval 88"/>
          <p:cNvSpPr>
            <a:spLocks noChangeAspect="1" noChangeArrowheads="1"/>
          </p:cNvSpPr>
          <p:nvPr/>
        </p:nvSpPr>
        <p:spPr bwMode="auto">
          <a:xfrm>
            <a:off x="40386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25" name="Oval 89"/>
          <p:cNvSpPr>
            <a:spLocks noChangeAspect="1" noChangeArrowheads="1"/>
          </p:cNvSpPr>
          <p:nvPr/>
        </p:nvSpPr>
        <p:spPr bwMode="auto">
          <a:xfrm>
            <a:off x="43434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26" name="Oval 90"/>
          <p:cNvSpPr>
            <a:spLocks noChangeAspect="1" noChangeArrowheads="1"/>
          </p:cNvSpPr>
          <p:nvPr/>
        </p:nvSpPr>
        <p:spPr bwMode="auto">
          <a:xfrm>
            <a:off x="46482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27" name="Oval 91"/>
          <p:cNvSpPr>
            <a:spLocks noChangeAspect="1" noChangeArrowheads="1"/>
          </p:cNvSpPr>
          <p:nvPr/>
        </p:nvSpPr>
        <p:spPr bwMode="auto">
          <a:xfrm>
            <a:off x="49530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28" name="Oval 92"/>
          <p:cNvSpPr>
            <a:spLocks noChangeAspect="1" noChangeArrowheads="1"/>
          </p:cNvSpPr>
          <p:nvPr/>
        </p:nvSpPr>
        <p:spPr bwMode="auto">
          <a:xfrm>
            <a:off x="52578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65629" name="Oval 93"/>
          <p:cNvSpPr>
            <a:spLocks noChangeAspect="1" noChangeArrowheads="1"/>
          </p:cNvSpPr>
          <p:nvPr/>
        </p:nvSpPr>
        <p:spPr bwMode="auto">
          <a:xfrm>
            <a:off x="55626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30" name="Oval 94"/>
          <p:cNvSpPr>
            <a:spLocks noChangeAspect="1" noChangeArrowheads="1"/>
          </p:cNvSpPr>
          <p:nvPr/>
        </p:nvSpPr>
        <p:spPr bwMode="auto">
          <a:xfrm>
            <a:off x="58674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31" name="Oval 95"/>
          <p:cNvSpPr>
            <a:spLocks noChangeAspect="1" noChangeArrowheads="1"/>
          </p:cNvSpPr>
          <p:nvPr/>
        </p:nvSpPr>
        <p:spPr bwMode="auto">
          <a:xfrm>
            <a:off x="61722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32" name="Oval 96"/>
          <p:cNvSpPr>
            <a:spLocks noChangeAspect="1" noChangeArrowheads="1"/>
          </p:cNvSpPr>
          <p:nvPr/>
        </p:nvSpPr>
        <p:spPr bwMode="auto">
          <a:xfrm>
            <a:off x="64770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33" name="Oval 97"/>
          <p:cNvSpPr>
            <a:spLocks noChangeAspect="1" noChangeArrowheads="1"/>
          </p:cNvSpPr>
          <p:nvPr/>
        </p:nvSpPr>
        <p:spPr bwMode="auto">
          <a:xfrm>
            <a:off x="67818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34" name="Oval 98"/>
          <p:cNvSpPr>
            <a:spLocks noChangeAspect="1" noChangeArrowheads="1"/>
          </p:cNvSpPr>
          <p:nvPr/>
        </p:nvSpPr>
        <p:spPr bwMode="auto">
          <a:xfrm>
            <a:off x="2209800" y="31543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65635" name="Oval 99"/>
          <p:cNvSpPr>
            <a:spLocks noChangeAspect="1" noChangeArrowheads="1"/>
          </p:cNvSpPr>
          <p:nvPr/>
        </p:nvSpPr>
        <p:spPr bwMode="auto">
          <a:xfrm>
            <a:off x="25146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36" name="Oval 100"/>
          <p:cNvSpPr>
            <a:spLocks noChangeAspect="1" noChangeArrowheads="1"/>
          </p:cNvSpPr>
          <p:nvPr/>
        </p:nvSpPr>
        <p:spPr bwMode="auto">
          <a:xfrm>
            <a:off x="28194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37" name="Oval 101"/>
          <p:cNvSpPr>
            <a:spLocks noChangeAspect="1" noChangeArrowheads="1"/>
          </p:cNvSpPr>
          <p:nvPr/>
        </p:nvSpPr>
        <p:spPr bwMode="auto">
          <a:xfrm>
            <a:off x="31242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38" name="Oval 102"/>
          <p:cNvSpPr>
            <a:spLocks noChangeAspect="1" noChangeArrowheads="1"/>
          </p:cNvSpPr>
          <p:nvPr/>
        </p:nvSpPr>
        <p:spPr bwMode="auto">
          <a:xfrm>
            <a:off x="34290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65639" name="Oval 103"/>
          <p:cNvSpPr>
            <a:spLocks noChangeAspect="1" noChangeArrowheads="1"/>
          </p:cNvSpPr>
          <p:nvPr/>
        </p:nvSpPr>
        <p:spPr bwMode="auto">
          <a:xfrm>
            <a:off x="37338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40" name="Oval 104"/>
          <p:cNvSpPr>
            <a:spLocks noChangeAspect="1" noChangeArrowheads="1"/>
          </p:cNvSpPr>
          <p:nvPr/>
        </p:nvSpPr>
        <p:spPr bwMode="auto">
          <a:xfrm>
            <a:off x="40386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41" name="Oval 105"/>
          <p:cNvSpPr>
            <a:spLocks noChangeAspect="1" noChangeArrowheads="1"/>
          </p:cNvSpPr>
          <p:nvPr/>
        </p:nvSpPr>
        <p:spPr bwMode="auto">
          <a:xfrm>
            <a:off x="43434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42" name="Oval 106"/>
          <p:cNvSpPr>
            <a:spLocks noChangeAspect="1" noChangeArrowheads="1"/>
          </p:cNvSpPr>
          <p:nvPr/>
        </p:nvSpPr>
        <p:spPr bwMode="auto">
          <a:xfrm>
            <a:off x="46482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43" name="Oval 107"/>
          <p:cNvSpPr>
            <a:spLocks noChangeAspect="1" noChangeArrowheads="1"/>
          </p:cNvSpPr>
          <p:nvPr/>
        </p:nvSpPr>
        <p:spPr bwMode="auto">
          <a:xfrm>
            <a:off x="49530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44" name="Oval 108"/>
          <p:cNvSpPr>
            <a:spLocks noChangeAspect="1" noChangeArrowheads="1"/>
          </p:cNvSpPr>
          <p:nvPr/>
        </p:nvSpPr>
        <p:spPr bwMode="auto">
          <a:xfrm>
            <a:off x="52578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45" name="Oval 109"/>
          <p:cNvSpPr>
            <a:spLocks noChangeAspect="1" noChangeArrowheads="1"/>
          </p:cNvSpPr>
          <p:nvPr/>
        </p:nvSpPr>
        <p:spPr bwMode="auto">
          <a:xfrm>
            <a:off x="55626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46" name="Oval 110"/>
          <p:cNvSpPr>
            <a:spLocks noChangeAspect="1" noChangeArrowheads="1"/>
          </p:cNvSpPr>
          <p:nvPr/>
        </p:nvSpPr>
        <p:spPr bwMode="auto">
          <a:xfrm>
            <a:off x="58674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S</a:t>
            </a:r>
          </a:p>
        </p:txBody>
      </p:sp>
      <p:sp>
        <p:nvSpPr>
          <p:cNvPr id="65647" name="Oval 111"/>
          <p:cNvSpPr>
            <a:spLocks noChangeAspect="1" noChangeArrowheads="1"/>
          </p:cNvSpPr>
          <p:nvPr/>
        </p:nvSpPr>
        <p:spPr bwMode="auto">
          <a:xfrm>
            <a:off x="61722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48" name="Oval 112"/>
          <p:cNvSpPr>
            <a:spLocks noChangeAspect="1" noChangeArrowheads="1"/>
          </p:cNvSpPr>
          <p:nvPr/>
        </p:nvSpPr>
        <p:spPr bwMode="auto">
          <a:xfrm>
            <a:off x="64770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49" name="Oval 113"/>
          <p:cNvSpPr>
            <a:spLocks noChangeAspect="1" noChangeArrowheads="1"/>
          </p:cNvSpPr>
          <p:nvPr/>
        </p:nvSpPr>
        <p:spPr bwMode="auto">
          <a:xfrm>
            <a:off x="67818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50" name="Oval 114"/>
          <p:cNvSpPr>
            <a:spLocks noChangeAspect="1" noChangeArrowheads="1"/>
          </p:cNvSpPr>
          <p:nvPr/>
        </p:nvSpPr>
        <p:spPr bwMode="auto">
          <a:xfrm>
            <a:off x="2209800" y="3459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65651" name="Oval 115"/>
          <p:cNvSpPr>
            <a:spLocks noChangeAspect="1" noChangeArrowheads="1"/>
          </p:cNvSpPr>
          <p:nvPr/>
        </p:nvSpPr>
        <p:spPr bwMode="auto">
          <a:xfrm>
            <a:off x="25146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52" name="Oval 116"/>
          <p:cNvSpPr>
            <a:spLocks noChangeAspect="1" noChangeArrowheads="1"/>
          </p:cNvSpPr>
          <p:nvPr/>
        </p:nvSpPr>
        <p:spPr bwMode="auto">
          <a:xfrm>
            <a:off x="28194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53" name="Oval 117"/>
          <p:cNvSpPr>
            <a:spLocks noChangeAspect="1" noChangeArrowheads="1"/>
          </p:cNvSpPr>
          <p:nvPr/>
        </p:nvSpPr>
        <p:spPr bwMode="auto">
          <a:xfrm>
            <a:off x="31242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54" name="Oval 118"/>
          <p:cNvSpPr>
            <a:spLocks noChangeAspect="1" noChangeArrowheads="1"/>
          </p:cNvSpPr>
          <p:nvPr/>
        </p:nvSpPr>
        <p:spPr bwMode="auto">
          <a:xfrm>
            <a:off x="34290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65655" name="Oval 119"/>
          <p:cNvSpPr>
            <a:spLocks noChangeAspect="1" noChangeArrowheads="1"/>
          </p:cNvSpPr>
          <p:nvPr/>
        </p:nvSpPr>
        <p:spPr bwMode="auto">
          <a:xfrm>
            <a:off x="3733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56" name="Oval 120"/>
          <p:cNvSpPr>
            <a:spLocks noChangeAspect="1" noChangeArrowheads="1"/>
          </p:cNvSpPr>
          <p:nvPr/>
        </p:nvSpPr>
        <p:spPr bwMode="auto">
          <a:xfrm>
            <a:off x="40386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57" name="Oval 121"/>
          <p:cNvSpPr>
            <a:spLocks noChangeAspect="1" noChangeArrowheads="1"/>
          </p:cNvSpPr>
          <p:nvPr/>
        </p:nvSpPr>
        <p:spPr bwMode="auto">
          <a:xfrm>
            <a:off x="43434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58" name="Oval 122"/>
          <p:cNvSpPr>
            <a:spLocks noChangeAspect="1" noChangeArrowheads="1"/>
          </p:cNvSpPr>
          <p:nvPr/>
        </p:nvSpPr>
        <p:spPr bwMode="auto">
          <a:xfrm>
            <a:off x="46482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59" name="Oval 123"/>
          <p:cNvSpPr>
            <a:spLocks noChangeAspect="1" noChangeArrowheads="1"/>
          </p:cNvSpPr>
          <p:nvPr/>
        </p:nvSpPr>
        <p:spPr bwMode="auto">
          <a:xfrm>
            <a:off x="49530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60" name="Oval 124"/>
          <p:cNvSpPr>
            <a:spLocks noChangeAspect="1" noChangeArrowheads="1"/>
          </p:cNvSpPr>
          <p:nvPr/>
        </p:nvSpPr>
        <p:spPr bwMode="auto">
          <a:xfrm>
            <a:off x="5257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65661" name="Oval 125"/>
          <p:cNvSpPr>
            <a:spLocks noChangeAspect="1" noChangeArrowheads="1"/>
          </p:cNvSpPr>
          <p:nvPr/>
        </p:nvSpPr>
        <p:spPr bwMode="auto">
          <a:xfrm>
            <a:off x="55626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62" name="Oval 126"/>
          <p:cNvSpPr>
            <a:spLocks noChangeAspect="1" noChangeArrowheads="1"/>
          </p:cNvSpPr>
          <p:nvPr/>
        </p:nvSpPr>
        <p:spPr bwMode="auto">
          <a:xfrm>
            <a:off x="58674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63" name="Oval 127"/>
          <p:cNvSpPr>
            <a:spLocks noChangeAspect="1" noChangeArrowheads="1"/>
          </p:cNvSpPr>
          <p:nvPr/>
        </p:nvSpPr>
        <p:spPr bwMode="auto">
          <a:xfrm>
            <a:off x="61722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64" name="Oval 128"/>
          <p:cNvSpPr>
            <a:spLocks noChangeAspect="1" noChangeArrowheads="1"/>
          </p:cNvSpPr>
          <p:nvPr/>
        </p:nvSpPr>
        <p:spPr bwMode="auto">
          <a:xfrm>
            <a:off x="64770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65" name="Oval 129"/>
          <p:cNvSpPr>
            <a:spLocks noChangeAspect="1" noChangeArrowheads="1"/>
          </p:cNvSpPr>
          <p:nvPr/>
        </p:nvSpPr>
        <p:spPr bwMode="auto">
          <a:xfrm>
            <a:off x="6781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66" name="Oval 130"/>
          <p:cNvSpPr>
            <a:spLocks noChangeAspect="1" noChangeArrowheads="1"/>
          </p:cNvSpPr>
          <p:nvPr/>
        </p:nvSpPr>
        <p:spPr bwMode="auto">
          <a:xfrm>
            <a:off x="2209800" y="37639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65667" name="Oval 131"/>
          <p:cNvSpPr>
            <a:spLocks noChangeAspect="1" noChangeArrowheads="1"/>
          </p:cNvSpPr>
          <p:nvPr/>
        </p:nvSpPr>
        <p:spPr bwMode="auto">
          <a:xfrm>
            <a:off x="2514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68" name="Oval 132"/>
          <p:cNvSpPr>
            <a:spLocks noChangeAspect="1" noChangeArrowheads="1"/>
          </p:cNvSpPr>
          <p:nvPr/>
        </p:nvSpPr>
        <p:spPr bwMode="auto">
          <a:xfrm>
            <a:off x="2819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69" name="Oval 133"/>
          <p:cNvSpPr>
            <a:spLocks noChangeAspect="1" noChangeArrowheads="1"/>
          </p:cNvSpPr>
          <p:nvPr/>
        </p:nvSpPr>
        <p:spPr bwMode="auto">
          <a:xfrm>
            <a:off x="3124200" y="37639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70" name="Oval 134"/>
          <p:cNvSpPr>
            <a:spLocks noChangeAspect="1" noChangeArrowheads="1"/>
          </p:cNvSpPr>
          <p:nvPr/>
        </p:nvSpPr>
        <p:spPr bwMode="auto">
          <a:xfrm>
            <a:off x="34290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5671" name="Oval 135"/>
          <p:cNvSpPr>
            <a:spLocks noChangeAspect="1" noChangeArrowheads="1"/>
          </p:cNvSpPr>
          <p:nvPr/>
        </p:nvSpPr>
        <p:spPr bwMode="auto">
          <a:xfrm>
            <a:off x="3733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72" name="Oval 136"/>
          <p:cNvSpPr>
            <a:spLocks noChangeAspect="1" noChangeArrowheads="1"/>
          </p:cNvSpPr>
          <p:nvPr/>
        </p:nvSpPr>
        <p:spPr bwMode="auto">
          <a:xfrm>
            <a:off x="4038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73" name="Oval 137"/>
          <p:cNvSpPr>
            <a:spLocks noChangeAspect="1" noChangeArrowheads="1"/>
          </p:cNvSpPr>
          <p:nvPr/>
        </p:nvSpPr>
        <p:spPr bwMode="auto">
          <a:xfrm>
            <a:off x="4343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74" name="Oval 138"/>
          <p:cNvSpPr>
            <a:spLocks noChangeAspect="1" noChangeArrowheads="1"/>
          </p:cNvSpPr>
          <p:nvPr/>
        </p:nvSpPr>
        <p:spPr bwMode="auto">
          <a:xfrm>
            <a:off x="46482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75" name="Oval 139"/>
          <p:cNvSpPr>
            <a:spLocks noChangeAspect="1" noChangeArrowheads="1"/>
          </p:cNvSpPr>
          <p:nvPr/>
        </p:nvSpPr>
        <p:spPr bwMode="auto">
          <a:xfrm>
            <a:off x="49530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76" name="Oval 140"/>
          <p:cNvSpPr>
            <a:spLocks noChangeAspect="1" noChangeArrowheads="1"/>
          </p:cNvSpPr>
          <p:nvPr/>
        </p:nvSpPr>
        <p:spPr bwMode="auto">
          <a:xfrm>
            <a:off x="5257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77" name="Oval 141"/>
          <p:cNvSpPr>
            <a:spLocks noChangeAspect="1" noChangeArrowheads="1"/>
          </p:cNvSpPr>
          <p:nvPr/>
        </p:nvSpPr>
        <p:spPr bwMode="auto">
          <a:xfrm>
            <a:off x="5562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78" name="Oval 142"/>
          <p:cNvSpPr>
            <a:spLocks noChangeAspect="1" noChangeArrowheads="1"/>
          </p:cNvSpPr>
          <p:nvPr/>
        </p:nvSpPr>
        <p:spPr bwMode="auto">
          <a:xfrm>
            <a:off x="5867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79" name="Oval 143"/>
          <p:cNvSpPr>
            <a:spLocks noChangeAspect="1" noChangeArrowheads="1"/>
          </p:cNvSpPr>
          <p:nvPr/>
        </p:nvSpPr>
        <p:spPr bwMode="auto">
          <a:xfrm>
            <a:off x="61722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80" name="Oval 144"/>
          <p:cNvSpPr>
            <a:spLocks noChangeAspect="1" noChangeArrowheads="1"/>
          </p:cNvSpPr>
          <p:nvPr/>
        </p:nvSpPr>
        <p:spPr bwMode="auto">
          <a:xfrm>
            <a:off x="6477000" y="37639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81" name="Oval 145"/>
          <p:cNvSpPr>
            <a:spLocks noChangeAspect="1" noChangeArrowheads="1"/>
          </p:cNvSpPr>
          <p:nvPr/>
        </p:nvSpPr>
        <p:spPr bwMode="auto">
          <a:xfrm>
            <a:off x="6781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82" name="Oval 146"/>
          <p:cNvSpPr>
            <a:spLocks noChangeAspect="1" noChangeArrowheads="1"/>
          </p:cNvSpPr>
          <p:nvPr/>
        </p:nvSpPr>
        <p:spPr bwMode="auto">
          <a:xfrm>
            <a:off x="2209800" y="40687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65683" name="Oval 147"/>
          <p:cNvSpPr>
            <a:spLocks noChangeAspect="1" noChangeArrowheads="1"/>
          </p:cNvSpPr>
          <p:nvPr/>
        </p:nvSpPr>
        <p:spPr bwMode="auto">
          <a:xfrm>
            <a:off x="2514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84" name="Oval 148"/>
          <p:cNvSpPr>
            <a:spLocks noChangeAspect="1" noChangeArrowheads="1"/>
          </p:cNvSpPr>
          <p:nvPr/>
        </p:nvSpPr>
        <p:spPr bwMode="auto">
          <a:xfrm>
            <a:off x="2819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85" name="Oval 149"/>
          <p:cNvSpPr>
            <a:spLocks noChangeAspect="1" noChangeArrowheads="1"/>
          </p:cNvSpPr>
          <p:nvPr/>
        </p:nvSpPr>
        <p:spPr bwMode="auto">
          <a:xfrm>
            <a:off x="3124200" y="40687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86" name="Oval 150"/>
          <p:cNvSpPr>
            <a:spLocks noChangeAspect="1" noChangeArrowheads="1"/>
          </p:cNvSpPr>
          <p:nvPr/>
        </p:nvSpPr>
        <p:spPr bwMode="auto">
          <a:xfrm>
            <a:off x="34290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5687" name="Oval 151"/>
          <p:cNvSpPr>
            <a:spLocks noChangeAspect="1" noChangeArrowheads="1"/>
          </p:cNvSpPr>
          <p:nvPr/>
        </p:nvSpPr>
        <p:spPr bwMode="auto">
          <a:xfrm>
            <a:off x="3733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88" name="Oval 152"/>
          <p:cNvSpPr>
            <a:spLocks noChangeAspect="1" noChangeArrowheads="1"/>
          </p:cNvSpPr>
          <p:nvPr/>
        </p:nvSpPr>
        <p:spPr bwMode="auto">
          <a:xfrm>
            <a:off x="4038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89" name="Oval 153"/>
          <p:cNvSpPr>
            <a:spLocks noChangeAspect="1" noChangeArrowheads="1"/>
          </p:cNvSpPr>
          <p:nvPr/>
        </p:nvSpPr>
        <p:spPr bwMode="auto">
          <a:xfrm>
            <a:off x="4343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90" name="Oval 154"/>
          <p:cNvSpPr>
            <a:spLocks noChangeAspect="1" noChangeArrowheads="1"/>
          </p:cNvSpPr>
          <p:nvPr/>
        </p:nvSpPr>
        <p:spPr bwMode="auto">
          <a:xfrm>
            <a:off x="46482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91" name="Oval 155"/>
          <p:cNvSpPr>
            <a:spLocks noChangeAspect="1" noChangeArrowheads="1"/>
          </p:cNvSpPr>
          <p:nvPr/>
        </p:nvSpPr>
        <p:spPr bwMode="auto">
          <a:xfrm>
            <a:off x="49530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92" name="Oval 156"/>
          <p:cNvSpPr>
            <a:spLocks noChangeAspect="1" noChangeArrowheads="1"/>
          </p:cNvSpPr>
          <p:nvPr/>
        </p:nvSpPr>
        <p:spPr bwMode="auto">
          <a:xfrm>
            <a:off x="5257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93" name="Oval 157"/>
          <p:cNvSpPr>
            <a:spLocks noChangeAspect="1" noChangeArrowheads="1"/>
          </p:cNvSpPr>
          <p:nvPr/>
        </p:nvSpPr>
        <p:spPr bwMode="auto">
          <a:xfrm>
            <a:off x="5562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94" name="Oval 158"/>
          <p:cNvSpPr>
            <a:spLocks noChangeAspect="1" noChangeArrowheads="1"/>
          </p:cNvSpPr>
          <p:nvPr/>
        </p:nvSpPr>
        <p:spPr bwMode="auto">
          <a:xfrm>
            <a:off x="5867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95" name="Oval 159"/>
          <p:cNvSpPr>
            <a:spLocks noChangeAspect="1" noChangeArrowheads="1"/>
          </p:cNvSpPr>
          <p:nvPr/>
        </p:nvSpPr>
        <p:spPr bwMode="auto">
          <a:xfrm>
            <a:off x="61722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96" name="Oval 160"/>
          <p:cNvSpPr>
            <a:spLocks noChangeAspect="1" noChangeArrowheads="1"/>
          </p:cNvSpPr>
          <p:nvPr/>
        </p:nvSpPr>
        <p:spPr bwMode="auto">
          <a:xfrm>
            <a:off x="6477000" y="40687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97" name="Oval 161"/>
          <p:cNvSpPr>
            <a:spLocks noChangeAspect="1" noChangeArrowheads="1"/>
          </p:cNvSpPr>
          <p:nvPr/>
        </p:nvSpPr>
        <p:spPr bwMode="auto">
          <a:xfrm>
            <a:off x="6781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698" name="Oval 162"/>
          <p:cNvSpPr>
            <a:spLocks noChangeAspect="1" noChangeArrowheads="1"/>
          </p:cNvSpPr>
          <p:nvPr/>
        </p:nvSpPr>
        <p:spPr bwMode="auto">
          <a:xfrm>
            <a:off x="2209800" y="43735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65699" name="Oval 163"/>
          <p:cNvSpPr>
            <a:spLocks noChangeAspect="1" noChangeArrowheads="1"/>
          </p:cNvSpPr>
          <p:nvPr/>
        </p:nvSpPr>
        <p:spPr bwMode="auto">
          <a:xfrm>
            <a:off x="25146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700" name="Oval 164"/>
          <p:cNvSpPr>
            <a:spLocks noChangeAspect="1" noChangeArrowheads="1"/>
          </p:cNvSpPr>
          <p:nvPr/>
        </p:nvSpPr>
        <p:spPr bwMode="auto">
          <a:xfrm>
            <a:off x="28194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701" name="Oval 165"/>
          <p:cNvSpPr>
            <a:spLocks noChangeAspect="1" noChangeArrowheads="1"/>
          </p:cNvSpPr>
          <p:nvPr/>
        </p:nvSpPr>
        <p:spPr bwMode="auto">
          <a:xfrm>
            <a:off x="3124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702" name="Oval 166"/>
          <p:cNvSpPr>
            <a:spLocks noChangeAspect="1" noChangeArrowheads="1"/>
          </p:cNvSpPr>
          <p:nvPr/>
        </p:nvSpPr>
        <p:spPr bwMode="auto">
          <a:xfrm>
            <a:off x="3429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703" name="Oval 167"/>
          <p:cNvSpPr>
            <a:spLocks noChangeAspect="1" noChangeArrowheads="1"/>
          </p:cNvSpPr>
          <p:nvPr/>
        </p:nvSpPr>
        <p:spPr bwMode="auto">
          <a:xfrm>
            <a:off x="37338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704" name="Oval 168"/>
          <p:cNvSpPr>
            <a:spLocks noChangeAspect="1" noChangeArrowheads="1"/>
          </p:cNvSpPr>
          <p:nvPr/>
        </p:nvSpPr>
        <p:spPr bwMode="auto">
          <a:xfrm>
            <a:off x="40386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705" name="Oval 169"/>
          <p:cNvSpPr>
            <a:spLocks noChangeAspect="1" noChangeArrowheads="1"/>
          </p:cNvSpPr>
          <p:nvPr/>
        </p:nvSpPr>
        <p:spPr bwMode="auto">
          <a:xfrm>
            <a:off x="43434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706" name="Oval 170"/>
          <p:cNvSpPr>
            <a:spLocks noChangeAspect="1" noChangeArrowheads="1"/>
          </p:cNvSpPr>
          <p:nvPr/>
        </p:nvSpPr>
        <p:spPr bwMode="auto">
          <a:xfrm>
            <a:off x="4648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707" name="Oval 171"/>
          <p:cNvSpPr>
            <a:spLocks noChangeAspect="1" noChangeArrowheads="1"/>
          </p:cNvSpPr>
          <p:nvPr/>
        </p:nvSpPr>
        <p:spPr bwMode="auto">
          <a:xfrm>
            <a:off x="4953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708" name="Oval 172"/>
          <p:cNvSpPr>
            <a:spLocks noChangeAspect="1" noChangeArrowheads="1"/>
          </p:cNvSpPr>
          <p:nvPr/>
        </p:nvSpPr>
        <p:spPr bwMode="auto">
          <a:xfrm>
            <a:off x="52578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709" name="Oval 173"/>
          <p:cNvSpPr>
            <a:spLocks noChangeAspect="1" noChangeArrowheads="1"/>
          </p:cNvSpPr>
          <p:nvPr/>
        </p:nvSpPr>
        <p:spPr bwMode="auto">
          <a:xfrm>
            <a:off x="55626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710" name="Oval 174"/>
          <p:cNvSpPr>
            <a:spLocks noChangeAspect="1" noChangeArrowheads="1"/>
          </p:cNvSpPr>
          <p:nvPr/>
        </p:nvSpPr>
        <p:spPr bwMode="auto">
          <a:xfrm>
            <a:off x="58674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711" name="Oval 175"/>
          <p:cNvSpPr>
            <a:spLocks noChangeAspect="1" noChangeArrowheads="1"/>
          </p:cNvSpPr>
          <p:nvPr/>
        </p:nvSpPr>
        <p:spPr bwMode="auto">
          <a:xfrm>
            <a:off x="6172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712" name="Oval 176"/>
          <p:cNvSpPr>
            <a:spLocks noChangeAspect="1" noChangeArrowheads="1"/>
          </p:cNvSpPr>
          <p:nvPr/>
        </p:nvSpPr>
        <p:spPr bwMode="auto">
          <a:xfrm>
            <a:off x="6477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713" name="Oval 177"/>
          <p:cNvSpPr>
            <a:spLocks noChangeAspect="1" noChangeArrowheads="1"/>
          </p:cNvSpPr>
          <p:nvPr/>
        </p:nvSpPr>
        <p:spPr bwMode="auto">
          <a:xfrm>
            <a:off x="67818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714" name="Oval 178"/>
          <p:cNvSpPr>
            <a:spLocks noChangeAspect="1" noChangeArrowheads="1"/>
          </p:cNvSpPr>
          <p:nvPr/>
        </p:nvSpPr>
        <p:spPr bwMode="auto">
          <a:xfrm>
            <a:off x="2209800" y="46783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0</a:t>
            </a:r>
          </a:p>
        </p:txBody>
      </p:sp>
      <p:sp>
        <p:nvSpPr>
          <p:cNvPr id="65715" name="Oval 179"/>
          <p:cNvSpPr>
            <a:spLocks noChangeAspect="1" noChangeArrowheads="1"/>
          </p:cNvSpPr>
          <p:nvPr/>
        </p:nvSpPr>
        <p:spPr bwMode="auto">
          <a:xfrm>
            <a:off x="2514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716" name="Oval 180"/>
          <p:cNvSpPr>
            <a:spLocks noChangeAspect="1" noChangeArrowheads="1"/>
          </p:cNvSpPr>
          <p:nvPr/>
        </p:nvSpPr>
        <p:spPr bwMode="auto">
          <a:xfrm>
            <a:off x="2819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717" name="Oval 181"/>
          <p:cNvSpPr>
            <a:spLocks noChangeAspect="1" noChangeArrowheads="1"/>
          </p:cNvSpPr>
          <p:nvPr/>
        </p:nvSpPr>
        <p:spPr bwMode="auto">
          <a:xfrm>
            <a:off x="3124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718" name="Oval 182"/>
          <p:cNvSpPr>
            <a:spLocks noChangeAspect="1" noChangeArrowheads="1"/>
          </p:cNvSpPr>
          <p:nvPr/>
        </p:nvSpPr>
        <p:spPr bwMode="auto">
          <a:xfrm>
            <a:off x="3429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719" name="Oval 183"/>
          <p:cNvSpPr>
            <a:spLocks noChangeAspect="1" noChangeArrowheads="1"/>
          </p:cNvSpPr>
          <p:nvPr/>
        </p:nvSpPr>
        <p:spPr bwMode="auto">
          <a:xfrm>
            <a:off x="3733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720" name="Oval 184"/>
          <p:cNvSpPr>
            <a:spLocks noChangeAspect="1" noChangeArrowheads="1"/>
          </p:cNvSpPr>
          <p:nvPr/>
        </p:nvSpPr>
        <p:spPr bwMode="auto">
          <a:xfrm>
            <a:off x="4038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721" name="Oval 185"/>
          <p:cNvSpPr>
            <a:spLocks noChangeAspect="1" noChangeArrowheads="1"/>
          </p:cNvSpPr>
          <p:nvPr/>
        </p:nvSpPr>
        <p:spPr bwMode="auto">
          <a:xfrm>
            <a:off x="4343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722" name="Oval 186"/>
          <p:cNvSpPr>
            <a:spLocks noChangeAspect="1" noChangeArrowheads="1"/>
          </p:cNvSpPr>
          <p:nvPr/>
        </p:nvSpPr>
        <p:spPr bwMode="auto">
          <a:xfrm>
            <a:off x="4648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723" name="Oval 187"/>
          <p:cNvSpPr>
            <a:spLocks noChangeAspect="1" noChangeArrowheads="1"/>
          </p:cNvSpPr>
          <p:nvPr/>
        </p:nvSpPr>
        <p:spPr bwMode="auto">
          <a:xfrm>
            <a:off x="4953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724" name="Oval 188"/>
          <p:cNvSpPr>
            <a:spLocks noChangeAspect="1" noChangeArrowheads="1"/>
          </p:cNvSpPr>
          <p:nvPr/>
        </p:nvSpPr>
        <p:spPr bwMode="auto">
          <a:xfrm>
            <a:off x="5257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725" name="Oval 189"/>
          <p:cNvSpPr>
            <a:spLocks noChangeAspect="1" noChangeArrowheads="1"/>
          </p:cNvSpPr>
          <p:nvPr/>
        </p:nvSpPr>
        <p:spPr bwMode="auto">
          <a:xfrm>
            <a:off x="5562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726" name="Oval 190"/>
          <p:cNvSpPr>
            <a:spLocks noChangeAspect="1" noChangeArrowheads="1"/>
          </p:cNvSpPr>
          <p:nvPr/>
        </p:nvSpPr>
        <p:spPr bwMode="auto">
          <a:xfrm>
            <a:off x="5867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727" name="Oval 191"/>
          <p:cNvSpPr>
            <a:spLocks noChangeAspect="1" noChangeArrowheads="1"/>
          </p:cNvSpPr>
          <p:nvPr/>
        </p:nvSpPr>
        <p:spPr bwMode="auto">
          <a:xfrm>
            <a:off x="6172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728" name="Oval 192"/>
          <p:cNvSpPr>
            <a:spLocks noChangeAspect="1" noChangeArrowheads="1"/>
          </p:cNvSpPr>
          <p:nvPr/>
        </p:nvSpPr>
        <p:spPr bwMode="auto">
          <a:xfrm>
            <a:off x="6477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729" name="Oval 193"/>
          <p:cNvSpPr>
            <a:spLocks noChangeAspect="1" noChangeArrowheads="1"/>
          </p:cNvSpPr>
          <p:nvPr/>
        </p:nvSpPr>
        <p:spPr bwMode="auto">
          <a:xfrm>
            <a:off x="6781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5730" name="Oval 194"/>
          <p:cNvSpPr>
            <a:spLocks noChangeAspect="1" noChangeArrowheads="1"/>
          </p:cNvSpPr>
          <p:nvPr/>
        </p:nvSpPr>
        <p:spPr bwMode="auto">
          <a:xfrm>
            <a:off x="2209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5731" name="Oval 195"/>
          <p:cNvSpPr>
            <a:spLocks noChangeAspect="1" noChangeArrowheads="1"/>
          </p:cNvSpPr>
          <p:nvPr/>
        </p:nvSpPr>
        <p:spPr bwMode="auto">
          <a:xfrm>
            <a:off x="2514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0</a:t>
            </a:r>
          </a:p>
        </p:txBody>
      </p:sp>
      <p:sp>
        <p:nvSpPr>
          <p:cNvPr id="65732" name="Oval 196"/>
          <p:cNvSpPr>
            <a:spLocks noChangeAspect="1" noChangeArrowheads="1"/>
          </p:cNvSpPr>
          <p:nvPr/>
        </p:nvSpPr>
        <p:spPr bwMode="auto">
          <a:xfrm>
            <a:off x="2819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65733" name="Oval 197"/>
          <p:cNvSpPr>
            <a:spLocks noChangeAspect="1" noChangeArrowheads="1"/>
          </p:cNvSpPr>
          <p:nvPr/>
        </p:nvSpPr>
        <p:spPr bwMode="auto">
          <a:xfrm>
            <a:off x="3124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65734" name="Oval 198"/>
          <p:cNvSpPr>
            <a:spLocks noChangeAspect="1" noChangeArrowheads="1"/>
          </p:cNvSpPr>
          <p:nvPr/>
        </p:nvSpPr>
        <p:spPr bwMode="auto">
          <a:xfrm>
            <a:off x="3429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65735" name="Oval 199"/>
          <p:cNvSpPr>
            <a:spLocks noChangeAspect="1" noChangeArrowheads="1"/>
          </p:cNvSpPr>
          <p:nvPr/>
        </p:nvSpPr>
        <p:spPr bwMode="auto">
          <a:xfrm>
            <a:off x="3733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65736" name="Oval 200"/>
          <p:cNvSpPr>
            <a:spLocks noChangeAspect="1" noChangeArrowheads="1"/>
          </p:cNvSpPr>
          <p:nvPr/>
        </p:nvSpPr>
        <p:spPr bwMode="auto">
          <a:xfrm>
            <a:off x="4038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65737" name="Oval 201"/>
          <p:cNvSpPr>
            <a:spLocks noChangeAspect="1" noChangeArrowheads="1"/>
          </p:cNvSpPr>
          <p:nvPr/>
        </p:nvSpPr>
        <p:spPr bwMode="auto">
          <a:xfrm>
            <a:off x="4343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65738" name="Oval 202"/>
          <p:cNvSpPr>
            <a:spLocks noChangeAspect="1" noChangeArrowheads="1"/>
          </p:cNvSpPr>
          <p:nvPr/>
        </p:nvSpPr>
        <p:spPr bwMode="auto">
          <a:xfrm>
            <a:off x="4648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65739" name="Oval 203"/>
          <p:cNvSpPr>
            <a:spLocks noChangeAspect="1" noChangeArrowheads="1"/>
          </p:cNvSpPr>
          <p:nvPr/>
        </p:nvSpPr>
        <p:spPr bwMode="auto">
          <a:xfrm>
            <a:off x="4953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65740" name="Oval 204"/>
          <p:cNvSpPr>
            <a:spLocks noChangeAspect="1" noChangeArrowheads="1"/>
          </p:cNvSpPr>
          <p:nvPr/>
        </p:nvSpPr>
        <p:spPr bwMode="auto">
          <a:xfrm>
            <a:off x="5257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65741" name="Oval 205"/>
          <p:cNvSpPr>
            <a:spLocks noChangeAspect="1" noChangeArrowheads="1"/>
          </p:cNvSpPr>
          <p:nvPr/>
        </p:nvSpPr>
        <p:spPr bwMode="auto">
          <a:xfrm>
            <a:off x="5562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65742" name="Oval 206"/>
          <p:cNvSpPr>
            <a:spLocks noChangeAspect="1" noChangeArrowheads="1"/>
          </p:cNvSpPr>
          <p:nvPr/>
        </p:nvSpPr>
        <p:spPr bwMode="auto">
          <a:xfrm>
            <a:off x="5867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65743" name="Oval 207"/>
          <p:cNvSpPr>
            <a:spLocks noChangeAspect="1" noChangeArrowheads="1"/>
          </p:cNvSpPr>
          <p:nvPr/>
        </p:nvSpPr>
        <p:spPr bwMode="auto">
          <a:xfrm>
            <a:off x="6172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12</a:t>
            </a:r>
          </a:p>
        </p:txBody>
      </p:sp>
      <p:sp>
        <p:nvSpPr>
          <p:cNvPr id="65744" name="Oval 208"/>
          <p:cNvSpPr>
            <a:spLocks noChangeAspect="1" noChangeArrowheads="1"/>
          </p:cNvSpPr>
          <p:nvPr/>
        </p:nvSpPr>
        <p:spPr bwMode="auto">
          <a:xfrm>
            <a:off x="6477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13</a:t>
            </a:r>
          </a:p>
        </p:txBody>
      </p:sp>
      <p:sp>
        <p:nvSpPr>
          <p:cNvPr id="65745" name="Oval 209"/>
          <p:cNvSpPr>
            <a:spLocks noChangeAspect="1" noChangeArrowheads="1"/>
          </p:cNvSpPr>
          <p:nvPr/>
        </p:nvSpPr>
        <p:spPr bwMode="auto">
          <a:xfrm>
            <a:off x="6781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14</a:t>
            </a:r>
          </a:p>
        </p:txBody>
      </p:sp>
      <p:graphicFrame>
        <p:nvGraphicFramePr>
          <p:cNvPr id="65746" name="Group 210"/>
          <p:cNvGraphicFramePr>
            <a:graphicFrameLocks noGrp="1"/>
          </p:cNvGraphicFramePr>
          <p:nvPr/>
        </p:nvGraphicFramePr>
        <p:xfrm>
          <a:off x="7543800" y="2362200"/>
          <a:ext cx="457200" cy="1828800"/>
        </p:xfrm>
        <a:graphic>
          <a:graphicData uri="http://schemas.openxmlformats.org/drawingml/2006/table">
            <a:tbl>
              <a:tblPr/>
              <a:tblGrid>
                <a:gridCol w="4572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5764" name="Text Box 228"/>
          <p:cNvSpPr txBox="1">
            <a:spLocks noChangeArrowheads="1"/>
          </p:cNvSpPr>
          <p:nvPr/>
        </p:nvSpPr>
        <p:spPr bwMode="auto">
          <a:xfrm>
            <a:off x="342900" y="228600"/>
            <a:ext cx="845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2800" b="1">
                <a:solidFill>
                  <a:schemeClr val="accent2"/>
                </a:solidFill>
                <a:latin typeface="Arial" charset="0"/>
              </a:rPr>
              <a:t>Span Flood-Fill</a:t>
            </a:r>
            <a:r>
              <a:rPr lang="en-US" altLang="en-US" sz="3200" b="1">
                <a:solidFill>
                  <a:schemeClr val="accent2"/>
                </a:solidFill>
                <a:latin typeface="Arial" charset="0"/>
              </a:rPr>
              <a:t> Algorithm (</a:t>
            </a:r>
            <a:r>
              <a:rPr lang="en-US" altLang="en-US" sz="3200" b="1">
                <a:solidFill>
                  <a:srgbClr val="FF0000"/>
                </a:solidFill>
                <a:latin typeface="Arial" charset="0"/>
              </a:rPr>
              <a:t>example</a:t>
            </a:r>
            <a:r>
              <a:rPr lang="en-US" altLang="en-US" sz="3200" b="1">
                <a:solidFill>
                  <a:schemeClr val="accent2"/>
                </a:solidFill>
                <a:latin typeface="Arial" charset="0"/>
              </a:rPr>
              <a:t>)</a:t>
            </a:r>
            <a:endParaRPr lang="en-US" altLang="en-US" sz="2800">
              <a:latin typeface="Arial" charset="0"/>
              <a:cs typeface="Arial"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Slide Number Placeholder 3"/>
          <p:cNvSpPr>
            <a:spLocks noGrp="1"/>
          </p:cNvSpPr>
          <p:nvPr>
            <p:ph type="sldNum" sz="quarter" idx="12"/>
          </p:nvPr>
        </p:nvSpPr>
        <p:spPr/>
        <p:txBody>
          <a:bodyPr/>
          <a:lstStyle/>
          <a:p>
            <a:fld id="{D4D30F61-40A9-4D5E-8604-D62E92FD9606}" type="slidenum">
              <a:rPr lang="en-US" altLang="en-US"/>
              <a:pPr/>
              <a:t>58</a:t>
            </a:fld>
            <a:endParaRPr lang="en-US" altLang="en-US"/>
          </a:p>
        </p:txBody>
      </p:sp>
      <p:sp>
        <p:nvSpPr>
          <p:cNvPr id="66562" name="Oval 2"/>
          <p:cNvSpPr>
            <a:spLocks noChangeAspect="1" noChangeArrowheads="1"/>
          </p:cNvSpPr>
          <p:nvPr/>
        </p:nvSpPr>
        <p:spPr bwMode="auto">
          <a:xfrm>
            <a:off x="2179638" y="13255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66563" name="Oval 3"/>
          <p:cNvSpPr>
            <a:spLocks noChangeAspect="1" noChangeArrowheads="1"/>
          </p:cNvSpPr>
          <p:nvPr/>
        </p:nvSpPr>
        <p:spPr bwMode="auto">
          <a:xfrm>
            <a:off x="2484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64" name="Oval 4"/>
          <p:cNvSpPr>
            <a:spLocks noChangeAspect="1" noChangeArrowheads="1"/>
          </p:cNvSpPr>
          <p:nvPr/>
        </p:nvSpPr>
        <p:spPr bwMode="auto">
          <a:xfrm>
            <a:off x="2789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65" name="Oval 5"/>
          <p:cNvSpPr>
            <a:spLocks noChangeAspect="1" noChangeArrowheads="1"/>
          </p:cNvSpPr>
          <p:nvPr/>
        </p:nvSpPr>
        <p:spPr bwMode="auto">
          <a:xfrm>
            <a:off x="3094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66" name="Oval 6"/>
          <p:cNvSpPr>
            <a:spLocks noChangeAspect="1" noChangeArrowheads="1"/>
          </p:cNvSpPr>
          <p:nvPr/>
        </p:nvSpPr>
        <p:spPr bwMode="auto">
          <a:xfrm>
            <a:off x="3398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67" name="Oval 7"/>
          <p:cNvSpPr>
            <a:spLocks noChangeAspect="1" noChangeArrowheads="1"/>
          </p:cNvSpPr>
          <p:nvPr/>
        </p:nvSpPr>
        <p:spPr bwMode="auto">
          <a:xfrm>
            <a:off x="3703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68" name="Oval 8"/>
          <p:cNvSpPr>
            <a:spLocks noChangeAspect="1" noChangeArrowheads="1"/>
          </p:cNvSpPr>
          <p:nvPr/>
        </p:nvSpPr>
        <p:spPr bwMode="auto">
          <a:xfrm>
            <a:off x="4008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69" name="Oval 9"/>
          <p:cNvSpPr>
            <a:spLocks noChangeAspect="1" noChangeArrowheads="1"/>
          </p:cNvSpPr>
          <p:nvPr/>
        </p:nvSpPr>
        <p:spPr bwMode="auto">
          <a:xfrm>
            <a:off x="4313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70" name="Oval 10"/>
          <p:cNvSpPr>
            <a:spLocks noChangeAspect="1" noChangeArrowheads="1"/>
          </p:cNvSpPr>
          <p:nvPr/>
        </p:nvSpPr>
        <p:spPr bwMode="auto">
          <a:xfrm>
            <a:off x="4618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71" name="Oval 11"/>
          <p:cNvSpPr>
            <a:spLocks noChangeAspect="1" noChangeArrowheads="1"/>
          </p:cNvSpPr>
          <p:nvPr/>
        </p:nvSpPr>
        <p:spPr bwMode="auto">
          <a:xfrm>
            <a:off x="4922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72" name="Oval 12"/>
          <p:cNvSpPr>
            <a:spLocks noChangeAspect="1" noChangeArrowheads="1"/>
          </p:cNvSpPr>
          <p:nvPr/>
        </p:nvSpPr>
        <p:spPr bwMode="auto">
          <a:xfrm>
            <a:off x="5227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73" name="Oval 13"/>
          <p:cNvSpPr>
            <a:spLocks noChangeAspect="1" noChangeArrowheads="1"/>
          </p:cNvSpPr>
          <p:nvPr/>
        </p:nvSpPr>
        <p:spPr bwMode="auto">
          <a:xfrm>
            <a:off x="5532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74" name="Oval 14"/>
          <p:cNvSpPr>
            <a:spLocks noChangeAspect="1" noChangeArrowheads="1"/>
          </p:cNvSpPr>
          <p:nvPr/>
        </p:nvSpPr>
        <p:spPr bwMode="auto">
          <a:xfrm>
            <a:off x="5837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75" name="Oval 15"/>
          <p:cNvSpPr>
            <a:spLocks noChangeAspect="1" noChangeArrowheads="1"/>
          </p:cNvSpPr>
          <p:nvPr/>
        </p:nvSpPr>
        <p:spPr bwMode="auto">
          <a:xfrm>
            <a:off x="6142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76" name="Oval 16"/>
          <p:cNvSpPr>
            <a:spLocks noChangeAspect="1" noChangeArrowheads="1"/>
          </p:cNvSpPr>
          <p:nvPr/>
        </p:nvSpPr>
        <p:spPr bwMode="auto">
          <a:xfrm>
            <a:off x="6446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77" name="Oval 17"/>
          <p:cNvSpPr>
            <a:spLocks noChangeAspect="1" noChangeArrowheads="1"/>
          </p:cNvSpPr>
          <p:nvPr/>
        </p:nvSpPr>
        <p:spPr bwMode="auto">
          <a:xfrm>
            <a:off x="6751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78" name="Oval 18"/>
          <p:cNvSpPr>
            <a:spLocks noChangeAspect="1" noChangeArrowheads="1"/>
          </p:cNvSpPr>
          <p:nvPr/>
        </p:nvSpPr>
        <p:spPr bwMode="auto">
          <a:xfrm>
            <a:off x="2179638" y="16303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66579" name="Oval 19"/>
          <p:cNvSpPr>
            <a:spLocks noChangeAspect="1" noChangeArrowheads="1"/>
          </p:cNvSpPr>
          <p:nvPr/>
        </p:nvSpPr>
        <p:spPr bwMode="auto">
          <a:xfrm>
            <a:off x="24844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80" name="Oval 20"/>
          <p:cNvSpPr>
            <a:spLocks noChangeAspect="1" noChangeArrowheads="1"/>
          </p:cNvSpPr>
          <p:nvPr/>
        </p:nvSpPr>
        <p:spPr bwMode="auto">
          <a:xfrm>
            <a:off x="27892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81" name="Oval 21"/>
          <p:cNvSpPr>
            <a:spLocks noChangeAspect="1" noChangeArrowheads="1"/>
          </p:cNvSpPr>
          <p:nvPr/>
        </p:nvSpPr>
        <p:spPr bwMode="auto">
          <a:xfrm>
            <a:off x="30940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82" name="Oval 22"/>
          <p:cNvSpPr>
            <a:spLocks noChangeAspect="1" noChangeArrowheads="1"/>
          </p:cNvSpPr>
          <p:nvPr/>
        </p:nvSpPr>
        <p:spPr bwMode="auto">
          <a:xfrm>
            <a:off x="33988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83" name="Oval 23"/>
          <p:cNvSpPr>
            <a:spLocks noChangeAspect="1" noChangeArrowheads="1"/>
          </p:cNvSpPr>
          <p:nvPr/>
        </p:nvSpPr>
        <p:spPr bwMode="auto">
          <a:xfrm>
            <a:off x="37036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84" name="Oval 24"/>
          <p:cNvSpPr>
            <a:spLocks noChangeAspect="1" noChangeArrowheads="1"/>
          </p:cNvSpPr>
          <p:nvPr/>
        </p:nvSpPr>
        <p:spPr bwMode="auto">
          <a:xfrm>
            <a:off x="40084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85" name="Oval 25"/>
          <p:cNvSpPr>
            <a:spLocks noChangeAspect="1" noChangeArrowheads="1"/>
          </p:cNvSpPr>
          <p:nvPr/>
        </p:nvSpPr>
        <p:spPr bwMode="auto">
          <a:xfrm>
            <a:off x="43132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86" name="Oval 26"/>
          <p:cNvSpPr>
            <a:spLocks noChangeAspect="1" noChangeArrowheads="1"/>
          </p:cNvSpPr>
          <p:nvPr/>
        </p:nvSpPr>
        <p:spPr bwMode="auto">
          <a:xfrm>
            <a:off x="46180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87" name="Oval 27"/>
          <p:cNvSpPr>
            <a:spLocks noChangeAspect="1" noChangeArrowheads="1"/>
          </p:cNvSpPr>
          <p:nvPr/>
        </p:nvSpPr>
        <p:spPr bwMode="auto">
          <a:xfrm>
            <a:off x="49228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88" name="Oval 28"/>
          <p:cNvSpPr>
            <a:spLocks noChangeAspect="1" noChangeArrowheads="1"/>
          </p:cNvSpPr>
          <p:nvPr/>
        </p:nvSpPr>
        <p:spPr bwMode="auto">
          <a:xfrm>
            <a:off x="52276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89" name="Oval 29"/>
          <p:cNvSpPr>
            <a:spLocks noChangeAspect="1" noChangeArrowheads="1"/>
          </p:cNvSpPr>
          <p:nvPr/>
        </p:nvSpPr>
        <p:spPr bwMode="auto">
          <a:xfrm>
            <a:off x="55324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90" name="Oval 30"/>
          <p:cNvSpPr>
            <a:spLocks noChangeAspect="1" noChangeArrowheads="1"/>
          </p:cNvSpPr>
          <p:nvPr/>
        </p:nvSpPr>
        <p:spPr bwMode="auto">
          <a:xfrm>
            <a:off x="58372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91" name="Oval 31"/>
          <p:cNvSpPr>
            <a:spLocks noChangeAspect="1" noChangeArrowheads="1"/>
          </p:cNvSpPr>
          <p:nvPr/>
        </p:nvSpPr>
        <p:spPr bwMode="auto">
          <a:xfrm>
            <a:off x="61420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92" name="Oval 32"/>
          <p:cNvSpPr>
            <a:spLocks noChangeAspect="1" noChangeArrowheads="1"/>
          </p:cNvSpPr>
          <p:nvPr/>
        </p:nvSpPr>
        <p:spPr bwMode="auto">
          <a:xfrm>
            <a:off x="64468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93" name="Oval 33"/>
          <p:cNvSpPr>
            <a:spLocks noChangeAspect="1" noChangeArrowheads="1"/>
          </p:cNvSpPr>
          <p:nvPr/>
        </p:nvSpPr>
        <p:spPr bwMode="auto">
          <a:xfrm>
            <a:off x="67516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94" name="Oval 34"/>
          <p:cNvSpPr>
            <a:spLocks noChangeAspect="1" noChangeArrowheads="1"/>
          </p:cNvSpPr>
          <p:nvPr/>
        </p:nvSpPr>
        <p:spPr bwMode="auto">
          <a:xfrm>
            <a:off x="2179638" y="19351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66595" name="Oval 35"/>
          <p:cNvSpPr>
            <a:spLocks noChangeAspect="1" noChangeArrowheads="1"/>
          </p:cNvSpPr>
          <p:nvPr/>
        </p:nvSpPr>
        <p:spPr bwMode="auto">
          <a:xfrm>
            <a:off x="24844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96" name="Oval 36"/>
          <p:cNvSpPr>
            <a:spLocks noChangeAspect="1" noChangeArrowheads="1"/>
          </p:cNvSpPr>
          <p:nvPr/>
        </p:nvSpPr>
        <p:spPr bwMode="auto">
          <a:xfrm>
            <a:off x="27892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97" name="Oval 37"/>
          <p:cNvSpPr>
            <a:spLocks noChangeAspect="1" noChangeArrowheads="1"/>
          </p:cNvSpPr>
          <p:nvPr/>
        </p:nvSpPr>
        <p:spPr bwMode="auto">
          <a:xfrm>
            <a:off x="30940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598" name="Oval 38"/>
          <p:cNvSpPr>
            <a:spLocks noChangeAspect="1" noChangeArrowheads="1"/>
          </p:cNvSpPr>
          <p:nvPr/>
        </p:nvSpPr>
        <p:spPr bwMode="auto">
          <a:xfrm>
            <a:off x="3398838" y="19351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66599" name="Oval 39"/>
          <p:cNvSpPr>
            <a:spLocks noChangeAspect="1" noChangeArrowheads="1"/>
          </p:cNvSpPr>
          <p:nvPr/>
        </p:nvSpPr>
        <p:spPr bwMode="auto">
          <a:xfrm>
            <a:off x="3703638" y="19351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00" name="Oval 40"/>
          <p:cNvSpPr>
            <a:spLocks noChangeAspect="1" noChangeArrowheads="1"/>
          </p:cNvSpPr>
          <p:nvPr/>
        </p:nvSpPr>
        <p:spPr bwMode="auto">
          <a:xfrm>
            <a:off x="40084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01" name="Oval 41"/>
          <p:cNvSpPr>
            <a:spLocks noChangeAspect="1" noChangeArrowheads="1"/>
          </p:cNvSpPr>
          <p:nvPr/>
        </p:nvSpPr>
        <p:spPr bwMode="auto">
          <a:xfrm>
            <a:off x="43132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02" name="Oval 42"/>
          <p:cNvSpPr>
            <a:spLocks noChangeAspect="1" noChangeArrowheads="1"/>
          </p:cNvSpPr>
          <p:nvPr/>
        </p:nvSpPr>
        <p:spPr bwMode="auto">
          <a:xfrm>
            <a:off x="46180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03" name="Oval 43"/>
          <p:cNvSpPr>
            <a:spLocks noChangeAspect="1" noChangeArrowheads="1"/>
          </p:cNvSpPr>
          <p:nvPr/>
        </p:nvSpPr>
        <p:spPr bwMode="auto">
          <a:xfrm>
            <a:off x="49228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04" name="Oval 44"/>
          <p:cNvSpPr>
            <a:spLocks noChangeAspect="1" noChangeArrowheads="1"/>
          </p:cNvSpPr>
          <p:nvPr/>
        </p:nvSpPr>
        <p:spPr bwMode="auto">
          <a:xfrm>
            <a:off x="5227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05" name="Oval 45"/>
          <p:cNvSpPr>
            <a:spLocks noChangeAspect="1" noChangeArrowheads="1"/>
          </p:cNvSpPr>
          <p:nvPr/>
        </p:nvSpPr>
        <p:spPr bwMode="auto">
          <a:xfrm>
            <a:off x="55324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06" name="Oval 46"/>
          <p:cNvSpPr>
            <a:spLocks noChangeAspect="1" noChangeArrowheads="1"/>
          </p:cNvSpPr>
          <p:nvPr/>
        </p:nvSpPr>
        <p:spPr bwMode="auto">
          <a:xfrm>
            <a:off x="5837238" y="19351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66607" name="Oval 47"/>
          <p:cNvSpPr>
            <a:spLocks noChangeAspect="1" noChangeArrowheads="1"/>
          </p:cNvSpPr>
          <p:nvPr/>
        </p:nvSpPr>
        <p:spPr bwMode="auto">
          <a:xfrm>
            <a:off x="6142038" y="19351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08" name="Oval 48"/>
          <p:cNvSpPr>
            <a:spLocks noChangeAspect="1" noChangeArrowheads="1"/>
          </p:cNvSpPr>
          <p:nvPr/>
        </p:nvSpPr>
        <p:spPr bwMode="auto">
          <a:xfrm>
            <a:off x="64468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09" name="Oval 49"/>
          <p:cNvSpPr>
            <a:spLocks noChangeAspect="1" noChangeArrowheads="1"/>
          </p:cNvSpPr>
          <p:nvPr/>
        </p:nvSpPr>
        <p:spPr bwMode="auto">
          <a:xfrm>
            <a:off x="6751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10" name="Oval 50"/>
          <p:cNvSpPr>
            <a:spLocks noChangeAspect="1" noChangeArrowheads="1"/>
          </p:cNvSpPr>
          <p:nvPr/>
        </p:nvSpPr>
        <p:spPr bwMode="auto">
          <a:xfrm>
            <a:off x="2179638" y="22399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66611" name="Oval 51"/>
          <p:cNvSpPr>
            <a:spLocks noChangeAspect="1" noChangeArrowheads="1"/>
          </p:cNvSpPr>
          <p:nvPr/>
        </p:nvSpPr>
        <p:spPr bwMode="auto">
          <a:xfrm>
            <a:off x="24844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12" name="Oval 52"/>
          <p:cNvSpPr>
            <a:spLocks noChangeAspect="1" noChangeArrowheads="1"/>
          </p:cNvSpPr>
          <p:nvPr/>
        </p:nvSpPr>
        <p:spPr bwMode="auto">
          <a:xfrm>
            <a:off x="27892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13" name="Oval 53"/>
          <p:cNvSpPr>
            <a:spLocks noChangeAspect="1" noChangeArrowheads="1"/>
          </p:cNvSpPr>
          <p:nvPr/>
        </p:nvSpPr>
        <p:spPr bwMode="auto">
          <a:xfrm>
            <a:off x="30940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14" name="Oval 54"/>
          <p:cNvSpPr>
            <a:spLocks noChangeAspect="1" noChangeArrowheads="1"/>
          </p:cNvSpPr>
          <p:nvPr/>
        </p:nvSpPr>
        <p:spPr bwMode="auto">
          <a:xfrm>
            <a:off x="33988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66615" name="Oval 55"/>
          <p:cNvSpPr>
            <a:spLocks noChangeAspect="1" noChangeArrowheads="1"/>
          </p:cNvSpPr>
          <p:nvPr/>
        </p:nvSpPr>
        <p:spPr bwMode="auto">
          <a:xfrm>
            <a:off x="37036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16" name="Oval 56"/>
          <p:cNvSpPr>
            <a:spLocks noChangeAspect="1" noChangeArrowheads="1"/>
          </p:cNvSpPr>
          <p:nvPr/>
        </p:nvSpPr>
        <p:spPr bwMode="auto">
          <a:xfrm>
            <a:off x="40084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17" name="Oval 57"/>
          <p:cNvSpPr>
            <a:spLocks noChangeAspect="1" noChangeArrowheads="1"/>
          </p:cNvSpPr>
          <p:nvPr/>
        </p:nvSpPr>
        <p:spPr bwMode="auto">
          <a:xfrm>
            <a:off x="43132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18" name="Oval 58"/>
          <p:cNvSpPr>
            <a:spLocks noChangeAspect="1" noChangeArrowheads="1"/>
          </p:cNvSpPr>
          <p:nvPr/>
        </p:nvSpPr>
        <p:spPr bwMode="auto">
          <a:xfrm>
            <a:off x="46180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19" name="Oval 59"/>
          <p:cNvSpPr>
            <a:spLocks noChangeAspect="1" noChangeArrowheads="1"/>
          </p:cNvSpPr>
          <p:nvPr/>
        </p:nvSpPr>
        <p:spPr bwMode="auto">
          <a:xfrm>
            <a:off x="49228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20" name="Oval 60"/>
          <p:cNvSpPr>
            <a:spLocks noChangeAspect="1" noChangeArrowheads="1"/>
          </p:cNvSpPr>
          <p:nvPr/>
        </p:nvSpPr>
        <p:spPr bwMode="auto">
          <a:xfrm>
            <a:off x="52276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21" name="Oval 61"/>
          <p:cNvSpPr>
            <a:spLocks noChangeAspect="1" noChangeArrowheads="1"/>
          </p:cNvSpPr>
          <p:nvPr/>
        </p:nvSpPr>
        <p:spPr bwMode="auto">
          <a:xfrm>
            <a:off x="55324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66622" name="Oval 62"/>
          <p:cNvSpPr>
            <a:spLocks noChangeAspect="1" noChangeArrowheads="1"/>
          </p:cNvSpPr>
          <p:nvPr/>
        </p:nvSpPr>
        <p:spPr bwMode="auto">
          <a:xfrm>
            <a:off x="58372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23" name="Oval 63"/>
          <p:cNvSpPr>
            <a:spLocks noChangeAspect="1" noChangeArrowheads="1"/>
          </p:cNvSpPr>
          <p:nvPr/>
        </p:nvSpPr>
        <p:spPr bwMode="auto">
          <a:xfrm>
            <a:off x="61420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24" name="Oval 64"/>
          <p:cNvSpPr>
            <a:spLocks noChangeAspect="1" noChangeArrowheads="1"/>
          </p:cNvSpPr>
          <p:nvPr/>
        </p:nvSpPr>
        <p:spPr bwMode="auto">
          <a:xfrm>
            <a:off x="64468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25" name="Oval 65"/>
          <p:cNvSpPr>
            <a:spLocks noChangeAspect="1" noChangeArrowheads="1"/>
          </p:cNvSpPr>
          <p:nvPr/>
        </p:nvSpPr>
        <p:spPr bwMode="auto">
          <a:xfrm>
            <a:off x="67516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26" name="Oval 66"/>
          <p:cNvSpPr>
            <a:spLocks noChangeAspect="1" noChangeArrowheads="1"/>
          </p:cNvSpPr>
          <p:nvPr/>
        </p:nvSpPr>
        <p:spPr bwMode="auto">
          <a:xfrm>
            <a:off x="2179638" y="25447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66627" name="Oval 67"/>
          <p:cNvSpPr>
            <a:spLocks noChangeAspect="1" noChangeArrowheads="1"/>
          </p:cNvSpPr>
          <p:nvPr/>
        </p:nvSpPr>
        <p:spPr bwMode="auto">
          <a:xfrm>
            <a:off x="24844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28" name="Oval 68"/>
          <p:cNvSpPr>
            <a:spLocks noChangeAspect="1" noChangeArrowheads="1"/>
          </p:cNvSpPr>
          <p:nvPr/>
        </p:nvSpPr>
        <p:spPr bwMode="auto">
          <a:xfrm>
            <a:off x="27892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29" name="Oval 69"/>
          <p:cNvSpPr>
            <a:spLocks noChangeAspect="1" noChangeArrowheads="1"/>
          </p:cNvSpPr>
          <p:nvPr/>
        </p:nvSpPr>
        <p:spPr bwMode="auto">
          <a:xfrm>
            <a:off x="3094038" y="25447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30" name="Oval 70"/>
          <p:cNvSpPr>
            <a:spLocks noChangeAspect="1" noChangeArrowheads="1"/>
          </p:cNvSpPr>
          <p:nvPr/>
        </p:nvSpPr>
        <p:spPr bwMode="auto">
          <a:xfrm>
            <a:off x="33988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66631" name="Oval 71"/>
          <p:cNvSpPr>
            <a:spLocks noChangeAspect="1" noChangeArrowheads="1"/>
          </p:cNvSpPr>
          <p:nvPr/>
        </p:nvSpPr>
        <p:spPr bwMode="auto">
          <a:xfrm>
            <a:off x="37036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32" name="Oval 72"/>
          <p:cNvSpPr>
            <a:spLocks noChangeAspect="1" noChangeArrowheads="1"/>
          </p:cNvSpPr>
          <p:nvPr/>
        </p:nvSpPr>
        <p:spPr bwMode="auto">
          <a:xfrm>
            <a:off x="40084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33" name="Oval 73"/>
          <p:cNvSpPr>
            <a:spLocks noChangeAspect="1" noChangeArrowheads="1"/>
          </p:cNvSpPr>
          <p:nvPr/>
        </p:nvSpPr>
        <p:spPr bwMode="auto">
          <a:xfrm>
            <a:off x="43132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34" name="Oval 74"/>
          <p:cNvSpPr>
            <a:spLocks noChangeAspect="1" noChangeArrowheads="1"/>
          </p:cNvSpPr>
          <p:nvPr/>
        </p:nvSpPr>
        <p:spPr bwMode="auto">
          <a:xfrm>
            <a:off x="46180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35" name="Oval 75"/>
          <p:cNvSpPr>
            <a:spLocks noChangeAspect="1" noChangeArrowheads="1"/>
          </p:cNvSpPr>
          <p:nvPr/>
        </p:nvSpPr>
        <p:spPr bwMode="auto">
          <a:xfrm>
            <a:off x="49228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36" name="Oval 76"/>
          <p:cNvSpPr>
            <a:spLocks noChangeAspect="1" noChangeArrowheads="1"/>
          </p:cNvSpPr>
          <p:nvPr/>
        </p:nvSpPr>
        <p:spPr bwMode="auto">
          <a:xfrm>
            <a:off x="52276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37" name="Oval 77"/>
          <p:cNvSpPr>
            <a:spLocks noChangeAspect="1" noChangeArrowheads="1"/>
          </p:cNvSpPr>
          <p:nvPr/>
        </p:nvSpPr>
        <p:spPr bwMode="auto">
          <a:xfrm>
            <a:off x="55324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38" name="Oval 78"/>
          <p:cNvSpPr>
            <a:spLocks noChangeAspect="1" noChangeArrowheads="1"/>
          </p:cNvSpPr>
          <p:nvPr/>
        </p:nvSpPr>
        <p:spPr bwMode="auto">
          <a:xfrm>
            <a:off x="58372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39" name="Oval 79"/>
          <p:cNvSpPr>
            <a:spLocks noChangeAspect="1" noChangeArrowheads="1"/>
          </p:cNvSpPr>
          <p:nvPr/>
        </p:nvSpPr>
        <p:spPr bwMode="auto">
          <a:xfrm>
            <a:off x="61420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40" name="Oval 80"/>
          <p:cNvSpPr>
            <a:spLocks noChangeAspect="1" noChangeArrowheads="1"/>
          </p:cNvSpPr>
          <p:nvPr/>
        </p:nvSpPr>
        <p:spPr bwMode="auto">
          <a:xfrm>
            <a:off x="6446838" y="25447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41" name="Oval 81"/>
          <p:cNvSpPr>
            <a:spLocks noChangeAspect="1" noChangeArrowheads="1"/>
          </p:cNvSpPr>
          <p:nvPr/>
        </p:nvSpPr>
        <p:spPr bwMode="auto">
          <a:xfrm>
            <a:off x="67516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42" name="Oval 82"/>
          <p:cNvSpPr>
            <a:spLocks noChangeAspect="1" noChangeArrowheads="1"/>
          </p:cNvSpPr>
          <p:nvPr/>
        </p:nvSpPr>
        <p:spPr bwMode="auto">
          <a:xfrm>
            <a:off x="2209800" y="28495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66643" name="Oval 83"/>
          <p:cNvSpPr>
            <a:spLocks noChangeAspect="1" noChangeArrowheads="1"/>
          </p:cNvSpPr>
          <p:nvPr/>
        </p:nvSpPr>
        <p:spPr bwMode="auto">
          <a:xfrm>
            <a:off x="25146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44" name="Oval 84"/>
          <p:cNvSpPr>
            <a:spLocks noChangeAspect="1" noChangeArrowheads="1"/>
          </p:cNvSpPr>
          <p:nvPr/>
        </p:nvSpPr>
        <p:spPr bwMode="auto">
          <a:xfrm>
            <a:off x="28194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45" name="Oval 85"/>
          <p:cNvSpPr>
            <a:spLocks noChangeAspect="1" noChangeArrowheads="1"/>
          </p:cNvSpPr>
          <p:nvPr/>
        </p:nvSpPr>
        <p:spPr bwMode="auto">
          <a:xfrm>
            <a:off x="31242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46" name="Oval 86"/>
          <p:cNvSpPr>
            <a:spLocks noChangeAspect="1" noChangeArrowheads="1"/>
          </p:cNvSpPr>
          <p:nvPr/>
        </p:nvSpPr>
        <p:spPr bwMode="auto">
          <a:xfrm>
            <a:off x="34290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66647" name="Oval 87"/>
          <p:cNvSpPr>
            <a:spLocks noChangeAspect="1" noChangeArrowheads="1"/>
          </p:cNvSpPr>
          <p:nvPr/>
        </p:nvSpPr>
        <p:spPr bwMode="auto">
          <a:xfrm>
            <a:off x="37338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48" name="Oval 88"/>
          <p:cNvSpPr>
            <a:spLocks noChangeAspect="1" noChangeArrowheads="1"/>
          </p:cNvSpPr>
          <p:nvPr/>
        </p:nvSpPr>
        <p:spPr bwMode="auto">
          <a:xfrm>
            <a:off x="40386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49" name="Oval 89"/>
          <p:cNvSpPr>
            <a:spLocks noChangeAspect="1" noChangeArrowheads="1"/>
          </p:cNvSpPr>
          <p:nvPr/>
        </p:nvSpPr>
        <p:spPr bwMode="auto">
          <a:xfrm>
            <a:off x="43434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50" name="Oval 90"/>
          <p:cNvSpPr>
            <a:spLocks noChangeAspect="1" noChangeArrowheads="1"/>
          </p:cNvSpPr>
          <p:nvPr/>
        </p:nvSpPr>
        <p:spPr bwMode="auto">
          <a:xfrm>
            <a:off x="46482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51" name="Oval 91"/>
          <p:cNvSpPr>
            <a:spLocks noChangeAspect="1" noChangeArrowheads="1"/>
          </p:cNvSpPr>
          <p:nvPr/>
        </p:nvSpPr>
        <p:spPr bwMode="auto">
          <a:xfrm>
            <a:off x="49530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52" name="Oval 92"/>
          <p:cNvSpPr>
            <a:spLocks noChangeAspect="1" noChangeArrowheads="1"/>
          </p:cNvSpPr>
          <p:nvPr/>
        </p:nvSpPr>
        <p:spPr bwMode="auto">
          <a:xfrm>
            <a:off x="52578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66653" name="Oval 93"/>
          <p:cNvSpPr>
            <a:spLocks noChangeAspect="1" noChangeArrowheads="1"/>
          </p:cNvSpPr>
          <p:nvPr/>
        </p:nvSpPr>
        <p:spPr bwMode="auto">
          <a:xfrm>
            <a:off x="55626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54" name="Oval 94"/>
          <p:cNvSpPr>
            <a:spLocks noChangeAspect="1" noChangeArrowheads="1"/>
          </p:cNvSpPr>
          <p:nvPr/>
        </p:nvSpPr>
        <p:spPr bwMode="auto">
          <a:xfrm>
            <a:off x="58674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55" name="Oval 95"/>
          <p:cNvSpPr>
            <a:spLocks noChangeAspect="1" noChangeArrowheads="1"/>
          </p:cNvSpPr>
          <p:nvPr/>
        </p:nvSpPr>
        <p:spPr bwMode="auto">
          <a:xfrm>
            <a:off x="61722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56" name="Oval 96"/>
          <p:cNvSpPr>
            <a:spLocks noChangeAspect="1" noChangeArrowheads="1"/>
          </p:cNvSpPr>
          <p:nvPr/>
        </p:nvSpPr>
        <p:spPr bwMode="auto">
          <a:xfrm>
            <a:off x="64770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57" name="Oval 97"/>
          <p:cNvSpPr>
            <a:spLocks noChangeAspect="1" noChangeArrowheads="1"/>
          </p:cNvSpPr>
          <p:nvPr/>
        </p:nvSpPr>
        <p:spPr bwMode="auto">
          <a:xfrm>
            <a:off x="67818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58" name="Oval 98"/>
          <p:cNvSpPr>
            <a:spLocks noChangeAspect="1" noChangeArrowheads="1"/>
          </p:cNvSpPr>
          <p:nvPr/>
        </p:nvSpPr>
        <p:spPr bwMode="auto">
          <a:xfrm>
            <a:off x="2209800" y="31543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66659" name="Oval 99"/>
          <p:cNvSpPr>
            <a:spLocks noChangeAspect="1" noChangeArrowheads="1"/>
          </p:cNvSpPr>
          <p:nvPr/>
        </p:nvSpPr>
        <p:spPr bwMode="auto">
          <a:xfrm>
            <a:off x="25146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60" name="Oval 100"/>
          <p:cNvSpPr>
            <a:spLocks noChangeAspect="1" noChangeArrowheads="1"/>
          </p:cNvSpPr>
          <p:nvPr/>
        </p:nvSpPr>
        <p:spPr bwMode="auto">
          <a:xfrm>
            <a:off x="28194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61" name="Oval 101"/>
          <p:cNvSpPr>
            <a:spLocks noChangeAspect="1" noChangeArrowheads="1"/>
          </p:cNvSpPr>
          <p:nvPr/>
        </p:nvSpPr>
        <p:spPr bwMode="auto">
          <a:xfrm>
            <a:off x="31242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62" name="Oval 102"/>
          <p:cNvSpPr>
            <a:spLocks noChangeAspect="1" noChangeArrowheads="1"/>
          </p:cNvSpPr>
          <p:nvPr/>
        </p:nvSpPr>
        <p:spPr bwMode="auto">
          <a:xfrm>
            <a:off x="34290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66663" name="Oval 103"/>
          <p:cNvSpPr>
            <a:spLocks noChangeAspect="1" noChangeArrowheads="1"/>
          </p:cNvSpPr>
          <p:nvPr/>
        </p:nvSpPr>
        <p:spPr bwMode="auto">
          <a:xfrm>
            <a:off x="37338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64" name="Oval 104"/>
          <p:cNvSpPr>
            <a:spLocks noChangeAspect="1" noChangeArrowheads="1"/>
          </p:cNvSpPr>
          <p:nvPr/>
        </p:nvSpPr>
        <p:spPr bwMode="auto">
          <a:xfrm>
            <a:off x="40386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65" name="Oval 105"/>
          <p:cNvSpPr>
            <a:spLocks noChangeAspect="1" noChangeArrowheads="1"/>
          </p:cNvSpPr>
          <p:nvPr/>
        </p:nvSpPr>
        <p:spPr bwMode="auto">
          <a:xfrm>
            <a:off x="43434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66" name="Oval 106"/>
          <p:cNvSpPr>
            <a:spLocks noChangeAspect="1" noChangeArrowheads="1"/>
          </p:cNvSpPr>
          <p:nvPr/>
        </p:nvSpPr>
        <p:spPr bwMode="auto">
          <a:xfrm>
            <a:off x="46482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67" name="Oval 107"/>
          <p:cNvSpPr>
            <a:spLocks noChangeAspect="1" noChangeArrowheads="1"/>
          </p:cNvSpPr>
          <p:nvPr/>
        </p:nvSpPr>
        <p:spPr bwMode="auto">
          <a:xfrm>
            <a:off x="49530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68" name="Oval 108"/>
          <p:cNvSpPr>
            <a:spLocks noChangeAspect="1" noChangeArrowheads="1"/>
          </p:cNvSpPr>
          <p:nvPr/>
        </p:nvSpPr>
        <p:spPr bwMode="auto">
          <a:xfrm>
            <a:off x="52578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69" name="Oval 109"/>
          <p:cNvSpPr>
            <a:spLocks noChangeAspect="1" noChangeArrowheads="1"/>
          </p:cNvSpPr>
          <p:nvPr/>
        </p:nvSpPr>
        <p:spPr bwMode="auto">
          <a:xfrm>
            <a:off x="55626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70" name="Oval 110"/>
          <p:cNvSpPr>
            <a:spLocks noChangeAspect="1" noChangeArrowheads="1"/>
          </p:cNvSpPr>
          <p:nvPr/>
        </p:nvSpPr>
        <p:spPr bwMode="auto">
          <a:xfrm>
            <a:off x="58674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S</a:t>
            </a:r>
          </a:p>
        </p:txBody>
      </p:sp>
      <p:sp>
        <p:nvSpPr>
          <p:cNvPr id="66671" name="Oval 111"/>
          <p:cNvSpPr>
            <a:spLocks noChangeAspect="1" noChangeArrowheads="1"/>
          </p:cNvSpPr>
          <p:nvPr/>
        </p:nvSpPr>
        <p:spPr bwMode="auto">
          <a:xfrm>
            <a:off x="61722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72" name="Oval 112"/>
          <p:cNvSpPr>
            <a:spLocks noChangeAspect="1" noChangeArrowheads="1"/>
          </p:cNvSpPr>
          <p:nvPr/>
        </p:nvSpPr>
        <p:spPr bwMode="auto">
          <a:xfrm>
            <a:off x="64770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73" name="Oval 113"/>
          <p:cNvSpPr>
            <a:spLocks noChangeAspect="1" noChangeArrowheads="1"/>
          </p:cNvSpPr>
          <p:nvPr/>
        </p:nvSpPr>
        <p:spPr bwMode="auto">
          <a:xfrm>
            <a:off x="67818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74" name="Oval 114"/>
          <p:cNvSpPr>
            <a:spLocks noChangeAspect="1" noChangeArrowheads="1"/>
          </p:cNvSpPr>
          <p:nvPr/>
        </p:nvSpPr>
        <p:spPr bwMode="auto">
          <a:xfrm>
            <a:off x="2209800" y="3459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66675" name="Oval 115"/>
          <p:cNvSpPr>
            <a:spLocks noChangeAspect="1" noChangeArrowheads="1"/>
          </p:cNvSpPr>
          <p:nvPr/>
        </p:nvSpPr>
        <p:spPr bwMode="auto">
          <a:xfrm>
            <a:off x="25146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76" name="Oval 116"/>
          <p:cNvSpPr>
            <a:spLocks noChangeAspect="1" noChangeArrowheads="1"/>
          </p:cNvSpPr>
          <p:nvPr/>
        </p:nvSpPr>
        <p:spPr bwMode="auto">
          <a:xfrm>
            <a:off x="28194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77" name="Oval 117"/>
          <p:cNvSpPr>
            <a:spLocks noChangeAspect="1" noChangeArrowheads="1"/>
          </p:cNvSpPr>
          <p:nvPr/>
        </p:nvSpPr>
        <p:spPr bwMode="auto">
          <a:xfrm>
            <a:off x="31242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78" name="Oval 118"/>
          <p:cNvSpPr>
            <a:spLocks noChangeAspect="1" noChangeArrowheads="1"/>
          </p:cNvSpPr>
          <p:nvPr/>
        </p:nvSpPr>
        <p:spPr bwMode="auto">
          <a:xfrm>
            <a:off x="3429000" y="34591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66679" name="Oval 119"/>
          <p:cNvSpPr>
            <a:spLocks noChangeAspect="1" noChangeArrowheads="1"/>
          </p:cNvSpPr>
          <p:nvPr/>
        </p:nvSpPr>
        <p:spPr bwMode="auto">
          <a:xfrm>
            <a:off x="3733800" y="34591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80" name="Oval 120"/>
          <p:cNvSpPr>
            <a:spLocks noChangeAspect="1" noChangeArrowheads="1"/>
          </p:cNvSpPr>
          <p:nvPr/>
        </p:nvSpPr>
        <p:spPr bwMode="auto">
          <a:xfrm>
            <a:off x="40386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81" name="Oval 121"/>
          <p:cNvSpPr>
            <a:spLocks noChangeAspect="1" noChangeArrowheads="1"/>
          </p:cNvSpPr>
          <p:nvPr/>
        </p:nvSpPr>
        <p:spPr bwMode="auto">
          <a:xfrm>
            <a:off x="43434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82" name="Oval 122"/>
          <p:cNvSpPr>
            <a:spLocks noChangeAspect="1" noChangeArrowheads="1"/>
          </p:cNvSpPr>
          <p:nvPr/>
        </p:nvSpPr>
        <p:spPr bwMode="auto">
          <a:xfrm>
            <a:off x="46482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83" name="Oval 123"/>
          <p:cNvSpPr>
            <a:spLocks noChangeAspect="1" noChangeArrowheads="1"/>
          </p:cNvSpPr>
          <p:nvPr/>
        </p:nvSpPr>
        <p:spPr bwMode="auto">
          <a:xfrm>
            <a:off x="49530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84" name="Oval 124"/>
          <p:cNvSpPr>
            <a:spLocks noChangeAspect="1" noChangeArrowheads="1"/>
          </p:cNvSpPr>
          <p:nvPr/>
        </p:nvSpPr>
        <p:spPr bwMode="auto">
          <a:xfrm>
            <a:off x="5257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66685" name="Oval 125"/>
          <p:cNvSpPr>
            <a:spLocks noChangeAspect="1" noChangeArrowheads="1"/>
          </p:cNvSpPr>
          <p:nvPr/>
        </p:nvSpPr>
        <p:spPr bwMode="auto">
          <a:xfrm>
            <a:off x="55626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86" name="Oval 126"/>
          <p:cNvSpPr>
            <a:spLocks noChangeAspect="1" noChangeArrowheads="1"/>
          </p:cNvSpPr>
          <p:nvPr/>
        </p:nvSpPr>
        <p:spPr bwMode="auto">
          <a:xfrm>
            <a:off x="58674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87" name="Oval 127"/>
          <p:cNvSpPr>
            <a:spLocks noChangeAspect="1" noChangeArrowheads="1"/>
          </p:cNvSpPr>
          <p:nvPr/>
        </p:nvSpPr>
        <p:spPr bwMode="auto">
          <a:xfrm>
            <a:off x="61722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88" name="Oval 128"/>
          <p:cNvSpPr>
            <a:spLocks noChangeAspect="1" noChangeArrowheads="1"/>
          </p:cNvSpPr>
          <p:nvPr/>
        </p:nvSpPr>
        <p:spPr bwMode="auto">
          <a:xfrm>
            <a:off x="64770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89" name="Oval 129"/>
          <p:cNvSpPr>
            <a:spLocks noChangeAspect="1" noChangeArrowheads="1"/>
          </p:cNvSpPr>
          <p:nvPr/>
        </p:nvSpPr>
        <p:spPr bwMode="auto">
          <a:xfrm>
            <a:off x="6781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90" name="Oval 130"/>
          <p:cNvSpPr>
            <a:spLocks noChangeAspect="1" noChangeArrowheads="1"/>
          </p:cNvSpPr>
          <p:nvPr/>
        </p:nvSpPr>
        <p:spPr bwMode="auto">
          <a:xfrm>
            <a:off x="2209800" y="37639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66691" name="Oval 131"/>
          <p:cNvSpPr>
            <a:spLocks noChangeAspect="1" noChangeArrowheads="1"/>
          </p:cNvSpPr>
          <p:nvPr/>
        </p:nvSpPr>
        <p:spPr bwMode="auto">
          <a:xfrm>
            <a:off x="2514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92" name="Oval 132"/>
          <p:cNvSpPr>
            <a:spLocks noChangeAspect="1" noChangeArrowheads="1"/>
          </p:cNvSpPr>
          <p:nvPr/>
        </p:nvSpPr>
        <p:spPr bwMode="auto">
          <a:xfrm>
            <a:off x="2819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93" name="Oval 133"/>
          <p:cNvSpPr>
            <a:spLocks noChangeAspect="1" noChangeArrowheads="1"/>
          </p:cNvSpPr>
          <p:nvPr/>
        </p:nvSpPr>
        <p:spPr bwMode="auto">
          <a:xfrm>
            <a:off x="3124200" y="37639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94" name="Oval 134"/>
          <p:cNvSpPr>
            <a:spLocks noChangeAspect="1" noChangeArrowheads="1"/>
          </p:cNvSpPr>
          <p:nvPr/>
        </p:nvSpPr>
        <p:spPr bwMode="auto">
          <a:xfrm>
            <a:off x="34290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66695" name="Oval 135"/>
          <p:cNvSpPr>
            <a:spLocks noChangeAspect="1" noChangeArrowheads="1"/>
          </p:cNvSpPr>
          <p:nvPr/>
        </p:nvSpPr>
        <p:spPr bwMode="auto">
          <a:xfrm>
            <a:off x="3733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96" name="Oval 136"/>
          <p:cNvSpPr>
            <a:spLocks noChangeAspect="1" noChangeArrowheads="1"/>
          </p:cNvSpPr>
          <p:nvPr/>
        </p:nvSpPr>
        <p:spPr bwMode="auto">
          <a:xfrm>
            <a:off x="4038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97" name="Oval 137"/>
          <p:cNvSpPr>
            <a:spLocks noChangeAspect="1" noChangeArrowheads="1"/>
          </p:cNvSpPr>
          <p:nvPr/>
        </p:nvSpPr>
        <p:spPr bwMode="auto">
          <a:xfrm>
            <a:off x="4343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98" name="Oval 138"/>
          <p:cNvSpPr>
            <a:spLocks noChangeAspect="1" noChangeArrowheads="1"/>
          </p:cNvSpPr>
          <p:nvPr/>
        </p:nvSpPr>
        <p:spPr bwMode="auto">
          <a:xfrm>
            <a:off x="46482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699" name="Oval 139"/>
          <p:cNvSpPr>
            <a:spLocks noChangeAspect="1" noChangeArrowheads="1"/>
          </p:cNvSpPr>
          <p:nvPr/>
        </p:nvSpPr>
        <p:spPr bwMode="auto">
          <a:xfrm>
            <a:off x="49530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00" name="Oval 140"/>
          <p:cNvSpPr>
            <a:spLocks noChangeAspect="1" noChangeArrowheads="1"/>
          </p:cNvSpPr>
          <p:nvPr/>
        </p:nvSpPr>
        <p:spPr bwMode="auto">
          <a:xfrm>
            <a:off x="5257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01" name="Oval 141"/>
          <p:cNvSpPr>
            <a:spLocks noChangeAspect="1" noChangeArrowheads="1"/>
          </p:cNvSpPr>
          <p:nvPr/>
        </p:nvSpPr>
        <p:spPr bwMode="auto">
          <a:xfrm>
            <a:off x="5562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02" name="Oval 142"/>
          <p:cNvSpPr>
            <a:spLocks noChangeAspect="1" noChangeArrowheads="1"/>
          </p:cNvSpPr>
          <p:nvPr/>
        </p:nvSpPr>
        <p:spPr bwMode="auto">
          <a:xfrm>
            <a:off x="5867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03" name="Oval 143"/>
          <p:cNvSpPr>
            <a:spLocks noChangeAspect="1" noChangeArrowheads="1"/>
          </p:cNvSpPr>
          <p:nvPr/>
        </p:nvSpPr>
        <p:spPr bwMode="auto">
          <a:xfrm>
            <a:off x="61722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04" name="Oval 144"/>
          <p:cNvSpPr>
            <a:spLocks noChangeAspect="1" noChangeArrowheads="1"/>
          </p:cNvSpPr>
          <p:nvPr/>
        </p:nvSpPr>
        <p:spPr bwMode="auto">
          <a:xfrm>
            <a:off x="6477000" y="37639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05" name="Oval 145"/>
          <p:cNvSpPr>
            <a:spLocks noChangeAspect="1" noChangeArrowheads="1"/>
          </p:cNvSpPr>
          <p:nvPr/>
        </p:nvSpPr>
        <p:spPr bwMode="auto">
          <a:xfrm>
            <a:off x="6781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06" name="Oval 146"/>
          <p:cNvSpPr>
            <a:spLocks noChangeAspect="1" noChangeArrowheads="1"/>
          </p:cNvSpPr>
          <p:nvPr/>
        </p:nvSpPr>
        <p:spPr bwMode="auto">
          <a:xfrm>
            <a:off x="2209800" y="40687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66707" name="Oval 147"/>
          <p:cNvSpPr>
            <a:spLocks noChangeAspect="1" noChangeArrowheads="1"/>
          </p:cNvSpPr>
          <p:nvPr/>
        </p:nvSpPr>
        <p:spPr bwMode="auto">
          <a:xfrm>
            <a:off x="2514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08" name="Oval 148"/>
          <p:cNvSpPr>
            <a:spLocks noChangeAspect="1" noChangeArrowheads="1"/>
          </p:cNvSpPr>
          <p:nvPr/>
        </p:nvSpPr>
        <p:spPr bwMode="auto">
          <a:xfrm>
            <a:off x="2819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09" name="Oval 149"/>
          <p:cNvSpPr>
            <a:spLocks noChangeAspect="1" noChangeArrowheads="1"/>
          </p:cNvSpPr>
          <p:nvPr/>
        </p:nvSpPr>
        <p:spPr bwMode="auto">
          <a:xfrm>
            <a:off x="3124200" y="40687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10" name="Oval 150"/>
          <p:cNvSpPr>
            <a:spLocks noChangeAspect="1" noChangeArrowheads="1"/>
          </p:cNvSpPr>
          <p:nvPr/>
        </p:nvSpPr>
        <p:spPr bwMode="auto">
          <a:xfrm>
            <a:off x="34290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6711" name="Oval 151"/>
          <p:cNvSpPr>
            <a:spLocks noChangeAspect="1" noChangeArrowheads="1"/>
          </p:cNvSpPr>
          <p:nvPr/>
        </p:nvSpPr>
        <p:spPr bwMode="auto">
          <a:xfrm>
            <a:off x="3733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12" name="Oval 152"/>
          <p:cNvSpPr>
            <a:spLocks noChangeAspect="1" noChangeArrowheads="1"/>
          </p:cNvSpPr>
          <p:nvPr/>
        </p:nvSpPr>
        <p:spPr bwMode="auto">
          <a:xfrm>
            <a:off x="4038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13" name="Oval 153"/>
          <p:cNvSpPr>
            <a:spLocks noChangeAspect="1" noChangeArrowheads="1"/>
          </p:cNvSpPr>
          <p:nvPr/>
        </p:nvSpPr>
        <p:spPr bwMode="auto">
          <a:xfrm>
            <a:off x="4343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14" name="Oval 154"/>
          <p:cNvSpPr>
            <a:spLocks noChangeAspect="1" noChangeArrowheads="1"/>
          </p:cNvSpPr>
          <p:nvPr/>
        </p:nvSpPr>
        <p:spPr bwMode="auto">
          <a:xfrm>
            <a:off x="46482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15" name="Oval 155"/>
          <p:cNvSpPr>
            <a:spLocks noChangeAspect="1" noChangeArrowheads="1"/>
          </p:cNvSpPr>
          <p:nvPr/>
        </p:nvSpPr>
        <p:spPr bwMode="auto">
          <a:xfrm>
            <a:off x="49530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16" name="Oval 156"/>
          <p:cNvSpPr>
            <a:spLocks noChangeAspect="1" noChangeArrowheads="1"/>
          </p:cNvSpPr>
          <p:nvPr/>
        </p:nvSpPr>
        <p:spPr bwMode="auto">
          <a:xfrm>
            <a:off x="5257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17" name="Oval 157"/>
          <p:cNvSpPr>
            <a:spLocks noChangeAspect="1" noChangeArrowheads="1"/>
          </p:cNvSpPr>
          <p:nvPr/>
        </p:nvSpPr>
        <p:spPr bwMode="auto">
          <a:xfrm>
            <a:off x="5562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18" name="Oval 158"/>
          <p:cNvSpPr>
            <a:spLocks noChangeAspect="1" noChangeArrowheads="1"/>
          </p:cNvSpPr>
          <p:nvPr/>
        </p:nvSpPr>
        <p:spPr bwMode="auto">
          <a:xfrm>
            <a:off x="5867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19" name="Oval 159"/>
          <p:cNvSpPr>
            <a:spLocks noChangeAspect="1" noChangeArrowheads="1"/>
          </p:cNvSpPr>
          <p:nvPr/>
        </p:nvSpPr>
        <p:spPr bwMode="auto">
          <a:xfrm>
            <a:off x="61722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20" name="Oval 160"/>
          <p:cNvSpPr>
            <a:spLocks noChangeAspect="1" noChangeArrowheads="1"/>
          </p:cNvSpPr>
          <p:nvPr/>
        </p:nvSpPr>
        <p:spPr bwMode="auto">
          <a:xfrm>
            <a:off x="6477000" y="40687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21" name="Oval 161"/>
          <p:cNvSpPr>
            <a:spLocks noChangeAspect="1" noChangeArrowheads="1"/>
          </p:cNvSpPr>
          <p:nvPr/>
        </p:nvSpPr>
        <p:spPr bwMode="auto">
          <a:xfrm>
            <a:off x="6781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22" name="Oval 162"/>
          <p:cNvSpPr>
            <a:spLocks noChangeAspect="1" noChangeArrowheads="1"/>
          </p:cNvSpPr>
          <p:nvPr/>
        </p:nvSpPr>
        <p:spPr bwMode="auto">
          <a:xfrm>
            <a:off x="2209800" y="43735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66723" name="Oval 163"/>
          <p:cNvSpPr>
            <a:spLocks noChangeAspect="1" noChangeArrowheads="1"/>
          </p:cNvSpPr>
          <p:nvPr/>
        </p:nvSpPr>
        <p:spPr bwMode="auto">
          <a:xfrm>
            <a:off x="25146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24" name="Oval 164"/>
          <p:cNvSpPr>
            <a:spLocks noChangeAspect="1" noChangeArrowheads="1"/>
          </p:cNvSpPr>
          <p:nvPr/>
        </p:nvSpPr>
        <p:spPr bwMode="auto">
          <a:xfrm>
            <a:off x="28194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25" name="Oval 165"/>
          <p:cNvSpPr>
            <a:spLocks noChangeAspect="1" noChangeArrowheads="1"/>
          </p:cNvSpPr>
          <p:nvPr/>
        </p:nvSpPr>
        <p:spPr bwMode="auto">
          <a:xfrm>
            <a:off x="3124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26" name="Oval 166"/>
          <p:cNvSpPr>
            <a:spLocks noChangeAspect="1" noChangeArrowheads="1"/>
          </p:cNvSpPr>
          <p:nvPr/>
        </p:nvSpPr>
        <p:spPr bwMode="auto">
          <a:xfrm>
            <a:off x="3429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27" name="Oval 167"/>
          <p:cNvSpPr>
            <a:spLocks noChangeAspect="1" noChangeArrowheads="1"/>
          </p:cNvSpPr>
          <p:nvPr/>
        </p:nvSpPr>
        <p:spPr bwMode="auto">
          <a:xfrm>
            <a:off x="37338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28" name="Oval 168"/>
          <p:cNvSpPr>
            <a:spLocks noChangeAspect="1" noChangeArrowheads="1"/>
          </p:cNvSpPr>
          <p:nvPr/>
        </p:nvSpPr>
        <p:spPr bwMode="auto">
          <a:xfrm>
            <a:off x="40386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29" name="Oval 169"/>
          <p:cNvSpPr>
            <a:spLocks noChangeAspect="1" noChangeArrowheads="1"/>
          </p:cNvSpPr>
          <p:nvPr/>
        </p:nvSpPr>
        <p:spPr bwMode="auto">
          <a:xfrm>
            <a:off x="43434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30" name="Oval 170"/>
          <p:cNvSpPr>
            <a:spLocks noChangeAspect="1" noChangeArrowheads="1"/>
          </p:cNvSpPr>
          <p:nvPr/>
        </p:nvSpPr>
        <p:spPr bwMode="auto">
          <a:xfrm>
            <a:off x="4648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31" name="Oval 171"/>
          <p:cNvSpPr>
            <a:spLocks noChangeAspect="1" noChangeArrowheads="1"/>
          </p:cNvSpPr>
          <p:nvPr/>
        </p:nvSpPr>
        <p:spPr bwMode="auto">
          <a:xfrm>
            <a:off x="4953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32" name="Oval 172"/>
          <p:cNvSpPr>
            <a:spLocks noChangeAspect="1" noChangeArrowheads="1"/>
          </p:cNvSpPr>
          <p:nvPr/>
        </p:nvSpPr>
        <p:spPr bwMode="auto">
          <a:xfrm>
            <a:off x="52578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33" name="Oval 173"/>
          <p:cNvSpPr>
            <a:spLocks noChangeAspect="1" noChangeArrowheads="1"/>
          </p:cNvSpPr>
          <p:nvPr/>
        </p:nvSpPr>
        <p:spPr bwMode="auto">
          <a:xfrm>
            <a:off x="55626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34" name="Oval 174"/>
          <p:cNvSpPr>
            <a:spLocks noChangeAspect="1" noChangeArrowheads="1"/>
          </p:cNvSpPr>
          <p:nvPr/>
        </p:nvSpPr>
        <p:spPr bwMode="auto">
          <a:xfrm>
            <a:off x="58674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35" name="Oval 175"/>
          <p:cNvSpPr>
            <a:spLocks noChangeAspect="1" noChangeArrowheads="1"/>
          </p:cNvSpPr>
          <p:nvPr/>
        </p:nvSpPr>
        <p:spPr bwMode="auto">
          <a:xfrm>
            <a:off x="6172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36" name="Oval 176"/>
          <p:cNvSpPr>
            <a:spLocks noChangeAspect="1" noChangeArrowheads="1"/>
          </p:cNvSpPr>
          <p:nvPr/>
        </p:nvSpPr>
        <p:spPr bwMode="auto">
          <a:xfrm>
            <a:off x="6477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37" name="Oval 177"/>
          <p:cNvSpPr>
            <a:spLocks noChangeAspect="1" noChangeArrowheads="1"/>
          </p:cNvSpPr>
          <p:nvPr/>
        </p:nvSpPr>
        <p:spPr bwMode="auto">
          <a:xfrm>
            <a:off x="67818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38" name="Oval 178"/>
          <p:cNvSpPr>
            <a:spLocks noChangeAspect="1" noChangeArrowheads="1"/>
          </p:cNvSpPr>
          <p:nvPr/>
        </p:nvSpPr>
        <p:spPr bwMode="auto">
          <a:xfrm>
            <a:off x="2209800" y="46783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0</a:t>
            </a:r>
          </a:p>
        </p:txBody>
      </p:sp>
      <p:sp>
        <p:nvSpPr>
          <p:cNvPr id="66739" name="Oval 179"/>
          <p:cNvSpPr>
            <a:spLocks noChangeAspect="1" noChangeArrowheads="1"/>
          </p:cNvSpPr>
          <p:nvPr/>
        </p:nvSpPr>
        <p:spPr bwMode="auto">
          <a:xfrm>
            <a:off x="2514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40" name="Oval 180"/>
          <p:cNvSpPr>
            <a:spLocks noChangeAspect="1" noChangeArrowheads="1"/>
          </p:cNvSpPr>
          <p:nvPr/>
        </p:nvSpPr>
        <p:spPr bwMode="auto">
          <a:xfrm>
            <a:off x="2819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41" name="Oval 181"/>
          <p:cNvSpPr>
            <a:spLocks noChangeAspect="1" noChangeArrowheads="1"/>
          </p:cNvSpPr>
          <p:nvPr/>
        </p:nvSpPr>
        <p:spPr bwMode="auto">
          <a:xfrm>
            <a:off x="3124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42" name="Oval 182"/>
          <p:cNvSpPr>
            <a:spLocks noChangeAspect="1" noChangeArrowheads="1"/>
          </p:cNvSpPr>
          <p:nvPr/>
        </p:nvSpPr>
        <p:spPr bwMode="auto">
          <a:xfrm>
            <a:off x="3429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43" name="Oval 183"/>
          <p:cNvSpPr>
            <a:spLocks noChangeAspect="1" noChangeArrowheads="1"/>
          </p:cNvSpPr>
          <p:nvPr/>
        </p:nvSpPr>
        <p:spPr bwMode="auto">
          <a:xfrm>
            <a:off x="3733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44" name="Oval 184"/>
          <p:cNvSpPr>
            <a:spLocks noChangeAspect="1" noChangeArrowheads="1"/>
          </p:cNvSpPr>
          <p:nvPr/>
        </p:nvSpPr>
        <p:spPr bwMode="auto">
          <a:xfrm>
            <a:off x="4038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45" name="Oval 185"/>
          <p:cNvSpPr>
            <a:spLocks noChangeAspect="1" noChangeArrowheads="1"/>
          </p:cNvSpPr>
          <p:nvPr/>
        </p:nvSpPr>
        <p:spPr bwMode="auto">
          <a:xfrm>
            <a:off x="4343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46" name="Oval 186"/>
          <p:cNvSpPr>
            <a:spLocks noChangeAspect="1" noChangeArrowheads="1"/>
          </p:cNvSpPr>
          <p:nvPr/>
        </p:nvSpPr>
        <p:spPr bwMode="auto">
          <a:xfrm>
            <a:off x="4648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47" name="Oval 187"/>
          <p:cNvSpPr>
            <a:spLocks noChangeAspect="1" noChangeArrowheads="1"/>
          </p:cNvSpPr>
          <p:nvPr/>
        </p:nvSpPr>
        <p:spPr bwMode="auto">
          <a:xfrm>
            <a:off x="4953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48" name="Oval 188"/>
          <p:cNvSpPr>
            <a:spLocks noChangeAspect="1" noChangeArrowheads="1"/>
          </p:cNvSpPr>
          <p:nvPr/>
        </p:nvSpPr>
        <p:spPr bwMode="auto">
          <a:xfrm>
            <a:off x="5257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49" name="Oval 189"/>
          <p:cNvSpPr>
            <a:spLocks noChangeAspect="1" noChangeArrowheads="1"/>
          </p:cNvSpPr>
          <p:nvPr/>
        </p:nvSpPr>
        <p:spPr bwMode="auto">
          <a:xfrm>
            <a:off x="5562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50" name="Oval 190"/>
          <p:cNvSpPr>
            <a:spLocks noChangeAspect="1" noChangeArrowheads="1"/>
          </p:cNvSpPr>
          <p:nvPr/>
        </p:nvSpPr>
        <p:spPr bwMode="auto">
          <a:xfrm>
            <a:off x="5867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51" name="Oval 191"/>
          <p:cNvSpPr>
            <a:spLocks noChangeAspect="1" noChangeArrowheads="1"/>
          </p:cNvSpPr>
          <p:nvPr/>
        </p:nvSpPr>
        <p:spPr bwMode="auto">
          <a:xfrm>
            <a:off x="6172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52" name="Oval 192"/>
          <p:cNvSpPr>
            <a:spLocks noChangeAspect="1" noChangeArrowheads="1"/>
          </p:cNvSpPr>
          <p:nvPr/>
        </p:nvSpPr>
        <p:spPr bwMode="auto">
          <a:xfrm>
            <a:off x="6477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53" name="Oval 193"/>
          <p:cNvSpPr>
            <a:spLocks noChangeAspect="1" noChangeArrowheads="1"/>
          </p:cNvSpPr>
          <p:nvPr/>
        </p:nvSpPr>
        <p:spPr bwMode="auto">
          <a:xfrm>
            <a:off x="6781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6754" name="Oval 194"/>
          <p:cNvSpPr>
            <a:spLocks noChangeAspect="1" noChangeArrowheads="1"/>
          </p:cNvSpPr>
          <p:nvPr/>
        </p:nvSpPr>
        <p:spPr bwMode="auto">
          <a:xfrm>
            <a:off x="2209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6755" name="Oval 195"/>
          <p:cNvSpPr>
            <a:spLocks noChangeAspect="1" noChangeArrowheads="1"/>
          </p:cNvSpPr>
          <p:nvPr/>
        </p:nvSpPr>
        <p:spPr bwMode="auto">
          <a:xfrm>
            <a:off x="2514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0</a:t>
            </a:r>
          </a:p>
        </p:txBody>
      </p:sp>
      <p:sp>
        <p:nvSpPr>
          <p:cNvPr id="66756" name="Oval 196"/>
          <p:cNvSpPr>
            <a:spLocks noChangeAspect="1" noChangeArrowheads="1"/>
          </p:cNvSpPr>
          <p:nvPr/>
        </p:nvSpPr>
        <p:spPr bwMode="auto">
          <a:xfrm>
            <a:off x="2819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66757" name="Oval 197"/>
          <p:cNvSpPr>
            <a:spLocks noChangeAspect="1" noChangeArrowheads="1"/>
          </p:cNvSpPr>
          <p:nvPr/>
        </p:nvSpPr>
        <p:spPr bwMode="auto">
          <a:xfrm>
            <a:off x="3124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66758" name="Oval 198"/>
          <p:cNvSpPr>
            <a:spLocks noChangeAspect="1" noChangeArrowheads="1"/>
          </p:cNvSpPr>
          <p:nvPr/>
        </p:nvSpPr>
        <p:spPr bwMode="auto">
          <a:xfrm>
            <a:off x="3429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66759" name="Oval 199"/>
          <p:cNvSpPr>
            <a:spLocks noChangeAspect="1" noChangeArrowheads="1"/>
          </p:cNvSpPr>
          <p:nvPr/>
        </p:nvSpPr>
        <p:spPr bwMode="auto">
          <a:xfrm>
            <a:off x="3733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66760" name="Oval 200"/>
          <p:cNvSpPr>
            <a:spLocks noChangeAspect="1" noChangeArrowheads="1"/>
          </p:cNvSpPr>
          <p:nvPr/>
        </p:nvSpPr>
        <p:spPr bwMode="auto">
          <a:xfrm>
            <a:off x="4038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66761" name="Oval 201"/>
          <p:cNvSpPr>
            <a:spLocks noChangeAspect="1" noChangeArrowheads="1"/>
          </p:cNvSpPr>
          <p:nvPr/>
        </p:nvSpPr>
        <p:spPr bwMode="auto">
          <a:xfrm>
            <a:off x="4343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66762" name="Oval 202"/>
          <p:cNvSpPr>
            <a:spLocks noChangeAspect="1" noChangeArrowheads="1"/>
          </p:cNvSpPr>
          <p:nvPr/>
        </p:nvSpPr>
        <p:spPr bwMode="auto">
          <a:xfrm>
            <a:off x="4648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66763" name="Oval 203"/>
          <p:cNvSpPr>
            <a:spLocks noChangeAspect="1" noChangeArrowheads="1"/>
          </p:cNvSpPr>
          <p:nvPr/>
        </p:nvSpPr>
        <p:spPr bwMode="auto">
          <a:xfrm>
            <a:off x="4953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66764" name="Oval 204"/>
          <p:cNvSpPr>
            <a:spLocks noChangeAspect="1" noChangeArrowheads="1"/>
          </p:cNvSpPr>
          <p:nvPr/>
        </p:nvSpPr>
        <p:spPr bwMode="auto">
          <a:xfrm>
            <a:off x="5257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66765" name="Oval 205"/>
          <p:cNvSpPr>
            <a:spLocks noChangeAspect="1" noChangeArrowheads="1"/>
          </p:cNvSpPr>
          <p:nvPr/>
        </p:nvSpPr>
        <p:spPr bwMode="auto">
          <a:xfrm>
            <a:off x="5562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66766" name="Oval 206"/>
          <p:cNvSpPr>
            <a:spLocks noChangeAspect="1" noChangeArrowheads="1"/>
          </p:cNvSpPr>
          <p:nvPr/>
        </p:nvSpPr>
        <p:spPr bwMode="auto">
          <a:xfrm>
            <a:off x="5867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66767" name="Oval 207"/>
          <p:cNvSpPr>
            <a:spLocks noChangeAspect="1" noChangeArrowheads="1"/>
          </p:cNvSpPr>
          <p:nvPr/>
        </p:nvSpPr>
        <p:spPr bwMode="auto">
          <a:xfrm>
            <a:off x="6172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12</a:t>
            </a:r>
          </a:p>
        </p:txBody>
      </p:sp>
      <p:sp>
        <p:nvSpPr>
          <p:cNvPr id="66768" name="Oval 208"/>
          <p:cNvSpPr>
            <a:spLocks noChangeAspect="1" noChangeArrowheads="1"/>
          </p:cNvSpPr>
          <p:nvPr/>
        </p:nvSpPr>
        <p:spPr bwMode="auto">
          <a:xfrm>
            <a:off x="6477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13</a:t>
            </a:r>
          </a:p>
        </p:txBody>
      </p:sp>
      <p:sp>
        <p:nvSpPr>
          <p:cNvPr id="66769" name="Oval 209"/>
          <p:cNvSpPr>
            <a:spLocks noChangeAspect="1" noChangeArrowheads="1"/>
          </p:cNvSpPr>
          <p:nvPr/>
        </p:nvSpPr>
        <p:spPr bwMode="auto">
          <a:xfrm>
            <a:off x="6781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14</a:t>
            </a:r>
          </a:p>
        </p:txBody>
      </p:sp>
      <p:graphicFrame>
        <p:nvGraphicFramePr>
          <p:cNvPr id="66770" name="Group 210"/>
          <p:cNvGraphicFramePr>
            <a:graphicFrameLocks noGrp="1"/>
          </p:cNvGraphicFramePr>
          <p:nvPr/>
        </p:nvGraphicFramePr>
        <p:xfrm>
          <a:off x="7543800" y="2362200"/>
          <a:ext cx="457200" cy="1828800"/>
        </p:xfrm>
        <a:graphic>
          <a:graphicData uri="http://schemas.openxmlformats.org/drawingml/2006/table">
            <a:tbl>
              <a:tblPr/>
              <a:tblGrid>
                <a:gridCol w="4572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6788" name="Text Box 228"/>
          <p:cNvSpPr txBox="1">
            <a:spLocks noChangeArrowheads="1"/>
          </p:cNvSpPr>
          <p:nvPr/>
        </p:nvSpPr>
        <p:spPr bwMode="auto">
          <a:xfrm>
            <a:off x="342900" y="228600"/>
            <a:ext cx="845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2800" b="1">
                <a:solidFill>
                  <a:schemeClr val="accent2"/>
                </a:solidFill>
                <a:latin typeface="Arial" charset="0"/>
              </a:rPr>
              <a:t>Span Flood-Fill</a:t>
            </a:r>
            <a:r>
              <a:rPr lang="en-US" altLang="en-US" sz="3200" b="1">
                <a:solidFill>
                  <a:schemeClr val="accent2"/>
                </a:solidFill>
                <a:latin typeface="Arial" charset="0"/>
              </a:rPr>
              <a:t> Algorithm (</a:t>
            </a:r>
            <a:r>
              <a:rPr lang="en-US" altLang="en-US" sz="3200" b="1">
                <a:solidFill>
                  <a:srgbClr val="FF0000"/>
                </a:solidFill>
                <a:latin typeface="Arial" charset="0"/>
              </a:rPr>
              <a:t>example</a:t>
            </a:r>
            <a:r>
              <a:rPr lang="en-US" altLang="en-US" sz="3200" b="1">
                <a:solidFill>
                  <a:schemeClr val="accent2"/>
                </a:solidFill>
                <a:latin typeface="Arial" charset="0"/>
              </a:rPr>
              <a:t>)</a:t>
            </a:r>
            <a:endParaRPr lang="en-US" altLang="en-US" sz="2800">
              <a:latin typeface="Arial" charset="0"/>
              <a:cs typeface="Arial"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Slide Number Placeholder 3"/>
          <p:cNvSpPr>
            <a:spLocks noGrp="1"/>
          </p:cNvSpPr>
          <p:nvPr>
            <p:ph type="sldNum" sz="quarter" idx="12"/>
          </p:nvPr>
        </p:nvSpPr>
        <p:spPr/>
        <p:txBody>
          <a:bodyPr/>
          <a:lstStyle/>
          <a:p>
            <a:fld id="{CD43A316-46F7-42E4-8DF3-789CF61ED719}" type="slidenum">
              <a:rPr lang="en-US" altLang="en-US"/>
              <a:pPr/>
              <a:t>59</a:t>
            </a:fld>
            <a:endParaRPr lang="en-US" altLang="en-US"/>
          </a:p>
        </p:txBody>
      </p:sp>
      <p:sp>
        <p:nvSpPr>
          <p:cNvPr id="67586" name="Oval 2"/>
          <p:cNvSpPr>
            <a:spLocks noChangeAspect="1" noChangeArrowheads="1"/>
          </p:cNvSpPr>
          <p:nvPr/>
        </p:nvSpPr>
        <p:spPr bwMode="auto">
          <a:xfrm>
            <a:off x="2179638" y="13255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67587" name="Oval 3"/>
          <p:cNvSpPr>
            <a:spLocks noChangeAspect="1" noChangeArrowheads="1"/>
          </p:cNvSpPr>
          <p:nvPr/>
        </p:nvSpPr>
        <p:spPr bwMode="auto">
          <a:xfrm>
            <a:off x="2484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588" name="Oval 4"/>
          <p:cNvSpPr>
            <a:spLocks noChangeAspect="1" noChangeArrowheads="1"/>
          </p:cNvSpPr>
          <p:nvPr/>
        </p:nvSpPr>
        <p:spPr bwMode="auto">
          <a:xfrm>
            <a:off x="2789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589" name="Oval 5"/>
          <p:cNvSpPr>
            <a:spLocks noChangeAspect="1" noChangeArrowheads="1"/>
          </p:cNvSpPr>
          <p:nvPr/>
        </p:nvSpPr>
        <p:spPr bwMode="auto">
          <a:xfrm>
            <a:off x="3094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590" name="Oval 6"/>
          <p:cNvSpPr>
            <a:spLocks noChangeAspect="1" noChangeArrowheads="1"/>
          </p:cNvSpPr>
          <p:nvPr/>
        </p:nvSpPr>
        <p:spPr bwMode="auto">
          <a:xfrm>
            <a:off x="3398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591" name="Oval 7"/>
          <p:cNvSpPr>
            <a:spLocks noChangeAspect="1" noChangeArrowheads="1"/>
          </p:cNvSpPr>
          <p:nvPr/>
        </p:nvSpPr>
        <p:spPr bwMode="auto">
          <a:xfrm>
            <a:off x="3703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592" name="Oval 8"/>
          <p:cNvSpPr>
            <a:spLocks noChangeAspect="1" noChangeArrowheads="1"/>
          </p:cNvSpPr>
          <p:nvPr/>
        </p:nvSpPr>
        <p:spPr bwMode="auto">
          <a:xfrm>
            <a:off x="4008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593" name="Oval 9"/>
          <p:cNvSpPr>
            <a:spLocks noChangeAspect="1" noChangeArrowheads="1"/>
          </p:cNvSpPr>
          <p:nvPr/>
        </p:nvSpPr>
        <p:spPr bwMode="auto">
          <a:xfrm>
            <a:off x="4313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594" name="Oval 10"/>
          <p:cNvSpPr>
            <a:spLocks noChangeAspect="1" noChangeArrowheads="1"/>
          </p:cNvSpPr>
          <p:nvPr/>
        </p:nvSpPr>
        <p:spPr bwMode="auto">
          <a:xfrm>
            <a:off x="4618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595" name="Oval 11"/>
          <p:cNvSpPr>
            <a:spLocks noChangeAspect="1" noChangeArrowheads="1"/>
          </p:cNvSpPr>
          <p:nvPr/>
        </p:nvSpPr>
        <p:spPr bwMode="auto">
          <a:xfrm>
            <a:off x="4922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596" name="Oval 12"/>
          <p:cNvSpPr>
            <a:spLocks noChangeAspect="1" noChangeArrowheads="1"/>
          </p:cNvSpPr>
          <p:nvPr/>
        </p:nvSpPr>
        <p:spPr bwMode="auto">
          <a:xfrm>
            <a:off x="5227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597" name="Oval 13"/>
          <p:cNvSpPr>
            <a:spLocks noChangeAspect="1" noChangeArrowheads="1"/>
          </p:cNvSpPr>
          <p:nvPr/>
        </p:nvSpPr>
        <p:spPr bwMode="auto">
          <a:xfrm>
            <a:off x="5532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598" name="Oval 14"/>
          <p:cNvSpPr>
            <a:spLocks noChangeAspect="1" noChangeArrowheads="1"/>
          </p:cNvSpPr>
          <p:nvPr/>
        </p:nvSpPr>
        <p:spPr bwMode="auto">
          <a:xfrm>
            <a:off x="5837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599" name="Oval 15"/>
          <p:cNvSpPr>
            <a:spLocks noChangeAspect="1" noChangeArrowheads="1"/>
          </p:cNvSpPr>
          <p:nvPr/>
        </p:nvSpPr>
        <p:spPr bwMode="auto">
          <a:xfrm>
            <a:off x="6142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00" name="Oval 16"/>
          <p:cNvSpPr>
            <a:spLocks noChangeAspect="1" noChangeArrowheads="1"/>
          </p:cNvSpPr>
          <p:nvPr/>
        </p:nvSpPr>
        <p:spPr bwMode="auto">
          <a:xfrm>
            <a:off x="6446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01" name="Oval 17"/>
          <p:cNvSpPr>
            <a:spLocks noChangeAspect="1" noChangeArrowheads="1"/>
          </p:cNvSpPr>
          <p:nvPr/>
        </p:nvSpPr>
        <p:spPr bwMode="auto">
          <a:xfrm>
            <a:off x="6751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02" name="Oval 18"/>
          <p:cNvSpPr>
            <a:spLocks noChangeAspect="1" noChangeArrowheads="1"/>
          </p:cNvSpPr>
          <p:nvPr/>
        </p:nvSpPr>
        <p:spPr bwMode="auto">
          <a:xfrm>
            <a:off x="2179638" y="16303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67603" name="Oval 19"/>
          <p:cNvSpPr>
            <a:spLocks noChangeAspect="1" noChangeArrowheads="1"/>
          </p:cNvSpPr>
          <p:nvPr/>
        </p:nvSpPr>
        <p:spPr bwMode="auto">
          <a:xfrm>
            <a:off x="24844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04" name="Oval 20"/>
          <p:cNvSpPr>
            <a:spLocks noChangeAspect="1" noChangeArrowheads="1"/>
          </p:cNvSpPr>
          <p:nvPr/>
        </p:nvSpPr>
        <p:spPr bwMode="auto">
          <a:xfrm>
            <a:off x="27892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05" name="Oval 21"/>
          <p:cNvSpPr>
            <a:spLocks noChangeAspect="1" noChangeArrowheads="1"/>
          </p:cNvSpPr>
          <p:nvPr/>
        </p:nvSpPr>
        <p:spPr bwMode="auto">
          <a:xfrm>
            <a:off x="30940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06" name="Oval 22"/>
          <p:cNvSpPr>
            <a:spLocks noChangeAspect="1" noChangeArrowheads="1"/>
          </p:cNvSpPr>
          <p:nvPr/>
        </p:nvSpPr>
        <p:spPr bwMode="auto">
          <a:xfrm>
            <a:off x="33988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07" name="Oval 23"/>
          <p:cNvSpPr>
            <a:spLocks noChangeAspect="1" noChangeArrowheads="1"/>
          </p:cNvSpPr>
          <p:nvPr/>
        </p:nvSpPr>
        <p:spPr bwMode="auto">
          <a:xfrm>
            <a:off x="37036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08" name="Oval 24"/>
          <p:cNvSpPr>
            <a:spLocks noChangeAspect="1" noChangeArrowheads="1"/>
          </p:cNvSpPr>
          <p:nvPr/>
        </p:nvSpPr>
        <p:spPr bwMode="auto">
          <a:xfrm>
            <a:off x="40084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09" name="Oval 25"/>
          <p:cNvSpPr>
            <a:spLocks noChangeAspect="1" noChangeArrowheads="1"/>
          </p:cNvSpPr>
          <p:nvPr/>
        </p:nvSpPr>
        <p:spPr bwMode="auto">
          <a:xfrm>
            <a:off x="43132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10" name="Oval 26"/>
          <p:cNvSpPr>
            <a:spLocks noChangeAspect="1" noChangeArrowheads="1"/>
          </p:cNvSpPr>
          <p:nvPr/>
        </p:nvSpPr>
        <p:spPr bwMode="auto">
          <a:xfrm>
            <a:off x="46180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11" name="Oval 27"/>
          <p:cNvSpPr>
            <a:spLocks noChangeAspect="1" noChangeArrowheads="1"/>
          </p:cNvSpPr>
          <p:nvPr/>
        </p:nvSpPr>
        <p:spPr bwMode="auto">
          <a:xfrm>
            <a:off x="49228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12" name="Oval 28"/>
          <p:cNvSpPr>
            <a:spLocks noChangeAspect="1" noChangeArrowheads="1"/>
          </p:cNvSpPr>
          <p:nvPr/>
        </p:nvSpPr>
        <p:spPr bwMode="auto">
          <a:xfrm>
            <a:off x="52276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13" name="Oval 29"/>
          <p:cNvSpPr>
            <a:spLocks noChangeAspect="1" noChangeArrowheads="1"/>
          </p:cNvSpPr>
          <p:nvPr/>
        </p:nvSpPr>
        <p:spPr bwMode="auto">
          <a:xfrm>
            <a:off x="55324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14" name="Oval 30"/>
          <p:cNvSpPr>
            <a:spLocks noChangeAspect="1" noChangeArrowheads="1"/>
          </p:cNvSpPr>
          <p:nvPr/>
        </p:nvSpPr>
        <p:spPr bwMode="auto">
          <a:xfrm>
            <a:off x="58372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15" name="Oval 31"/>
          <p:cNvSpPr>
            <a:spLocks noChangeAspect="1" noChangeArrowheads="1"/>
          </p:cNvSpPr>
          <p:nvPr/>
        </p:nvSpPr>
        <p:spPr bwMode="auto">
          <a:xfrm>
            <a:off x="61420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16" name="Oval 32"/>
          <p:cNvSpPr>
            <a:spLocks noChangeAspect="1" noChangeArrowheads="1"/>
          </p:cNvSpPr>
          <p:nvPr/>
        </p:nvSpPr>
        <p:spPr bwMode="auto">
          <a:xfrm>
            <a:off x="64468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17" name="Oval 33"/>
          <p:cNvSpPr>
            <a:spLocks noChangeAspect="1" noChangeArrowheads="1"/>
          </p:cNvSpPr>
          <p:nvPr/>
        </p:nvSpPr>
        <p:spPr bwMode="auto">
          <a:xfrm>
            <a:off x="67516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18" name="Oval 34"/>
          <p:cNvSpPr>
            <a:spLocks noChangeAspect="1" noChangeArrowheads="1"/>
          </p:cNvSpPr>
          <p:nvPr/>
        </p:nvSpPr>
        <p:spPr bwMode="auto">
          <a:xfrm>
            <a:off x="2179638" y="19351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67619" name="Oval 35"/>
          <p:cNvSpPr>
            <a:spLocks noChangeAspect="1" noChangeArrowheads="1"/>
          </p:cNvSpPr>
          <p:nvPr/>
        </p:nvSpPr>
        <p:spPr bwMode="auto">
          <a:xfrm>
            <a:off x="24844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20" name="Oval 36"/>
          <p:cNvSpPr>
            <a:spLocks noChangeAspect="1" noChangeArrowheads="1"/>
          </p:cNvSpPr>
          <p:nvPr/>
        </p:nvSpPr>
        <p:spPr bwMode="auto">
          <a:xfrm>
            <a:off x="27892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21" name="Oval 37"/>
          <p:cNvSpPr>
            <a:spLocks noChangeAspect="1" noChangeArrowheads="1"/>
          </p:cNvSpPr>
          <p:nvPr/>
        </p:nvSpPr>
        <p:spPr bwMode="auto">
          <a:xfrm>
            <a:off x="30940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22" name="Oval 38"/>
          <p:cNvSpPr>
            <a:spLocks noChangeAspect="1" noChangeArrowheads="1"/>
          </p:cNvSpPr>
          <p:nvPr/>
        </p:nvSpPr>
        <p:spPr bwMode="auto">
          <a:xfrm>
            <a:off x="3398838" y="19351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67623" name="Oval 39"/>
          <p:cNvSpPr>
            <a:spLocks noChangeAspect="1" noChangeArrowheads="1"/>
          </p:cNvSpPr>
          <p:nvPr/>
        </p:nvSpPr>
        <p:spPr bwMode="auto">
          <a:xfrm>
            <a:off x="3703638" y="19351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24" name="Oval 40"/>
          <p:cNvSpPr>
            <a:spLocks noChangeAspect="1" noChangeArrowheads="1"/>
          </p:cNvSpPr>
          <p:nvPr/>
        </p:nvSpPr>
        <p:spPr bwMode="auto">
          <a:xfrm>
            <a:off x="40084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25" name="Oval 41"/>
          <p:cNvSpPr>
            <a:spLocks noChangeAspect="1" noChangeArrowheads="1"/>
          </p:cNvSpPr>
          <p:nvPr/>
        </p:nvSpPr>
        <p:spPr bwMode="auto">
          <a:xfrm>
            <a:off x="43132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26" name="Oval 42"/>
          <p:cNvSpPr>
            <a:spLocks noChangeAspect="1" noChangeArrowheads="1"/>
          </p:cNvSpPr>
          <p:nvPr/>
        </p:nvSpPr>
        <p:spPr bwMode="auto">
          <a:xfrm>
            <a:off x="46180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27" name="Oval 43"/>
          <p:cNvSpPr>
            <a:spLocks noChangeAspect="1" noChangeArrowheads="1"/>
          </p:cNvSpPr>
          <p:nvPr/>
        </p:nvSpPr>
        <p:spPr bwMode="auto">
          <a:xfrm>
            <a:off x="49228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28" name="Oval 44"/>
          <p:cNvSpPr>
            <a:spLocks noChangeAspect="1" noChangeArrowheads="1"/>
          </p:cNvSpPr>
          <p:nvPr/>
        </p:nvSpPr>
        <p:spPr bwMode="auto">
          <a:xfrm>
            <a:off x="5227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29" name="Oval 45"/>
          <p:cNvSpPr>
            <a:spLocks noChangeAspect="1" noChangeArrowheads="1"/>
          </p:cNvSpPr>
          <p:nvPr/>
        </p:nvSpPr>
        <p:spPr bwMode="auto">
          <a:xfrm>
            <a:off x="55324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30" name="Oval 46"/>
          <p:cNvSpPr>
            <a:spLocks noChangeAspect="1" noChangeArrowheads="1"/>
          </p:cNvSpPr>
          <p:nvPr/>
        </p:nvSpPr>
        <p:spPr bwMode="auto">
          <a:xfrm>
            <a:off x="5837238" y="19351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67631" name="Oval 47"/>
          <p:cNvSpPr>
            <a:spLocks noChangeAspect="1" noChangeArrowheads="1"/>
          </p:cNvSpPr>
          <p:nvPr/>
        </p:nvSpPr>
        <p:spPr bwMode="auto">
          <a:xfrm>
            <a:off x="6142038" y="19351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32" name="Oval 48"/>
          <p:cNvSpPr>
            <a:spLocks noChangeAspect="1" noChangeArrowheads="1"/>
          </p:cNvSpPr>
          <p:nvPr/>
        </p:nvSpPr>
        <p:spPr bwMode="auto">
          <a:xfrm>
            <a:off x="64468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33" name="Oval 49"/>
          <p:cNvSpPr>
            <a:spLocks noChangeAspect="1" noChangeArrowheads="1"/>
          </p:cNvSpPr>
          <p:nvPr/>
        </p:nvSpPr>
        <p:spPr bwMode="auto">
          <a:xfrm>
            <a:off x="6751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34" name="Oval 50"/>
          <p:cNvSpPr>
            <a:spLocks noChangeAspect="1" noChangeArrowheads="1"/>
          </p:cNvSpPr>
          <p:nvPr/>
        </p:nvSpPr>
        <p:spPr bwMode="auto">
          <a:xfrm>
            <a:off x="2179638" y="22399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67635" name="Oval 51"/>
          <p:cNvSpPr>
            <a:spLocks noChangeAspect="1" noChangeArrowheads="1"/>
          </p:cNvSpPr>
          <p:nvPr/>
        </p:nvSpPr>
        <p:spPr bwMode="auto">
          <a:xfrm>
            <a:off x="24844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36" name="Oval 52"/>
          <p:cNvSpPr>
            <a:spLocks noChangeAspect="1" noChangeArrowheads="1"/>
          </p:cNvSpPr>
          <p:nvPr/>
        </p:nvSpPr>
        <p:spPr bwMode="auto">
          <a:xfrm>
            <a:off x="27892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37" name="Oval 53"/>
          <p:cNvSpPr>
            <a:spLocks noChangeAspect="1" noChangeArrowheads="1"/>
          </p:cNvSpPr>
          <p:nvPr/>
        </p:nvSpPr>
        <p:spPr bwMode="auto">
          <a:xfrm>
            <a:off x="30940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38" name="Oval 54"/>
          <p:cNvSpPr>
            <a:spLocks noChangeAspect="1" noChangeArrowheads="1"/>
          </p:cNvSpPr>
          <p:nvPr/>
        </p:nvSpPr>
        <p:spPr bwMode="auto">
          <a:xfrm>
            <a:off x="33988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67639" name="Oval 55"/>
          <p:cNvSpPr>
            <a:spLocks noChangeAspect="1" noChangeArrowheads="1"/>
          </p:cNvSpPr>
          <p:nvPr/>
        </p:nvSpPr>
        <p:spPr bwMode="auto">
          <a:xfrm>
            <a:off x="37036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40" name="Oval 56"/>
          <p:cNvSpPr>
            <a:spLocks noChangeAspect="1" noChangeArrowheads="1"/>
          </p:cNvSpPr>
          <p:nvPr/>
        </p:nvSpPr>
        <p:spPr bwMode="auto">
          <a:xfrm>
            <a:off x="40084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41" name="Oval 57"/>
          <p:cNvSpPr>
            <a:spLocks noChangeAspect="1" noChangeArrowheads="1"/>
          </p:cNvSpPr>
          <p:nvPr/>
        </p:nvSpPr>
        <p:spPr bwMode="auto">
          <a:xfrm>
            <a:off x="43132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42" name="Oval 58"/>
          <p:cNvSpPr>
            <a:spLocks noChangeAspect="1" noChangeArrowheads="1"/>
          </p:cNvSpPr>
          <p:nvPr/>
        </p:nvSpPr>
        <p:spPr bwMode="auto">
          <a:xfrm>
            <a:off x="46180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43" name="Oval 59"/>
          <p:cNvSpPr>
            <a:spLocks noChangeAspect="1" noChangeArrowheads="1"/>
          </p:cNvSpPr>
          <p:nvPr/>
        </p:nvSpPr>
        <p:spPr bwMode="auto">
          <a:xfrm>
            <a:off x="49228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44" name="Oval 60"/>
          <p:cNvSpPr>
            <a:spLocks noChangeAspect="1" noChangeArrowheads="1"/>
          </p:cNvSpPr>
          <p:nvPr/>
        </p:nvSpPr>
        <p:spPr bwMode="auto">
          <a:xfrm>
            <a:off x="52276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45" name="Oval 61"/>
          <p:cNvSpPr>
            <a:spLocks noChangeAspect="1" noChangeArrowheads="1"/>
          </p:cNvSpPr>
          <p:nvPr/>
        </p:nvSpPr>
        <p:spPr bwMode="auto">
          <a:xfrm>
            <a:off x="55324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67646" name="Oval 62"/>
          <p:cNvSpPr>
            <a:spLocks noChangeAspect="1" noChangeArrowheads="1"/>
          </p:cNvSpPr>
          <p:nvPr/>
        </p:nvSpPr>
        <p:spPr bwMode="auto">
          <a:xfrm>
            <a:off x="58372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47" name="Oval 63"/>
          <p:cNvSpPr>
            <a:spLocks noChangeAspect="1" noChangeArrowheads="1"/>
          </p:cNvSpPr>
          <p:nvPr/>
        </p:nvSpPr>
        <p:spPr bwMode="auto">
          <a:xfrm>
            <a:off x="61420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48" name="Oval 64"/>
          <p:cNvSpPr>
            <a:spLocks noChangeAspect="1" noChangeArrowheads="1"/>
          </p:cNvSpPr>
          <p:nvPr/>
        </p:nvSpPr>
        <p:spPr bwMode="auto">
          <a:xfrm>
            <a:off x="64468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49" name="Oval 65"/>
          <p:cNvSpPr>
            <a:spLocks noChangeAspect="1" noChangeArrowheads="1"/>
          </p:cNvSpPr>
          <p:nvPr/>
        </p:nvSpPr>
        <p:spPr bwMode="auto">
          <a:xfrm>
            <a:off x="67516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50" name="Oval 66"/>
          <p:cNvSpPr>
            <a:spLocks noChangeAspect="1" noChangeArrowheads="1"/>
          </p:cNvSpPr>
          <p:nvPr/>
        </p:nvSpPr>
        <p:spPr bwMode="auto">
          <a:xfrm>
            <a:off x="2179638" y="25447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67651" name="Oval 67"/>
          <p:cNvSpPr>
            <a:spLocks noChangeAspect="1" noChangeArrowheads="1"/>
          </p:cNvSpPr>
          <p:nvPr/>
        </p:nvSpPr>
        <p:spPr bwMode="auto">
          <a:xfrm>
            <a:off x="24844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52" name="Oval 68"/>
          <p:cNvSpPr>
            <a:spLocks noChangeAspect="1" noChangeArrowheads="1"/>
          </p:cNvSpPr>
          <p:nvPr/>
        </p:nvSpPr>
        <p:spPr bwMode="auto">
          <a:xfrm>
            <a:off x="27892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53" name="Oval 69"/>
          <p:cNvSpPr>
            <a:spLocks noChangeAspect="1" noChangeArrowheads="1"/>
          </p:cNvSpPr>
          <p:nvPr/>
        </p:nvSpPr>
        <p:spPr bwMode="auto">
          <a:xfrm>
            <a:off x="3094038" y="25447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54" name="Oval 70"/>
          <p:cNvSpPr>
            <a:spLocks noChangeAspect="1" noChangeArrowheads="1"/>
          </p:cNvSpPr>
          <p:nvPr/>
        </p:nvSpPr>
        <p:spPr bwMode="auto">
          <a:xfrm>
            <a:off x="33988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67655" name="Oval 71"/>
          <p:cNvSpPr>
            <a:spLocks noChangeAspect="1" noChangeArrowheads="1"/>
          </p:cNvSpPr>
          <p:nvPr/>
        </p:nvSpPr>
        <p:spPr bwMode="auto">
          <a:xfrm>
            <a:off x="37036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56" name="Oval 72"/>
          <p:cNvSpPr>
            <a:spLocks noChangeAspect="1" noChangeArrowheads="1"/>
          </p:cNvSpPr>
          <p:nvPr/>
        </p:nvSpPr>
        <p:spPr bwMode="auto">
          <a:xfrm>
            <a:off x="40084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57" name="Oval 73"/>
          <p:cNvSpPr>
            <a:spLocks noChangeAspect="1" noChangeArrowheads="1"/>
          </p:cNvSpPr>
          <p:nvPr/>
        </p:nvSpPr>
        <p:spPr bwMode="auto">
          <a:xfrm>
            <a:off x="43132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58" name="Oval 74"/>
          <p:cNvSpPr>
            <a:spLocks noChangeAspect="1" noChangeArrowheads="1"/>
          </p:cNvSpPr>
          <p:nvPr/>
        </p:nvSpPr>
        <p:spPr bwMode="auto">
          <a:xfrm>
            <a:off x="46180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59" name="Oval 75"/>
          <p:cNvSpPr>
            <a:spLocks noChangeAspect="1" noChangeArrowheads="1"/>
          </p:cNvSpPr>
          <p:nvPr/>
        </p:nvSpPr>
        <p:spPr bwMode="auto">
          <a:xfrm>
            <a:off x="49228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60" name="Oval 76"/>
          <p:cNvSpPr>
            <a:spLocks noChangeAspect="1" noChangeArrowheads="1"/>
          </p:cNvSpPr>
          <p:nvPr/>
        </p:nvSpPr>
        <p:spPr bwMode="auto">
          <a:xfrm>
            <a:off x="52276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61" name="Oval 77"/>
          <p:cNvSpPr>
            <a:spLocks noChangeAspect="1" noChangeArrowheads="1"/>
          </p:cNvSpPr>
          <p:nvPr/>
        </p:nvSpPr>
        <p:spPr bwMode="auto">
          <a:xfrm>
            <a:off x="55324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62" name="Oval 78"/>
          <p:cNvSpPr>
            <a:spLocks noChangeAspect="1" noChangeArrowheads="1"/>
          </p:cNvSpPr>
          <p:nvPr/>
        </p:nvSpPr>
        <p:spPr bwMode="auto">
          <a:xfrm>
            <a:off x="58372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63" name="Oval 79"/>
          <p:cNvSpPr>
            <a:spLocks noChangeAspect="1" noChangeArrowheads="1"/>
          </p:cNvSpPr>
          <p:nvPr/>
        </p:nvSpPr>
        <p:spPr bwMode="auto">
          <a:xfrm>
            <a:off x="61420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64" name="Oval 80"/>
          <p:cNvSpPr>
            <a:spLocks noChangeAspect="1" noChangeArrowheads="1"/>
          </p:cNvSpPr>
          <p:nvPr/>
        </p:nvSpPr>
        <p:spPr bwMode="auto">
          <a:xfrm>
            <a:off x="6446838" y="25447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65" name="Oval 81"/>
          <p:cNvSpPr>
            <a:spLocks noChangeAspect="1" noChangeArrowheads="1"/>
          </p:cNvSpPr>
          <p:nvPr/>
        </p:nvSpPr>
        <p:spPr bwMode="auto">
          <a:xfrm>
            <a:off x="67516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66" name="Oval 82"/>
          <p:cNvSpPr>
            <a:spLocks noChangeAspect="1" noChangeArrowheads="1"/>
          </p:cNvSpPr>
          <p:nvPr/>
        </p:nvSpPr>
        <p:spPr bwMode="auto">
          <a:xfrm>
            <a:off x="2209800" y="28495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67667" name="Oval 83"/>
          <p:cNvSpPr>
            <a:spLocks noChangeAspect="1" noChangeArrowheads="1"/>
          </p:cNvSpPr>
          <p:nvPr/>
        </p:nvSpPr>
        <p:spPr bwMode="auto">
          <a:xfrm>
            <a:off x="25146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68" name="Oval 84"/>
          <p:cNvSpPr>
            <a:spLocks noChangeAspect="1" noChangeArrowheads="1"/>
          </p:cNvSpPr>
          <p:nvPr/>
        </p:nvSpPr>
        <p:spPr bwMode="auto">
          <a:xfrm>
            <a:off x="28194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69" name="Oval 85"/>
          <p:cNvSpPr>
            <a:spLocks noChangeAspect="1" noChangeArrowheads="1"/>
          </p:cNvSpPr>
          <p:nvPr/>
        </p:nvSpPr>
        <p:spPr bwMode="auto">
          <a:xfrm>
            <a:off x="31242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70" name="Oval 86"/>
          <p:cNvSpPr>
            <a:spLocks noChangeAspect="1" noChangeArrowheads="1"/>
          </p:cNvSpPr>
          <p:nvPr/>
        </p:nvSpPr>
        <p:spPr bwMode="auto">
          <a:xfrm>
            <a:off x="34290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67671" name="Oval 87"/>
          <p:cNvSpPr>
            <a:spLocks noChangeAspect="1" noChangeArrowheads="1"/>
          </p:cNvSpPr>
          <p:nvPr/>
        </p:nvSpPr>
        <p:spPr bwMode="auto">
          <a:xfrm>
            <a:off x="37338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72" name="Oval 88"/>
          <p:cNvSpPr>
            <a:spLocks noChangeAspect="1" noChangeArrowheads="1"/>
          </p:cNvSpPr>
          <p:nvPr/>
        </p:nvSpPr>
        <p:spPr bwMode="auto">
          <a:xfrm>
            <a:off x="40386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73" name="Oval 89"/>
          <p:cNvSpPr>
            <a:spLocks noChangeAspect="1" noChangeArrowheads="1"/>
          </p:cNvSpPr>
          <p:nvPr/>
        </p:nvSpPr>
        <p:spPr bwMode="auto">
          <a:xfrm>
            <a:off x="43434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74" name="Oval 90"/>
          <p:cNvSpPr>
            <a:spLocks noChangeAspect="1" noChangeArrowheads="1"/>
          </p:cNvSpPr>
          <p:nvPr/>
        </p:nvSpPr>
        <p:spPr bwMode="auto">
          <a:xfrm>
            <a:off x="46482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75" name="Oval 91"/>
          <p:cNvSpPr>
            <a:spLocks noChangeAspect="1" noChangeArrowheads="1"/>
          </p:cNvSpPr>
          <p:nvPr/>
        </p:nvSpPr>
        <p:spPr bwMode="auto">
          <a:xfrm>
            <a:off x="49530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76" name="Oval 92"/>
          <p:cNvSpPr>
            <a:spLocks noChangeAspect="1" noChangeArrowheads="1"/>
          </p:cNvSpPr>
          <p:nvPr/>
        </p:nvSpPr>
        <p:spPr bwMode="auto">
          <a:xfrm>
            <a:off x="52578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67677" name="Oval 93"/>
          <p:cNvSpPr>
            <a:spLocks noChangeAspect="1" noChangeArrowheads="1"/>
          </p:cNvSpPr>
          <p:nvPr/>
        </p:nvSpPr>
        <p:spPr bwMode="auto">
          <a:xfrm>
            <a:off x="55626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78" name="Oval 94"/>
          <p:cNvSpPr>
            <a:spLocks noChangeAspect="1" noChangeArrowheads="1"/>
          </p:cNvSpPr>
          <p:nvPr/>
        </p:nvSpPr>
        <p:spPr bwMode="auto">
          <a:xfrm>
            <a:off x="58674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79" name="Oval 95"/>
          <p:cNvSpPr>
            <a:spLocks noChangeAspect="1" noChangeArrowheads="1"/>
          </p:cNvSpPr>
          <p:nvPr/>
        </p:nvSpPr>
        <p:spPr bwMode="auto">
          <a:xfrm>
            <a:off x="61722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80" name="Oval 96"/>
          <p:cNvSpPr>
            <a:spLocks noChangeAspect="1" noChangeArrowheads="1"/>
          </p:cNvSpPr>
          <p:nvPr/>
        </p:nvSpPr>
        <p:spPr bwMode="auto">
          <a:xfrm>
            <a:off x="64770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81" name="Oval 97"/>
          <p:cNvSpPr>
            <a:spLocks noChangeAspect="1" noChangeArrowheads="1"/>
          </p:cNvSpPr>
          <p:nvPr/>
        </p:nvSpPr>
        <p:spPr bwMode="auto">
          <a:xfrm>
            <a:off x="67818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82" name="Oval 98"/>
          <p:cNvSpPr>
            <a:spLocks noChangeAspect="1" noChangeArrowheads="1"/>
          </p:cNvSpPr>
          <p:nvPr/>
        </p:nvSpPr>
        <p:spPr bwMode="auto">
          <a:xfrm>
            <a:off x="2209800" y="31543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67683" name="Oval 99"/>
          <p:cNvSpPr>
            <a:spLocks noChangeAspect="1" noChangeArrowheads="1"/>
          </p:cNvSpPr>
          <p:nvPr/>
        </p:nvSpPr>
        <p:spPr bwMode="auto">
          <a:xfrm>
            <a:off x="25146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84" name="Oval 100"/>
          <p:cNvSpPr>
            <a:spLocks noChangeAspect="1" noChangeArrowheads="1"/>
          </p:cNvSpPr>
          <p:nvPr/>
        </p:nvSpPr>
        <p:spPr bwMode="auto">
          <a:xfrm>
            <a:off x="28194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85" name="Oval 101"/>
          <p:cNvSpPr>
            <a:spLocks noChangeAspect="1" noChangeArrowheads="1"/>
          </p:cNvSpPr>
          <p:nvPr/>
        </p:nvSpPr>
        <p:spPr bwMode="auto">
          <a:xfrm>
            <a:off x="31242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86" name="Oval 102"/>
          <p:cNvSpPr>
            <a:spLocks noChangeAspect="1" noChangeArrowheads="1"/>
          </p:cNvSpPr>
          <p:nvPr/>
        </p:nvSpPr>
        <p:spPr bwMode="auto">
          <a:xfrm>
            <a:off x="34290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67687" name="Oval 103"/>
          <p:cNvSpPr>
            <a:spLocks noChangeAspect="1" noChangeArrowheads="1"/>
          </p:cNvSpPr>
          <p:nvPr/>
        </p:nvSpPr>
        <p:spPr bwMode="auto">
          <a:xfrm>
            <a:off x="37338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88" name="Oval 104"/>
          <p:cNvSpPr>
            <a:spLocks noChangeAspect="1" noChangeArrowheads="1"/>
          </p:cNvSpPr>
          <p:nvPr/>
        </p:nvSpPr>
        <p:spPr bwMode="auto">
          <a:xfrm>
            <a:off x="40386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89" name="Oval 105"/>
          <p:cNvSpPr>
            <a:spLocks noChangeAspect="1" noChangeArrowheads="1"/>
          </p:cNvSpPr>
          <p:nvPr/>
        </p:nvSpPr>
        <p:spPr bwMode="auto">
          <a:xfrm>
            <a:off x="43434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90" name="Oval 106"/>
          <p:cNvSpPr>
            <a:spLocks noChangeAspect="1" noChangeArrowheads="1"/>
          </p:cNvSpPr>
          <p:nvPr/>
        </p:nvSpPr>
        <p:spPr bwMode="auto">
          <a:xfrm>
            <a:off x="46482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91" name="Oval 107"/>
          <p:cNvSpPr>
            <a:spLocks noChangeAspect="1" noChangeArrowheads="1"/>
          </p:cNvSpPr>
          <p:nvPr/>
        </p:nvSpPr>
        <p:spPr bwMode="auto">
          <a:xfrm>
            <a:off x="49530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92" name="Oval 108"/>
          <p:cNvSpPr>
            <a:spLocks noChangeAspect="1" noChangeArrowheads="1"/>
          </p:cNvSpPr>
          <p:nvPr/>
        </p:nvSpPr>
        <p:spPr bwMode="auto">
          <a:xfrm>
            <a:off x="52578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93" name="Oval 109"/>
          <p:cNvSpPr>
            <a:spLocks noChangeAspect="1" noChangeArrowheads="1"/>
          </p:cNvSpPr>
          <p:nvPr/>
        </p:nvSpPr>
        <p:spPr bwMode="auto">
          <a:xfrm>
            <a:off x="55626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94" name="Oval 110"/>
          <p:cNvSpPr>
            <a:spLocks noChangeAspect="1" noChangeArrowheads="1"/>
          </p:cNvSpPr>
          <p:nvPr/>
        </p:nvSpPr>
        <p:spPr bwMode="auto">
          <a:xfrm>
            <a:off x="58674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S</a:t>
            </a:r>
          </a:p>
        </p:txBody>
      </p:sp>
      <p:sp>
        <p:nvSpPr>
          <p:cNvPr id="67695" name="Oval 111"/>
          <p:cNvSpPr>
            <a:spLocks noChangeAspect="1" noChangeArrowheads="1"/>
          </p:cNvSpPr>
          <p:nvPr/>
        </p:nvSpPr>
        <p:spPr bwMode="auto">
          <a:xfrm>
            <a:off x="61722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96" name="Oval 112"/>
          <p:cNvSpPr>
            <a:spLocks noChangeAspect="1" noChangeArrowheads="1"/>
          </p:cNvSpPr>
          <p:nvPr/>
        </p:nvSpPr>
        <p:spPr bwMode="auto">
          <a:xfrm>
            <a:off x="64770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97" name="Oval 113"/>
          <p:cNvSpPr>
            <a:spLocks noChangeAspect="1" noChangeArrowheads="1"/>
          </p:cNvSpPr>
          <p:nvPr/>
        </p:nvSpPr>
        <p:spPr bwMode="auto">
          <a:xfrm>
            <a:off x="67818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698" name="Oval 114"/>
          <p:cNvSpPr>
            <a:spLocks noChangeAspect="1" noChangeArrowheads="1"/>
          </p:cNvSpPr>
          <p:nvPr/>
        </p:nvSpPr>
        <p:spPr bwMode="auto">
          <a:xfrm>
            <a:off x="2209800" y="3459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67699" name="Oval 115"/>
          <p:cNvSpPr>
            <a:spLocks noChangeAspect="1" noChangeArrowheads="1"/>
          </p:cNvSpPr>
          <p:nvPr/>
        </p:nvSpPr>
        <p:spPr bwMode="auto">
          <a:xfrm>
            <a:off x="25146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00" name="Oval 116"/>
          <p:cNvSpPr>
            <a:spLocks noChangeAspect="1" noChangeArrowheads="1"/>
          </p:cNvSpPr>
          <p:nvPr/>
        </p:nvSpPr>
        <p:spPr bwMode="auto">
          <a:xfrm>
            <a:off x="28194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01" name="Oval 117"/>
          <p:cNvSpPr>
            <a:spLocks noChangeAspect="1" noChangeArrowheads="1"/>
          </p:cNvSpPr>
          <p:nvPr/>
        </p:nvSpPr>
        <p:spPr bwMode="auto">
          <a:xfrm>
            <a:off x="31242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02" name="Oval 118"/>
          <p:cNvSpPr>
            <a:spLocks noChangeAspect="1" noChangeArrowheads="1"/>
          </p:cNvSpPr>
          <p:nvPr/>
        </p:nvSpPr>
        <p:spPr bwMode="auto">
          <a:xfrm>
            <a:off x="3429000" y="34591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67703" name="Oval 119"/>
          <p:cNvSpPr>
            <a:spLocks noChangeAspect="1" noChangeArrowheads="1"/>
          </p:cNvSpPr>
          <p:nvPr/>
        </p:nvSpPr>
        <p:spPr bwMode="auto">
          <a:xfrm>
            <a:off x="3733800" y="34591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04" name="Oval 120"/>
          <p:cNvSpPr>
            <a:spLocks noChangeAspect="1" noChangeArrowheads="1"/>
          </p:cNvSpPr>
          <p:nvPr/>
        </p:nvSpPr>
        <p:spPr bwMode="auto">
          <a:xfrm>
            <a:off x="40386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05" name="Oval 121"/>
          <p:cNvSpPr>
            <a:spLocks noChangeAspect="1" noChangeArrowheads="1"/>
          </p:cNvSpPr>
          <p:nvPr/>
        </p:nvSpPr>
        <p:spPr bwMode="auto">
          <a:xfrm>
            <a:off x="43434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06" name="Oval 122"/>
          <p:cNvSpPr>
            <a:spLocks noChangeAspect="1" noChangeArrowheads="1"/>
          </p:cNvSpPr>
          <p:nvPr/>
        </p:nvSpPr>
        <p:spPr bwMode="auto">
          <a:xfrm>
            <a:off x="46482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07" name="Oval 123"/>
          <p:cNvSpPr>
            <a:spLocks noChangeAspect="1" noChangeArrowheads="1"/>
          </p:cNvSpPr>
          <p:nvPr/>
        </p:nvSpPr>
        <p:spPr bwMode="auto">
          <a:xfrm>
            <a:off x="49530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08" name="Oval 124"/>
          <p:cNvSpPr>
            <a:spLocks noChangeAspect="1" noChangeArrowheads="1"/>
          </p:cNvSpPr>
          <p:nvPr/>
        </p:nvSpPr>
        <p:spPr bwMode="auto">
          <a:xfrm>
            <a:off x="5257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67709" name="Oval 125"/>
          <p:cNvSpPr>
            <a:spLocks noChangeAspect="1" noChangeArrowheads="1"/>
          </p:cNvSpPr>
          <p:nvPr/>
        </p:nvSpPr>
        <p:spPr bwMode="auto">
          <a:xfrm>
            <a:off x="55626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10" name="Oval 126"/>
          <p:cNvSpPr>
            <a:spLocks noChangeAspect="1" noChangeArrowheads="1"/>
          </p:cNvSpPr>
          <p:nvPr/>
        </p:nvSpPr>
        <p:spPr bwMode="auto">
          <a:xfrm>
            <a:off x="58674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11" name="Oval 127"/>
          <p:cNvSpPr>
            <a:spLocks noChangeAspect="1" noChangeArrowheads="1"/>
          </p:cNvSpPr>
          <p:nvPr/>
        </p:nvSpPr>
        <p:spPr bwMode="auto">
          <a:xfrm>
            <a:off x="61722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12" name="Oval 128"/>
          <p:cNvSpPr>
            <a:spLocks noChangeAspect="1" noChangeArrowheads="1"/>
          </p:cNvSpPr>
          <p:nvPr/>
        </p:nvSpPr>
        <p:spPr bwMode="auto">
          <a:xfrm>
            <a:off x="64770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13" name="Oval 129"/>
          <p:cNvSpPr>
            <a:spLocks noChangeAspect="1" noChangeArrowheads="1"/>
          </p:cNvSpPr>
          <p:nvPr/>
        </p:nvSpPr>
        <p:spPr bwMode="auto">
          <a:xfrm>
            <a:off x="6781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14" name="Oval 130"/>
          <p:cNvSpPr>
            <a:spLocks noChangeAspect="1" noChangeArrowheads="1"/>
          </p:cNvSpPr>
          <p:nvPr/>
        </p:nvSpPr>
        <p:spPr bwMode="auto">
          <a:xfrm>
            <a:off x="2209800" y="37639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67715" name="Oval 131"/>
          <p:cNvSpPr>
            <a:spLocks noChangeAspect="1" noChangeArrowheads="1"/>
          </p:cNvSpPr>
          <p:nvPr/>
        </p:nvSpPr>
        <p:spPr bwMode="auto">
          <a:xfrm>
            <a:off x="2514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16" name="Oval 132"/>
          <p:cNvSpPr>
            <a:spLocks noChangeAspect="1" noChangeArrowheads="1"/>
          </p:cNvSpPr>
          <p:nvPr/>
        </p:nvSpPr>
        <p:spPr bwMode="auto">
          <a:xfrm>
            <a:off x="2819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17" name="Oval 133"/>
          <p:cNvSpPr>
            <a:spLocks noChangeAspect="1" noChangeArrowheads="1"/>
          </p:cNvSpPr>
          <p:nvPr/>
        </p:nvSpPr>
        <p:spPr bwMode="auto">
          <a:xfrm>
            <a:off x="3124200" y="37639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18" name="Oval 134"/>
          <p:cNvSpPr>
            <a:spLocks noChangeAspect="1" noChangeArrowheads="1"/>
          </p:cNvSpPr>
          <p:nvPr/>
        </p:nvSpPr>
        <p:spPr bwMode="auto">
          <a:xfrm>
            <a:off x="3429000" y="37639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67719" name="Oval 135"/>
          <p:cNvSpPr>
            <a:spLocks noChangeAspect="1" noChangeArrowheads="1"/>
          </p:cNvSpPr>
          <p:nvPr/>
        </p:nvSpPr>
        <p:spPr bwMode="auto">
          <a:xfrm>
            <a:off x="3733800" y="37639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20" name="Oval 136"/>
          <p:cNvSpPr>
            <a:spLocks noChangeAspect="1" noChangeArrowheads="1"/>
          </p:cNvSpPr>
          <p:nvPr/>
        </p:nvSpPr>
        <p:spPr bwMode="auto">
          <a:xfrm>
            <a:off x="4038600" y="37639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21" name="Oval 137"/>
          <p:cNvSpPr>
            <a:spLocks noChangeAspect="1" noChangeArrowheads="1"/>
          </p:cNvSpPr>
          <p:nvPr/>
        </p:nvSpPr>
        <p:spPr bwMode="auto">
          <a:xfrm>
            <a:off x="4343400" y="37639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22" name="Oval 138"/>
          <p:cNvSpPr>
            <a:spLocks noChangeAspect="1" noChangeArrowheads="1"/>
          </p:cNvSpPr>
          <p:nvPr/>
        </p:nvSpPr>
        <p:spPr bwMode="auto">
          <a:xfrm>
            <a:off x="4648200" y="37639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23" name="Oval 139"/>
          <p:cNvSpPr>
            <a:spLocks noChangeAspect="1" noChangeArrowheads="1"/>
          </p:cNvSpPr>
          <p:nvPr/>
        </p:nvSpPr>
        <p:spPr bwMode="auto">
          <a:xfrm>
            <a:off x="4953000" y="37639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24" name="Oval 140"/>
          <p:cNvSpPr>
            <a:spLocks noChangeAspect="1" noChangeArrowheads="1"/>
          </p:cNvSpPr>
          <p:nvPr/>
        </p:nvSpPr>
        <p:spPr bwMode="auto">
          <a:xfrm>
            <a:off x="5257800" y="37639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25" name="Oval 141"/>
          <p:cNvSpPr>
            <a:spLocks noChangeAspect="1" noChangeArrowheads="1"/>
          </p:cNvSpPr>
          <p:nvPr/>
        </p:nvSpPr>
        <p:spPr bwMode="auto">
          <a:xfrm>
            <a:off x="5562600" y="37639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26" name="Oval 142"/>
          <p:cNvSpPr>
            <a:spLocks noChangeAspect="1" noChangeArrowheads="1"/>
          </p:cNvSpPr>
          <p:nvPr/>
        </p:nvSpPr>
        <p:spPr bwMode="auto">
          <a:xfrm>
            <a:off x="5867400" y="37639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27" name="Oval 143"/>
          <p:cNvSpPr>
            <a:spLocks noChangeAspect="1" noChangeArrowheads="1"/>
          </p:cNvSpPr>
          <p:nvPr/>
        </p:nvSpPr>
        <p:spPr bwMode="auto">
          <a:xfrm>
            <a:off x="6172200" y="37639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28" name="Oval 144"/>
          <p:cNvSpPr>
            <a:spLocks noChangeAspect="1" noChangeArrowheads="1"/>
          </p:cNvSpPr>
          <p:nvPr/>
        </p:nvSpPr>
        <p:spPr bwMode="auto">
          <a:xfrm>
            <a:off x="6477000" y="37639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29" name="Oval 145"/>
          <p:cNvSpPr>
            <a:spLocks noChangeAspect="1" noChangeArrowheads="1"/>
          </p:cNvSpPr>
          <p:nvPr/>
        </p:nvSpPr>
        <p:spPr bwMode="auto">
          <a:xfrm>
            <a:off x="6781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30" name="Oval 146"/>
          <p:cNvSpPr>
            <a:spLocks noChangeAspect="1" noChangeArrowheads="1"/>
          </p:cNvSpPr>
          <p:nvPr/>
        </p:nvSpPr>
        <p:spPr bwMode="auto">
          <a:xfrm>
            <a:off x="2209800" y="40687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67731" name="Oval 147"/>
          <p:cNvSpPr>
            <a:spLocks noChangeAspect="1" noChangeArrowheads="1"/>
          </p:cNvSpPr>
          <p:nvPr/>
        </p:nvSpPr>
        <p:spPr bwMode="auto">
          <a:xfrm>
            <a:off x="2514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32" name="Oval 148"/>
          <p:cNvSpPr>
            <a:spLocks noChangeAspect="1" noChangeArrowheads="1"/>
          </p:cNvSpPr>
          <p:nvPr/>
        </p:nvSpPr>
        <p:spPr bwMode="auto">
          <a:xfrm>
            <a:off x="2819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33" name="Oval 149"/>
          <p:cNvSpPr>
            <a:spLocks noChangeAspect="1" noChangeArrowheads="1"/>
          </p:cNvSpPr>
          <p:nvPr/>
        </p:nvSpPr>
        <p:spPr bwMode="auto">
          <a:xfrm>
            <a:off x="3124200" y="40687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34" name="Oval 150"/>
          <p:cNvSpPr>
            <a:spLocks noChangeAspect="1" noChangeArrowheads="1"/>
          </p:cNvSpPr>
          <p:nvPr/>
        </p:nvSpPr>
        <p:spPr bwMode="auto">
          <a:xfrm>
            <a:off x="34290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12</a:t>
            </a:r>
          </a:p>
        </p:txBody>
      </p:sp>
      <p:sp>
        <p:nvSpPr>
          <p:cNvPr id="67735" name="Oval 151"/>
          <p:cNvSpPr>
            <a:spLocks noChangeAspect="1" noChangeArrowheads="1"/>
          </p:cNvSpPr>
          <p:nvPr/>
        </p:nvSpPr>
        <p:spPr bwMode="auto">
          <a:xfrm>
            <a:off x="3733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36" name="Oval 152"/>
          <p:cNvSpPr>
            <a:spLocks noChangeAspect="1" noChangeArrowheads="1"/>
          </p:cNvSpPr>
          <p:nvPr/>
        </p:nvSpPr>
        <p:spPr bwMode="auto">
          <a:xfrm>
            <a:off x="4038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37" name="Oval 153"/>
          <p:cNvSpPr>
            <a:spLocks noChangeAspect="1" noChangeArrowheads="1"/>
          </p:cNvSpPr>
          <p:nvPr/>
        </p:nvSpPr>
        <p:spPr bwMode="auto">
          <a:xfrm>
            <a:off x="4343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38" name="Oval 154"/>
          <p:cNvSpPr>
            <a:spLocks noChangeAspect="1" noChangeArrowheads="1"/>
          </p:cNvSpPr>
          <p:nvPr/>
        </p:nvSpPr>
        <p:spPr bwMode="auto">
          <a:xfrm>
            <a:off x="46482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39" name="Oval 155"/>
          <p:cNvSpPr>
            <a:spLocks noChangeAspect="1" noChangeArrowheads="1"/>
          </p:cNvSpPr>
          <p:nvPr/>
        </p:nvSpPr>
        <p:spPr bwMode="auto">
          <a:xfrm>
            <a:off x="49530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40" name="Oval 156"/>
          <p:cNvSpPr>
            <a:spLocks noChangeAspect="1" noChangeArrowheads="1"/>
          </p:cNvSpPr>
          <p:nvPr/>
        </p:nvSpPr>
        <p:spPr bwMode="auto">
          <a:xfrm>
            <a:off x="5257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41" name="Oval 157"/>
          <p:cNvSpPr>
            <a:spLocks noChangeAspect="1" noChangeArrowheads="1"/>
          </p:cNvSpPr>
          <p:nvPr/>
        </p:nvSpPr>
        <p:spPr bwMode="auto">
          <a:xfrm>
            <a:off x="5562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42" name="Oval 158"/>
          <p:cNvSpPr>
            <a:spLocks noChangeAspect="1" noChangeArrowheads="1"/>
          </p:cNvSpPr>
          <p:nvPr/>
        </p:nvSpPr>
        <p:spPr bwMode="auto">
          <a:xfrm>
            <a:off x="5867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43" name="Oval 159"/>
          <p:cNvSpPr>
            <a:spLocks noChangeAspect="1" noChangeArrowheads="1"/>
          </p:cNvSpPr>
          <p:nvPr/>
        </p:nvSpPr>
        <p:spPr bwMode="auto">
          <a:xfrm>
            <a:off x="61722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44" name="Oval 160"/>
          <p:cNvSpPr>
            <a:spLocks noChangeAspect="1" noChangeArrowheads="1"/>
          </p:cNvSpPr>
          <p:nvPr/>
        </p:nvSpPr>
        <p:spPr bwMode="auto">
          <a:xfrm>
            <a:off x="6477000" y="40687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45" name="Oval 161"/>
          <p:cNvSpPr>
            <a:spLocks noChangeAspect="1" noChangeArrowheads="1"/>
          </p:cNvSpPr>
          <p:nvPr/>
        </p:nvSpPr>
        <p:spPr bwMode="auto">
          <a:xfrm>
            <a:off x="6781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46" name="Oval 162"/>
          <p:cNvSpPr>
            <a:spLocks noChangeAspect="1" noChangeArrowheads="1"/>
          </p:cNvSpPr>
          <p:nvPr/>
        </p:nvSpPr>
        <p:spPr bwMode="auto">
          <a:xfrm>
            <a:off x="2209800" y="43735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67747" name="Oval 163"/>
          <p:cNvSpPr>
            <a:spLocks noChangeAspect="1" noChangeArrowheads="1"/>
          </p:cNvSpPr>
          <p:nvPr/>
        </p:nvSpPr>
        <p:spPr bwMode="auto">
          <a:xfrm>
            <a:off x="25146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48" name="Oval 164"/>
          <p:cNvSpPr>
            <a:spLocks noChangeAspect="1" noChangeArrowheads="1"/>
          </p:cNvSpPr>
          <p:nvPr/>
        </p:nvSpPr>
        <p:spPr bwMode="auto">
          <a:xfrm>
            <a:off x="28194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49" name="Oval 165"/>
          <p:cNvSpPr>
            <a:spLocks noChangeAspect="1" noChangeArrowheads="1"/>
          </p:cNvSpPr>
          <p:nvPr/>
        </p:nvSpPr>
        <p:spPr bwMode="auto">
          <a:xfrm>
            <a:off x="3124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50" name="Oval 166"/>
          <p:cNvSpPr>
            <a:spLocks noChangeAspect="1" noChangeArrowheads="1"/>
          </p:cNvSpPr>
          <p:nvPr/>
        </p:nvSpPr>
        <p:spPr bwMode="auto">
          <a:xfrm>
            <a:off x="3429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51" name="Oval 167"/>
          <p:cNvSpPr>
            <a:spLocks noChangeAspect="1" noChangeArrowheads="1"/>
          </p:cNvSpPr>
          <p:nvPr/>
        </p:nvSpPr>
        <p:spPr bwMode="auto">
          <a:xfrm>
            <a:off x="37338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52" name="Oval 168"/>
          <p:cNvSpPr>
            <a:spLocks noChangeAspect="1" noChangeArrowheads="1"/>
          </p:cNvSpPr>
          <p:nvPr/>
        </p:nvSpPr>
        <p:spPr bwMode="auto">
          <a:xfrm>
            <a:off x="40386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53" name="Oval 169"/>
          <p:cNvSpPr>
            <a:spLocks noChangeAspect="1" noChangeArrowheads="1"/>
          </p:cNvSpPr>
          <p:nvPr/>
        </p:nvSpPr>
        <p:spPr bwMode="auto">
          <a:xfrm>
            <a:off x="43434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54" name="Oval 170"/>
          <p:cNvSpPr>
            <a:spLocks noChangeAspect="1" noChangeArrowheads="1"/>
          </p:cNvSpPr>
          <p:nvPr/>
        </p:nvSpPr>
        <p:spPr bwMode="auto">
          <a:xfrm>
            <a:off x="4648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55" name="Oval 171"/>
          <p:cNvSpPr>
            <a:spLocks noChangeAspect="1" noChangeArrowheads="1"/>
          </p:cNvSpPr>
          <p:nvPr/>
        </p:nvSpPr>
        <p:spPr bwMode="auto">
          <a:xfrm>
            <a:off x="4953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56" name="Oval 172"/>
          <p:cNvSpPr>
            <a:spLocks noChangeAspect="1" noChangeArrowheads="1"/>
          </p:cNvSpPr>
          <p:nvPr/>
        </p:nvSpPr>
        <p:spPr bwMode="auto">
          <a:xfrm>
            <a:off x="52578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57" name="Oval 173"/>
          <p:cNvSpPr>
            <a:spLocks noChangeAspect="1" noChangeArrowheads="1"/>
          </p:cNvSpPr>
          <p:nvPr/>
        </p:nvSpPr>
        <p:spPr bwMode="auto">
          <a:xfrm>
            <a:off x="55626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58" name="Oval 174"/>
          <p:cNvSpPr>
            <a:spLocks noChangeAspect="1" noChangeArrowheads="1"/>
          </p:cNvSpPr>
          <p:nvPr/>
        </p:nvSpPr>
        <p:spPr bwMode="auto">
          <a:xfrm>
            <a:off x="58674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59" name="Oval 175"/>
          <p:cNvSpPr>
            <a:spLocks noChangeAspect="1" noChangeArrowheads="1"/>
          </p:cNvSpPr>
          <p:nvPr/>
        </p:nvSpPr>
        <p:spPr bwMode="auto">
          <a:xfrm>
            <a:off x="6172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60" name="Oval 176"/>
          <p:cNvSpPr>
            <a:spLocks noChangeAspect="1" noChangeArrowheads="1"/>
          </p:cNvSpPr>
          <p:nvPr/>
        </p:nvSpPr>
        <p:spPr bwMode="auto">
          <a:xfrm>
            <a:off x="6477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61" name="Oval 177"/>
          <p:cNvSpPr>
            <a:spLocks noChangeAspect="1" noChangeArrowheads="1"/>
          </p:cNvSpPr>
          <p:nvPr/>
        </p:nvSpPr>
        <p:spPr bwMode="auto">
          <a:xfrm>
            <a:off x="67818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62" name="Oval 178"/>
          <p:cNvSpPr>
            <a:spLocks noChangeAspect="1" noChangeArrowheads="1"/>
          </p:cNvSpPr>
          <p:nvPr/>
        </p:nvSpPr>
        <p:spPr bwMode="auto">
          <a:xfrm>
            <a:off x="2209800" y="46783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0</a:t>
            </a:r>
          </a:p>
        </p:txBody>
      </p:sp>
      <p:sp>
        <p:nvSpPr>
          <p:cNvPr id="67763" name="Oval 179"/>
          <p:cNvSpPr>
            <a:spLocks noChangeAspect="1" noChangeArrowheads="1"/>
          </p:cNvSpPr>
          <p:nvPr/>
        </p:nvSpPr>
        <p:spPr bwMode="auto">
          <a:xfrm>
            <a:off x="2514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64" name="Oval 180"/>
          <p:cNvSpPr>
            <a:spLocks noChangeAspect="1" noChangeArrowheads="1"/>
          </p:cNvSpPr>
          <p:nvPr/>
        </p:nvSpPr>
        <p:spPr bwMode="auto">
          <a:xfrm>
            <a:off x="2819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65" name="Oval 181"/>
          <p:cNvSpPr>
            <a:spLocks noChangeAspect="1" noChangeArrowheads="1"/>
          </p:cNvSpPr>
          <p:nvPr/>
        </p:nvSpPr>
        <p:spPr bwMode="auto">
          <a:xfrm>
            <a:off x="3124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66" name="Oval 182"/>
          <p:cNvSpPr>
            <a:spLocks noChangeAspect="1" noChangeArrowheads="1"/>
          </p:cNvSpPr>
          <p:nvPr/>
        </p:nvSpPr>
        <p:spPr bwMode="auto">
          <a:xfrm>
            <a:off x="3429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67" name="Oval 183"/>
          <p:cNvSpPr>
            <a:spLocks noChangeAspect="1" noChangeArrowheads="1"/>
          </p:cNvSpPr>
          <p:nvPr/>
        </p:nvSpPr>
        <p:spPr bwMode="auto">
          <a:xfrm>
            <a:off x="3733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68" name="Oval 184"/>
          <p:cNvSpPr>
            <a:spLocks noChangeAspect="1" noChangeArrowheads="1"/>
          </p:cNvSpPr>
          <p:nvPr/>
        </p:nvSpPr>
        <p:spPr bwMode="auto">
          <a:xfrm>
            <a:off x="4038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69" name="Oval 185"/>
          <p:cNvSpPr>
            <a:spLocks noChangeAspect="1" noChangeArrowheads="1"/>
          </p:cNvSpPr>
          <p:nvPr/>
        </p:nvSpPr>
        <p:spPr bwMode="auto">
          <a:xfrm>
            <a:off x="4343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70" name="Oval 186"/>
          <p:cNvSpPr>
            <a:spLocks noChangeAspect="1" noChangeArrowheads="1"/>
          </p:cNvSpPr>
          <p:nvPr/>
        </p:nvSpPr>
        <p:spPr bwMode="auto">
          <a:xfrm>
            <a:off x="4648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71" name="Oval 187"/>
          <p:cNvSpPr>
            <a:spLocks noChangeAspect="1" noChangeArrowheads="1"/>
          </p:cNvSpPr>
          <p:nvPr/>
        </p:nvSpPr>
        <p:spPr bwMode="auto">
          <a:xfrm>
            <a:off x="4953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72" name="Oval 188"/>
          <p:cNvSpPr>
            <a:spLocks noChangeAspect="1" noChangeArrowheads="1"/>
          </p:cNvSpPr>
          <p:nvPr/>
        </p:nvSpPr>
        <p:spPr bwMode="auto">
          <a:xfrm>
            <a:off x="5257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73" name="Oval 189"/>
          <p:cNvSpPr>
            <a:spLocks noChangeAspect="1" noChangeArrowheads="1"/>
          </p:cNvSpPr>
          <p:nvPr/>
        </p:nvSpPr>
        <p:spPr bwMode="auto">
          <a:xfrm>
            <a:off x="5562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74" name="Oval 190"/>
          <p:cNvSpPr>
            <a:spLocks noChangeAspect="1" noChangeArrowheads="1"/>
          </p:cNvSpPr>
          <p:nvPr/>
        </p:nvSpPr>
        <p:spPr bwMode="auto">
          <a:xfrm>
            <a:off x="5867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75" name="Oval 191"/>
          <p:cNvSpPr>
            <a:spLocks noChangeAspect="1" noChangeArrowheads="1"/>
          </p:cNvSpPr>
          <p:nvPr/>
        </p:nvSpPr>
        <p:spPr bwMode="auto">
          <a:xfrm>
            <a:off x="6172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76" name="Oval 192"/>
          <p:cNvSpPr>
            <a:spLocks noChangeAspect="1" noChangeArrowheads="1"/>
          </p:cNvSpPr>
          <p:nvPr/>
        </p:nvSpPr>
        <p:spPr bwMode="auto">
          <a:xfrm>
            <a:off x="6477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77" name="Oval 193"/>
          <p:cNvSpPr>
            <a:spLocks noChangeAspect="1" noChangeArrowheads="1"/>
          </p:cNvSpPr>
          <p:nvPr/>
        </p:nvSpPr>
        <p:spPr bwMode="auto">
          <a:xfrm>
            <a:off x="6781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778" name="Oval 194"/>
          <p:cNvSpPr>
            <a:spLocks noChangeAspect="1" noChangeArrowheads="1"/>
          </p:cNvSpPr>
          <p:nvPr/>
        </p:nvSpPr>
        <p:spPr bwMode="auto">
          <a:xfrm>
            <a:off x="2209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7779" name="Oval 195"/>
          <p:cNvSpPr>
            <a:spLocks noChangeAspect="1" noChangeArrowheads="1"/>
          </p:cNvSpPr>
          <p:nvPr/>
        </p:nvSpPr>
        <p:spPr bwMode="auto">
          <a:xfrm>
            <a:off x="2514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0</a:t>
            </a:r>
          </a:p>
        </p:txBody>
      </p:sp>
      <p:sp>
        <p:nvSpPr>
          <p:cNvPr id="67780" name="Oval 196"/>
          <p:cNvSpPr>
            <a:spLocks noChangeAspect="1" noChangeArrowheads="1"/>
          </p:cNvSpPr>
          <p:nvPr/>
        </p:nvSpPr>
        <p:spPr bwMode="auto">
          <a:xfrm>
            <a:off x="2819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67781" name="Oval 197"/>
          <p:cNvSpPr>
            <a:spLocks noChangeAspect="1" noChangeArrowheads="1"/>
          </p:cNvSpPr>
          <p:nvPr/>
        </p:nvSpPr>
        <p:spPr bwMode="auto">
          <a:xfrm>
            <a:off x="3124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67782" name="Oval 198"/>
          <p:cNvSpPr>
            <a:spLocks noChangeAspect="1" noChangeArrowheads="1"/>
          </p:cNvSpPr>
          <p:nvPr/>
        </p:nvSpPr>
        <p:spPr bwMode="auto">
          <a:xfrm>
            <a:off x="3429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67783" name="Oval 199"/>
          <p:cNvSpPr>
            <a:spLocks noChangeAspect="1" noChangeArrowheads="1"/>
          </p:cNvSpPr>
          <p:nvPr/>
        </p:nvSpPr>
        <p:spPr bwMode="auto">
          <a:xfrm>
            <a:off x="3733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67784" name="Oval 200"/>
          <p:cNvSpPr>
            <a:spLocks noChangeAspect="1" noChangeArrowheads="1"/>
          </p:cNvSpPr>
          <p:nvPr/>
        </p:nvSpPr>
        <p:spPr bwMode="auto">
          <a:xfrm>
            <a:off x="4038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67785" name="Oval 201"/>
          <p:cNvSpPr>
            <a:spLocks noChangeAspect="1" noChangeArrowheads="1"/>
          </p:cNvSpPr>
          <p:nvPr/>
        </p:nvSpPr>
        <p:spPr bwMode="auto">
          <a:xfrm>
            <a:off x="4343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67786" name="Oval 202"/>
          <p:cNvSpPr>
            <a:spLocks noChangeAspect="1" noChangeArrowheads="1"/>
          </p:cNvSpPr>
          <p:nvPr/>
        </p:nvSpPr>
        <p:spPr bwMode="auto">
          <a:xfrm>
            <a:off x="4648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67787" name="Oval 203"/>
          <p:cNvSpPr>
            <a:spLocks noChangeAspect="1" noChangeArrowheads="1"/>
          </p:cNvSpPr>
          <p:nvPr/>
        </p:nvSpPr>
        <p:spPr bwMode="auto">
          <a:xfrm>
            <a:off x="4953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67788" name="Oval 204"/>
          <p:cNvSpPr>
            <a:spLocks noChangeAspect="1" noChangeArrowheads="1"/>
          </p:cNvSpPr>
          <p:nvPr/>
        </p:nvSpPr>
        <p:spPr bwMode="auto">
          <a:xfrm>
            <a:off x="5257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67789" name="Oval 205"/>
          <p:cNvSpPr>
            <a:spLocks noChangeAspect="1" noChangeArrowheads="1"/>
          </p:cNvSpPr>
          <p:nvPr/>
        </p:nvSpPr>
        <p:spPr bwMode="auto">
          <a:xfrm>
            <a:off x="5562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67790" name="Oval 206"/>
          <p:cNvSpPr>
            <a:spLocks noChangeAspect="1" noChangeArrowheads="1"/>
          </p:cNvSpPr>
          <p:nvPr/>
        </p:nvSpPr>
        <p:spPr bwMode="auto">
          <a:xfrm>
            <a:off x="5867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67791" name="Oval 207"/>
          <p:cNvSpPr>
            <a:spLocks noChangeAspect="1" noChangeArrowheads="1"/>
          </p:cNvSpPr>
          <p:nvPr/>
        </p:nvSpPr>
        <p:spPr bwMode="auto">
          <a:xfrm>
            <a:off x="6172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12</a:t>
            </a:r>
          </a:p>
        </p:txBody>
      </p:sp>
      <p:sp>
        <p:nvSpPr>
          <p:cNvPr id="67792" name="Oval 208"/>
          <p:cNvSpPr>
            <a:spLocks noChangeAspect="1" noChangeArrowheads="1"/>
          </p:cNvSpPr>
          <p:nvPr/>
        </p:nvSpPr>
        <p:spPr bwMode="auto">
          <a:xfrm>
            <a:off x="6477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13</a:t>
            </a:r>
          </a:p>
        </p:txBody>
      </p:sp>
      <p:sp>
        <p:nvSpPr>
          <p:cNvPr id="67793" name="Oval 209"/>
          <p:cNvSpPr>
            <a:spLocks noChangeAspect="1" noChangeArrowheads="1"/>
          </p:cNvSpPr>
          <p:nvPr/>
        </p:nvSpPr>
        <p:spPr bwMode="auto">
          <a:xfrm>
            <a:off x="6781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14</a:t>
            </a:r>
          </a:p>
        </p:txBody>
      </p:sp>
      <p:graphicFrame>
        <p:nvGraphicFramePr>
          <p:cNvPr id="67794" name="Group 210"/>
          <p:cNvGraphicFramePr>
            <a:graphicFrameLocks noGrp="1"/>
          </p:cNvGraphicFramePr>
          <p:nvPr/>
        </p:nvGraphicFramePr>
        <p:xfrm>
          <a:off x="7543800" y="2362200"/>
          <a:ext cx="457200" cy="1828800"/>
        </p:xfrm>
        <a:graphic>
          <a:graphicData uri="http://schemas.openxmlformats.org/drawingml/2006/table">
            <a:tbl>
              <a:tblPr/>
              <a:tblGrid>
                <a:gridCol w="4572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7812" name="Text Box 228"/>
          <p:cNvSpPr txBox="1">
            <a:spLocks noChangeArrowheads="1"/>
          </p:cNvSpPr>
          <p:nvPr/>
        </p:nvSpPr>
        <p:spPr bwMode="auto">
          <a:xfrm>
            <a:off x="342900" y="228600"/>
            <a:ext cx="845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2800" b="1">
                <a:solidFill>
                  <a:schemeClr val="accent2"/>
                </a:solidFill>
                <a:latin typeface="Arial" charset="0"/>
              </a:rPr>
              <a:t>Span Flood-Fill</a:t>
            </a:r>
            <a:r>
              <a:rPr lang="en-US" altLang="en-US" sz="3200" b="1">
                <a:solidFill>
                  <a:schemeClr val="accent2"/>
                </a:solidFill>
                <a:latin typeface="Arial" charset="0"/>
              </a:rPr>
              <a:t> Algorithm (</a:t>
            </a:r>
            <a:r>
              <a:rPr lang="en-US" altLang="en-US" sz="3200" b="1">
                <a:solidFill>
                  <a:srgbClr val="FF0000"/>
                </a:solidFill>
                <a:latin typeface="Arial" charset="0"/>
              </a:rPr>
              <a:t>example</a:t>
            </a:r>
            <a:r>
              <a:rPr lang="en-US" altLang="en-US" sz="3200" b="1">
                <a:solidFill>
                  <a:schemeClr val="accent2"/>
                </a:solidFill>
                <a:latin typeface="Arial" charset="0"/>
              </a:rPr>
              <a:t>)</a:t>
            </a:r>
            <a:endParaRPr lang="en-US" altLang="en-US" sz="2800">
              <a:latin typeface="Arial" charset="0"/>
              <a:cs typeface="Arial"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Slide Number Placeholder 3"/>
          <p:cNvSpPr>
            <a:spLocks noGrp="1"/>
          </p:cNvSpPr>
          <p:nvPr>
            <p:ph type="sldNum" sz="quarter" idx="12"/>
          </p:nvPr>
        </p:nvSpPr>
        <p:spPr/>
        <p:txBody>
          <a:bodyPr/>
          <a:lstStyle/>
          <a:p>
            <a:fld id="{2B66831F-B1A7-4CDB-9619-3F91528125AE}" type="slidenum">
              <a:rPr lang="en-US" altLang="en-US"/>
              <a:pPr/>
              <a:t>60</a:t>
            </a:fld>
            <a:endParaRPr lang="en-US" altLang="en-US"/>
          </a:p>
        </p:txBody>
      </p:sp>
      <p:sp>
        <p:nvSpPr>
          <p:cNvPr id="68610" name="Oval 2"/>
          <p:cNvSpPr>
            <a:spLocks noChangeAspect="1" noChangeArrowheads="1"/>
          </p:cNvSpPr>
          <p:nvPr/>
        </p:nvSpPr>
        <p:spPr bwMode="auto">
          <a:xfrm>
            <a:off x="2179638" y="13255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68611" name="Oval 3"/>
          <p:cNvSpPr>
            <a:spLocks noChangeAspect="1" noChangeArrowheads="1"/>
          </p:cNvSpPr>
          <p:nvPr/>
        </p:nvSpPr>
        <p:spPr bwMode="auto">
          <a:xfrm>
            <a:off x="2484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12" name="Oval 4"/>
          <p:cNvSpPr>
            <a:spLocks noChangeAspect="1" noChangeArrowheads="1"/>
          </p:cNvSpPr>
          <p:nvPr/>
        </p:nvSpPr>
        <p:spPr bwMode="auto">
          <a:xfrm>
            <a:off x="2789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13" name="Oval 5"/>
          <p:cNvSpPr>
            <a:spLocks noChangeAspect="1" noChangeArrowheads="1"/>
          </p:cNvSpPr>
          <p:nvPr/>
        </p:nvSpPr>
        <p:spPr bwMode="auto">
          <a:xfrm>
            <a:off x="3094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14" name="Oval 6"/>
          <p:cNvSpPr>
            <a:spLocks noChangeAspect="1" noChangeArrowheads="1"/>
          </p:cNvSpPr>
          <p:nvPr/>
        </p:nvSpPr>
        <p:spPr bwMode="auto">
          <a:xfrm>
            <a:off x="3398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15" name="Oval 7"/>
          <p:cNvSpPr>
            <a:spLocks noChangeAspect="1" noChangeArrowheads="1"/>
          </p:cNvSpPr>
          <p:nvPr/>
        </p:nvSpPr>
        <p:spPr bwMode="auto">
          <a:xfrm>
            <a:off x="3703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16" name="Oval 8"/>
          <p:cNvSpPr>
            <a:spLocks noChangeAspect="1" noChangeArrowheads="1"/>
          </p:cNvSpPr>
          <p:nvPr/>
        </p:nvSpPr>
        <p:spPr bwMode="auto">
          <a:xfrm>
            <a:off x="4008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17" name="Oval 9"/>
          <p:cNvSpPr>
            <a:spLocks noChangeAspect="1" noChangeArrowheads="1"/>
          </p:cNvSpPr>
          <p:nvPr/>
        </p:nvSpPr>
        <p:spPr bwMode="auto">
          <a:xfrm>
            <a:off x="4313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18" name="Oval 10"/>
          <p:cNvSpPr>
            <a:spLocks noChangeAspect="1" noChangeArrowheads="1"/>
          </p:cNvSpPr>
          <p:nvPr/>
        </p:nvSpPr>
        <p:spPr bwMode="auto">
          <a:xfrm>
            <a:off x="4618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19" name="Oval 11"/>
          <p:cNvSpPr>
            <a:spLocks noChangeAspect="1" noChangeArrowheads="1"/>
          </p:cNvSpPr>
          <p:nvPr/>
        </p:nvSpPr>
        <p:spPr bwMode="auto">
          <a:xfrm>
            <a:off x="4922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20" name="Oval 12"/>
          <p:cNvSpPr>
            <a:spLocks noChangeAspect="1" noChangeArrowheads="1"/>
          </p:cNvSpPr>
          <p:nvPr/>
        </p:nvSpPr>
        <p:spPr bwMode="auto">
          <a:xfrm>
            <a:off x="5227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21" name="Oval 13"/>
          <p:cNvSpPr>
            <a:spLocks noChangeAspect="1" noChangeArrowheads="1"/>
          </p:cNvSpPr>
          <p:nvPr/>
        </p:nvSpPr>
        <p:spPr bwMode="auto">
          <a:xfrm>
            <a:off x="5532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22" name="Oval 14"/>
          <p:cNvSpPr>
            <a:spLocks noChangeAspect="1" noChangeArrowheads="1"/>
          </p:cNvSpPr>
          <p:nvPr/>
        </p:nvSpPr>
        <p:spPr bwMode="auto">
          <a:xfrm>
            <a:off x="5837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23" name="Oval 15"/>
          <p:cNvSpPr>
            <a:spLocks noChangeAspect="1" noChangeArrowheads="1"/>
          </p:cNvSpPr>
          <p:nvPr/>
        </p:nvSpPr>
        <p:spPr bwMode="auto">
          <a:xfrm>
            <a:off x="6142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24" name="Oval 16"/>
          <p:cNvSpPr>
            <a:spLocks noChangeAspect="1" noChangeArrowheads="1"/>
          </p:cNvSpPr>
          <p:nvPr/>
        </p:nvSpPr>
        <p:spPr bwMode="auto">
          <a:xfrm>
            <a:off x="6446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25" name="Oval 17"/>
          <p:cNvSpPr>
            <a:spLocks noChangeAspect="1" noChangeArrowheads="1"/>
          </p:cNvSpPr>
          <p:nvPr/>
        </p:nvSpPr>
        <p:spPr bwMode="auto">
          <a:xfrm>
            <a:off x="6751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26" name="Oval 18"/>
          <p:cNvSpPr>
            <a:spLocks noChangeAspect="1" noChangeArrowheads="1"/>
          </p:cNvSpPr>
          <p:nvPr/>
        </p:nvSpPr>
        <p:spPr bwMode="auto">
          <a:xfrm>
            <a:off x="2179638" y="16303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68627" name="Oval 19"/>
          <p:cNvSpPr>
            <a:spLocks noChangeAspect="1" noChangeArrowheads="1"/>
          </p:cNvSpPr>
          <p:nvPr/>
        </p:nvSpPr>
        <p:spPr bwMode="auto">
          <a:xfrm>
            <a:off x="24844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28" name="Oval 20"/>
          <p:cNvSpPr>
            <a:spLocks noChangeAspect="1" noChangeArrowheads="1"/>
          </p:cNvSpPr>
          <p:nvPr/>
        </p:nvSpPr>
        <p:spPr bwMode="auto">
          <a:xfrm>
            <a:off x="27892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29" name="Oval 21"/>
          <p:cNvSpPr>
            <a:spLocks noChangeAspect="1" noChangeArrowheads="1"/>
          </p:cNvSpPr>
          <p:nvPr/>
        </p:nvSpPr>
        <p:spPr bwMode="auto">
          <a:xfrm>
            <a:off x="30940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30" name="Oval 22"/>
          <p:cNvSpPr>
            <a:spLocks noChangeAspect="1" noChangeArrowheads="1"/>
          </p:cNvSpPr>
          <p:nvPr/>
        </p:nvSpPr>
        <p:spPr bwMode="auto">
          <a:xfrm>
            <a:off x="33988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31" name="Oval 23"/>
          <p:cNvSpPr>
            <a:spLocks noChangeAspect="1" noChangeArrowheads="1"/>
          </p:cNvSpPr>
          <p:nvPr/>
        </p:nvSpPr>
        <p:spPr bwMode="auto">
          <a:xfrm>
            <a:off x="37036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32" name="Oval 24"/>
          <p:cNvSpPr>
            <a:spLocks noChangeAspect="1" noChangeArrowheads="1"/>
          </p:cNvSpPr>
          <p:nvPr/>
        </p:nvSpPr>
        <p:spPr bwMode="auto">
          <a:xfrm>
            <a:off x="40084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33" name="Oval 25"/>
          <p:cNvSpPr>
            <a:spLocks noChangeAspect="1" noChangeArrowheads="1"/>
          </p:cNvSpPr>
          <p:nvPr/>
        </p:nvSpPr>
        <p:spPr bwMode="auto">
          <a:xfrm>
            <a:off x="43132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34" name="Oval 26"/>
          <p:cNvSpPr>
            <a:spLocks noChangeAspect="1" noChangeArrowheads="1"/>
          </p:cNvSpPr>
          <p:nvPr/>
        </p:nvSpPr>
        <p:spPr bwMode="auto">
          <a:xfrm>
            <a:off x="46180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35" name="Oval 27"/>
          <p:cNvSpPr>
            <a:spLocks noChangeAspect="1" noChangeArrowheads="1"/>
          </p:cNvSpPr>
          <p:nvPr/>
        </p:nvSpPr>
        <p:spPr bwMode="auto">
          <a:xfrm>
            <a:off x="49228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36" name="Oval 28"/>
          <p:cNvSpPr>
            <a:spLocks noChangeAspect="1" noChangeArrowheads="1"/>
          </p:cNvSpPr>
          <p:nvPr/>
        </p:nvSpPr>
        <p:spPr bwMode="auto">
          <a:xfrm>
            <a:off x="52276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37" name="Oval 29"/>
          <p:cNvSpPr>
            <a:spLocks noChangeAspect="1" noChangeArrowheads="1"/>
          </p:cNvSpPr>
          <p:nvPr/>
        </p:nvSpPr>
        <p:spPr bwMode="auto">
          <a:xfrm>
            <a:off x="55324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38" name="Oval 30"/>
          <p:cNvSpPr>
            <a:spLocks noChangeAspect="1" noChangeArrowheads="1"/>
          </p:cNvSpPr>
          <p:nvPr/>
        </p:nvSpPr>
        <p:spPr bwMode="auto">
          <a:xfrm>
            <a:off x="58372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39" name="Oval 31"/>
          <p:cNvSpPr>
            <a:spLocks noChangeAspect="1" noChangeArrowheads="1"/>
          </p:cNvSpPr>
          <p:nvPr/>
        </p:nvSpPr>
        <p:spPr bwMode="auto">
          <a:xfrm>
            <a:off x="61420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40" name="Oval 32"/>
          <p:cNvSpPr>
            <a:spLocks noChangeAspect="1" noChangeArrowheads="1"/>
          </p:cNvSpPr>
          <p:nvPr/>
        </p:nvSpPr>
        <p:spPr bwMode="auto">
          <a:xfrm>
            <a:off x="64468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41" name="Oval 33"/>
          <p:cNvSpPr>
            <a:spLocks noChangeAspect="1" noChangeArrowheads="1"/>
          </p:cNvSpPr>
          <p:nvPr/>
        </p:nvSpPr>
        <p:spPr bwMode="auto">
          <a:xfrm>
            <a:off x="67516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42" name="Oval 34"/>
          <p:cNvSpPr>
            <a:spLocks noChangeAspect="1" noChangeArrowheads="1"/>
          </p:cNvSpPr>
          <p:nvPr/>
        </p:nvSpPr>
        <p:spPr bwMode="auto">
          <a:xfrm>
            <a:off x="2179638" y="19351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68643" name="Oval 35"/>
          <p:cNvSpPr>
            <a:spLocks noChangeAspect="1" noChangeArrowheads="1"/>
          </p:cNvSpPr>
          <p:nvPr/>
        </p:nvSpPr>
        <p:spPr bwMode="auto">
          <a:xfrm>
            <a:off x="24844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44" name="Oval 36"/>
          <p:cNvSpPr>
            <a:spLocks noChangeAspect="1" noChangeArrowheads="1"/>
          </p:cNvSpPr>
          <p:nvPr/>
        </p:nvSpPr>
        <p:spPr bwMode="auto">
          <a:xfrm>
            <a:off x="27892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45" name="Oval 37"/>
          <p:cNvSpPr>
            <a:spLocks noChangeAspect="1" noChangeArrowheads="1"/>
          </p:cNvSpPr>
          <p:nvPr/>
        </p:nvSpPr>
        <p:spPr bwMode="auto">
          <a:xfrm>
            <a:off x="30940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46" name="Oval 38"/>
          <p:cNvSpPr>
            <a:spLocks noChangeAspect="1" noChangeArrowheads="1"/>
          </p:cNvSpPr>
          <p:nvPr/>
        </p:nvSpPr>
        <p:spPr bwMode="auto">
          <a:xfrm>
            <a:off x="3398838" y="19351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68647" name="Oval 39"/>
          <p:cNvSpPr>
            <a:spLocks noChangeAspect="1" noChangeArrowheads="1"/>
          </p:cNvSpPr>
          <p:nvPr/>
        </p:nvSpPr>
        <p:spPr bwMode="auto">
          <a:xfrm>
            <a:off x="3703638" y="19351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48" name="Oval 40"/>
          <p:cNvSpPr>
            <a:spLocks noChangeAspect="1" noChangeArrowheads="1"/>
          </p:cNvSpPr>
          <p:nvPr/>
        </p:nvSpPr>
        <p:spPr bwMode="auto">
          <a:xfrm>
            <a:off x="40084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49" name="Oval 41"/>
          <p:cNvSpPr>
            <a:spLocks noChangeAspect="1" noChangeArrowheads="1"/>
          </p:cNvSpPr>
          <p:nvPr/>
        </p:nvSpPr>
        <p:spPr bwMode="auto">
          <a:xfrm>
            <a:off x="43132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50" name="Oval 42"/>
          <p:cNvSpPr>
            <a:spLocks noChangeAspect="1" noChangeArrowheads="1"/>
          </p:cNvSpPr>
          <p:nvPr/>
        </p:nvSpPr>
        <p:spPr bwMode="auto">
          <a:xfrm>
            <a:off x="46180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51" name="Oval 43"/>
          <p:cNvSpPr>
            <a:spLocks noChangeAspect="1" noChangeArrowheads="1"/>
          </p:cNvSpPr>
          <p:nvPr/>
        </p:nvSpPr>
        <p:spPr bwMode="auto">
          <a:xfrm>
            <a:off x="49228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52" name="Oval 44"/>
          <p:cNvSpPr>
            <a:spLocks noChangeAspect="1" noChangeArrowheads="1"/>
          </p:cNvSpPr>
          <p:nvPr/>
        </p:nvSpPr>
        <p:spPr bwMode="auto">
          <a:xfrm>
            <a:off x="5227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53" name="Oval 45"/>
          <p:cNvSpPr>
            <a:spLocks noChangeAspect="1" noChangeArrowheads="1"/>
          </p:cNvSpPr>
          <p:nvPr/>
        </p:nvSpPr>
        <p:spPr bwMode="auto">
          <a:xfrm>
            <a:off x="55324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54" name="Oval 46"/>
          <p:cNvSpPr>
            <a:spLocks noChangeAspect="1" noChangeArrowheads="1"/>
          </p:cNvSpPr>
          <p:nvPr/>
        </p:nvSpPr>
        <p:spPr bwMode="auto">
          <a:xfrm>
            <a:off x="5837238" y="19351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68655" name="Oval 47"/>
          <p:cNvSpPr>
            <a:spLocks noChangeAspect="1" noChangeArrowheads="1"/>
          </p:cNvSpPr>
          <p:nvPr/>
        </p:nvSpPr>
        <p:spPr bwMode="auto">
          <a:xfrm>
            <a:off x="6142038" y="19351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56" name="Oval 48"/>
          <p:cNvSpPr>
            <a:spLocks noChangeAspect="1" noChangeArrowheads="1"/>
          </p:cNvSpPr>
          <p:nvPr/>
        </p:nvSpPr>
        <p:spPr bwMode="auto">
          <a:xfrm>
            <a:off x="64468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57" name="Oval 49"/>
          <p:cNvSpPr>
            <a:spLocks noChangeAspect="1" noChangeArrowheads="1"/>
          </p:cNvSpPr>
          <p:nvPr/>
        </p:nvSpPr>
        <p:spPr bwMode="auto">
          <a:xfrm>
            <a:off x="6751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58" name="Oval 50"/>
          <p:cNvSpPr>
            <a:spLocks noChangeAspect="1" noChangeArrowheads="1"/>
          </p:cNvSpPr>
          <p:nvPr/>
        </p:nvSpPr>
        <p:spPr bwMode="auto">
          <a:xfrm>
            <a:off x="2179638" y="22399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68659" name="Oval 51"/>
          <p:cNvSpPr>
            <a:spLocks noChangeAspect="1" noChangeArrowheads="1"/>
          </p:cNvSpPr>
          <p:nvPr/>
        </p:nvSpPr>
        <p:spPr bwMode="auto">
          <a:xfrm>
            <a:off x="24844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60" name="Oval 52"/>
          <p:cNvSpPr>
            <a:spLocks noChangeAspect="1" noChangeArrowheads="1"/>
          </p:cNvSpPr>
          <p:nvPr/>
        </p:nvSpPr>
        <p:spPr bwMode="auto">
          <a:xfrm>
            <a:off x="27892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61" name="Oval 53"/>
          <p:cNvSpPr>
            <a:spLocks noChangeAspect="1" noChangeArrowheads="1"/>
          </p:cNvSpPr>
          <p:nvPr/>
        </p:nvSpPr>
        <p:spPr bwMode="auto">
          <a:xfrm>
            <a:off x="30940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62" name="Oval 54"/>
          <p:cNvSpPr>
            <a:spLocks noChangeAspect="1" noChangeArrowheads="1"/>
          </p:cNvSpPr>
          <p:nvPr/>
        </p:nvSpPr>
        <p:spPr bwMode="auto">
          <a:xfrm>
            <a:off x="33988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68663" name="Oval 55"/>
          <p:cNvSpPr>
            <a:spLocks noChangeAspect="1" noChangeArrowheads="1"/>
          </p:cNvSpPr>
          <p:nvPr/>
        </p:nvSpPr>
        <p:spPr bwMode="auto">
          <a:xfrm>
            <a:off x="37036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64" name="Oval 56"/>
          <p:cNvSpPr>
            <a:spLocks noChangeAspect="1" noChangeArrowheads="1"/>
          </p:cNvSpPr>
          <p:nvPr/>
        </p:nvSpPr>
        <p:spPr bwMode="auto">
          <a:xfrm>
            <a:off x="40084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65" name="Oval 57"/>
          <p:cNvSpPr>
            <a:spLocks noChangeAspect="1" noChangeArrowheads="1"/>
          </p:cNvSpPr>
          <p:nvPr/>
        </p:nvSpPr>
        <p:spPr bwMode="auto">
          <a:xfrm>
            <a:off x="43132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66" name="Oval 58"/>
          <p:cNvSpPr>
            <a:spLocks noChangeAspect="1" noChangeArrowheads="1"/>
          </p:cNvSpPr>
          <p:nvPr/>
        </p:nvSpPr>
        <p:spPr bwMode="auto">
          <a:xfrm>
            <a:off x="46180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67" name="Oval 59"/>
          <p:cNvSpPr>
            <a:spLocks noChangeAspect="1" noChangeArrowheads="1"/>
          </p:cNvSpPr>
          <p:nvPr/>
        </p:nvSpPr>
        <p:spPr bwMode="auto">
          <a:xfrm>
            <a:off x="49228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68" name="Oval 60"/>
          <p:cNvSpPr>
            <a:spLocks noChangeAspect="1" noChangeArrowheads="1"/>
          </p:cNvSpPr>
          <p:nvPr/>
        </p:nvSpPr>
        <p:spPr bwMode="auto">
          <a:xfrm>
            <a:off x="52276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69" name="Oval 61"/>
          <p:cNvSpPr>
            <a:spLocks noChangeAspect="1" noChangeArrowheads="1"/>
          </p:cNvSpPr>
          <p:nvPr/>
        </p:nvSpPr>
        <p:spPr bwMode="auto">
          <a:xfrm>
            <a:off x="55324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68670" name="Oval 62"/>
          <p:cNvSpPr>
            <a:spLocks noChangeAspect="1" noChangeArrowheads="1"/>
          </p:cNvSpPr>
          <p:nvPr/>
        </p:nvSpPr>
        <p:spPr bwMode="auto">
          <a:xfrm>
            <a:off x="58372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71" name="Oval 63"/>
          <p:cNvSpPr>
            <a:spLocks noChangeAspect="1" noChangeArrowheads="1"/>
          </p:cNvSpPr>
          <p:nvPr/>
        </p:nvSpPr>
        <p:spPr bwMode="auto">
          <a:xfrm>
            <a:off x="61420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72" name="Oval 64"/>
          <p:cNvSpPr>
            <a:spLocks noChangeAspect="1" noChangeArrowheads="1"/>
          </p:cNvSpPr>
          <p:nvPr/>
        </p:nvSpPr>
        <p:spPr bwMode="auto">
          <a:xfrm>
            <a:off x="64468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73" name="Oval 65"/>
          <p:cNvSpPr>
            <a:spLocks noChangeAspect="1" noChangeArrowheads="1"/>
          </p:cNvSpPr>
          <p:nvPr/>
        </p:nvSpPr>
        <p:spPr bwMode="auto">
          <a:xfrm>
            <a:off x="67516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74" name="Oval 66"/>
          <p:cNvSpPr>
            <a:spLocks noChangeAspect="1" noChangeArrowheads="1"/>
          </p:cNvSpPr>
          <p:nvPr/>
        </p:nvSpPr>
        <p:spPr bwMode="auto">
          <a:xfrm>
            <a:off x="2179638" y="25447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68675" name="Oval 67"/>
          <p:cNvSpPr>
            <a:spLocks noChangeAspect="1" noChangeArrowheads="1"/>
          </p:cNvSpPr>
          <p:nvPr/>
        </p:nvSpPr>
        <p:spPr bwMode="auto">
          <a:xfrm>
            <a:off x="24844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76" name="Oval 68"/>
          <p:cNvSpPr>
            <a:spLocks noChangeAspect="1" noChangeArrowheads="1"/>
          </p:cNvSpPr>
          <p:nvPr/>
        </p:nvSpPr>
        <p:spPr bwMode="auto">
          <a:xfrm>
            <a:off x="27892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77" name="Oval 69"/>
          <p:cNvSpPr>
            <a:spLocks noChangeAspect="1" noChangeArrowheads="1"/>
          </p:cNvSpPr>
          <p:nvPr/>
        </p:nvSpPr>
        <p:spPr bwMode="auto">
          <a:xfrm>
            <a:off x="3094038" y="25447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78" name="Oval 70"/>
          <p:cNvSpPr>
            <a:spLocks noChangeAspect="1" noChangeArrowheads="1"/>
          </p:cNvSpPr>
          <p:nvPr/>
        </p:nvSpPr>
        <p:spPr bwMode="auto">
          <a:xfrm>
            <a:off x="33988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68679" name="Oval 71"/>
          <p:cNvSpPr>
            <a:spLocks noChangeAspect="1" noChangeArrowheads="1"/>
          </p:cNvSpPr>
          <p:nvPr/>
        </p:nvSpPr>
        <p:spPr bwMode="auto">
          <a:xfrm>
            <a:off x="37036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80" name="Oval 72"/>
          <p:cNvSpPr>
            <a:spLocks noChangeAspect="1" noChangeArrowheads="1"/>
          </p:cNvSpPr>
          <p:nvPr/>
        </p:nvSpPr>
        <p:spPr bwMode="auto">
          <a:xfrm>
            <a:off x="40084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81" name="Oval 73"/>
          <p:cNvSpPr>
            <a:spLocks noChangeAspect="1" noChangeArrowheads="1"/>
          </p:cNvSpPr>
          <p:nvPr/>
        </p:nvSpPr>
        <p:spPr bwMode="auto">
          <a:xfrm>
            <a:off x="43132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82" name="Oval 74"/>
          <p:cNvSpPr>
            <a:spLocks noChangeAspect="1" noChangeArrowheads="1"/>
          </p:cNvSpPr>
          <p:nvPr/>
        </p:nvSpPr>
        <p:spPr bwMode="auto">
          <a:xfrm>
            <a:off x="46180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83" name="Oval 75"/>
          <p:cNvSpPr>
            <a:spLocks noChangeAspect="1" noChangeArrowheads="1"/>
          </p:cNvSpPr>
          <p:nvPr/>
        </p:nvSpPr>
        <p:spPr bwMode="auto">
          <a:xfrm>
            <a:off x="49228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84" name="Oval 76"/>
          <p:cNvSpPr>
            <a:spLocks noChangeAspect="1" noChangeArrowheads="1"/>
          </p:cNvSpPr>
          <p:nvPr/>
        </p:nvSpPr>
        <p:spPr bwMode="auto">
          <a:xfrm>
            <a:off x="52276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85" name="Oval 77"/>
          <p:cNvSpPr>
            <a:spLocks noChangeAspect="1" noChangeArrowheads="1"/>
          </p:cNvSpPr>
          <p:nvPr/>
        </p:nvSpPr>
        <p:spPr bwMode="auto">
          <a:xfrm>
            <a:off x="55324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86" name="Oval 78"/>
          <p:cNvSpPr>
            <a:spLocks noChangeAspect="1" noChangeArrowheads="1"/>
          </p:cNvSpPr>
          <p:nvPr/>
        </p:nvSpPr>
        <p:spPr bwMode="auto">
          <a:xfrm>
            <a:off x="58372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87" name="Oval 79"/>
          <p:cNvSpPr>
            <a:spLocks noChangeAspect="1" noChangeArrowheads="1"/>
          </p:cNvSpPr>
          <p:nvPr/>
        </p:nvSpPr>
        <p:spPr bwMode="auto">
          <a:xfrm>
            <a:off x="61420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88" name="Oval 80"/>
          <p:cNvSpPr>
            <a:spLocks noChangeAspect="1" noChangeArrowheads="1"/>
          </p:cNvSpPr>
          <p:nvPr/>
        </p:nvSpPr>
        <p:spPr bwMode="auto">
          <a:xfrm>
            <a:off x="6446838" y="25447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89" name="Oval 81"/>
          <p:cNvSpPr>
            <a:spLocks noChangeAspect="1" noChangeArrowheads="1"/>
          </p:cNvSpPr>
          <p:nvPr/>
        </p:nvSpPr>
        <p:spPr bwMode="auto">
          <a:xfrm>
            <a:off x="67516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90" name="Oval 82"/>
          <p:cNvSpPr>
            <a:spLocks noChangeAspect="1" noChangeArrowheads="1"/>
          </p:cNvSpPr>
          <p:nvPr/>
        </p:nvSpPr>
        <p:spPr bwMode="auto">
          <a:xfrm>
            <a:off x="2209800" y="28495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68691" name="Oval 83"/>
          <p:cNvSpPr>
            <a:spLocks noChangeAspect="1" noChangeArrowheads="1"/>
          </p:cNvSpPr>
          <p:nvPr/>
        </p:nvSpPr>
        <p:spPr bwMode="auto">
          <a:xfrm>
            <a:off x="25146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92" name="Oval 84"/>
          <p:cNvSpPr>
            <a:spLocks noChangeAspect="1" noChangeArrowheads="1"/>
          </p:cNvSpPr>
          <p:nvPr/>
        </p:nvSpPr>
        <p:spPr bwMode="auto">
          <a:xfrm>
            <a:off x="28194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93" name="Oval 85"/>
          <p:cNvSpPr>
            <a:spLocks noChangeAspect="1" noChangeArrowheads="1"/>
          </p:cNvSpPr>
          <p:nvPr/>
        </p:nvSpPr>
        <p:spPr bwMode="auto">
          <a:xfrm>
            <a:off x="31242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94" name="Oval 86"/>
          <p:cNvSpPr>
            <a:spLocks noChangeAspect="1" noChangeArrowheads="1"/>
          </p:cNvSpPr>
          <p:nvPr/>
        </p:nvSpPr>
        <p:spPr bwMode="auto">
          <a:xfrm>
            <a:off x="34290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68695" name="Oval 87"/>
          <p:cNvSpPr>
            <a:spLocks noChangeAspect="1" noChangeArrowheads="1"/>
          </p:cNvSpPr>
          <p:nvPr/>
        </p:nvSpPr>
        <p:spPr bwMode="auto">
          <a:xfrm>
            <a:off x="37338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96" name="Oval 88"/>
          <p:cNvSpPr>
            <a:spLocks noChangeAspect="1" noChangeArrowheads="1"/>
          </p:cNvSpPr>
          <p:nvPr/>
        </p:nvSpPr>
        <p:spPr bwMode="auto">
          <a:xfrm>
            <a:off x="40386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97" name="Oval 89"/>
          <p:cNvSpPr>
            <a:spLocks noChangeAspect="1" noChangeArrowheads="1"/>
          </p:cNvSpPr>
          <p:nvPr/>
        </p:nvSpPr>
        <p:spPr bwMode="auto">
          <a:xfrm>
            <a:off x="43434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98" name="Oval 90"/>
          <p:cNvSpPr>
            <a:spLocks noChangeAspect="1" noChangeArrowheads="1"/>
          </p:cNvSpPr>
          <p:nvPr/>
        </p:nvSpPr>
        <p:spPr bwMode="auto">
          <a:xfrm>
            <a:off x="46482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699" name="Oval 91"/>
          <p:cNvSpPr>
            <a:spLocks noChangeAspect="1" noChangeArrowheads="1"/>
          </p:cNvSpPr>
          <p:nvPr/>
        </p:nvSpPr>
        <p:spPr bwMode="auto">
          <a:xfrm>
            <a:off x="49530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00" name="Oval 92"/>
          <p:cNvSpPr>
            <a:spLocks noChangeAspect="1" noChangeArrowheads="1"/>
          </p:cNvSpPr>
          <p:nvPr/>
        </p:nvSpPr>
        <p:spPr bwMode="auto">
          <a:xfrm>
            <a:off x="52578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68701" name="Oval 93"/>
          <p:cNvSpPr>
            <a:spLocks noChangeAspect="1" noChangeArrowheads="1"/>
          </p:cNvSpPr>
          <p:nvPr/>
        </p:nvSpPr>
        <p:spPr bwMode="auto">
          <a:xfrm>
            <a:off x="55626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02" name="Oval 94"/>
          <p:cNvSpPr>
            <a:spLocks noChangeAspect="1" noChangeArrowheads="1"/>
          </p:cNvSpPr>
          <p:nvPr/>
        </p:nvSpPr>
        <p:spPr bwMode="auto">
          <a:xfrm>
            <a:off x="58674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03" name="Oval 95"/>
          <p:cNvSpPr>
            <a:spLocks noChangeAspect="1" noChangeArrowheads="1"/>
          </p:cNvSpPr>
          <p:nvPr/>
        </p:nvSpPr>
        <p:spPr bwMode="auto">
          <a:xfrm>
            <a:off x="61722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04" name="Oval 96"/>
          <p:cNvSpPr>
            <a:spLocks noChangeAspect="1" noChangeArrowheads="1"/>
          </p:cNvSpPr>
          <p:nvPr/>
        </p:nvSpPr>
        <p:spPr bwMode="auto">
          <a:xfrm>
            <a:off x="64770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05" name="Oval 97"/>
          <p:cNvSpPr>
            <a:spLocks noChangeAspect="1" noChangeArrowheads="1"/>
          </p:cNvSpPr>
          <p:nvPr/>
        </p:nvSpPr>
        <p:spPr bwMode="auto">
          <a:xfrm>
            <a:off x="67818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06" name="Oval 98"/>
          <p:cNvSpPr>
            <a:spLocks noChangeAspect="1" noChangeArrowheads="1"/>
          </p:cNvSpPr>
          <p:nvPr/>
        </p:nvSpPr>
        <p:spPr bwMode="auto">
          <a:xfrm>
            <a:off x="2209800" y="31543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68707" name="Oval 99"/>
          <p:cNvSpPr>
            <a:spLocks noChangeAspect="1" noChangeArrowheads="1"/>
          </p:cNvSpPr>
          <p:nvPr/>
        </p:nvSpPr>
        <p:spPr bwMode="auto">
          <a:xfrm>
            <a:off x="25146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08" name="Oval 100"/>
          <p:cNvSpPr>
            <a:spLocks noChangeAspect="1" noChangeArrowheads="1"/>
          </p:cNvSpPr>
          <p:nvPr/>
        </p:nvSpPr>
        <p:spPr bwMode="auto">
          <a:xfrm>
            <a:off x="28194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09" name="Oval 101"/>
          <p:cNvSpPr>
            <a:spLocks noChangeAspect="1" noChangeArrowheads="1"/>
          </p:cNvSpPr>
          <p:nvPr/>
        </p:nvSpPr>
        <p:spPr bwMode="auto">
          <a:xfrm>
            <a:off x="31242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10" name="Oval 102"/>
          <p:cNvSpPr>
            <a:spLocks noChangeAspect="1" noChangeArrowheads="1"/>
          </p:cNvSpPr>
          <p:nvPr/>
        </p:nvSpPr>
        <p:spPr bwMode="auto">
          <a:xfrm>
            <a:off x="34290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68711" name="Oval 103"/>
          <p:cNvSpPr>
            <a:spLocks noChangeAspect="1" noChangeArrowheads="1"/>
          </p:cNvSpPr>
          <p:nvPr/>
        </p:nvSpPr>
        <p:spPr bwMode="auto">
          <a:xfrm>
            <a:off x="37338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12" name="Oval 104"/>
          <p:cNvSpPr>
            <a:spLocks noChangeAspect="1" noChangeArrowheads="1"/>
          </p:cNvSpPr>
          <p:nvPr/>
        </p:nvSpPr>
        <p:spPr bwMode="auto">
          <a:xfrm>
            <a:off x="40386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13" name="Oval 105"/>
          <p:cNvSpPr>
            <a:spLocks noChangeAspect="1" noChangeArrowheads="1"/>
          </p:cNvSpPr>
          <p:nvPr/>
        </p:nvSpPr>
        <p:spPr bwMode="auto">
          <a:xfrm>
            <a:off x="43434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14" name="Oval 106"/>
          <p:cNvSpPr>
            <a:spLocks noChangeAspect="1" noChangeArrowheads="1"/>
          </p:cNvSpPr>
          <p:nvPr/>
        </p:nvSpPr>
        <p:spPr bwMode="auto">
          <a:xfrm>
            <a:off x="46482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15" name="Oval 107"/>
          <p:cNvSpPr>
            <a:spLocks noChangeAspect="1" noChangeArrowheads="1"/>
          </p:cNvSpPr>
          <p:nvPr/>
        </p:nvSpPr>
        <p:spPr bwMode="auto">
          <a:xfrm>
            <a:off x="49530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16" name="Oval 108"/>
          <p:cNvSpPr>
            <a:spLocks noChangeAspect="1" noChangeArrowheads="1"/>
          </p:cNvSpPr>
          <p:nvPr/>
        </p:nvSpPr>
        <p:spPr bwMode="auto">
          <a:xfrm>
            <a:off x="52578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17" name="Oval 109"/>
          <p:cNvSpPr>
            <a:spLocks noChangeAspect="1" noChangeArrowheads="1"/>
          </p:cNvSpPr>
          <p:nvPr/>
        </p:nvSpPr>
        <p:spPr bwMode="auto">
          <a:xfrm>
            <a:off x="55626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18" name="Oval 110"/>
          <p:cNvSpPr>
            <a:spLocks noChangeAspect="1" noChangeArrowheads="1"/>
          </p:cNvSpPr>
          <p:nvPr/>
        </p:nvSpPr>
        <p:spPr bwMode="auto">
          <a:xfrm>
            <a:off x="58674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S</a:t>
            </a:r>
          </a:p>
        </p:txBody>
      </p:sp>
      <p:sp>
        <p:nvSpPr>
          <p:cNvPr id="68719" name="Oval 111"/>
          <p:cNvSpPr>
            <a:spLocks noChangeAspect="1" noChangeArrowheads="1"/>
          </p:cNvSpPr>
          <p:nvPr/>
        </p:nvSpPr>
        <p:spPr bwMode="auto">
          <a:xfrm>
            <a:off x="61722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20" name="Oval 112"/>
          <p:cNvSpPr>
            <a:spLocks noChangeAspect="1" noChangeArrowheads="1"/>
          </p:cNvSpPr>
          <p:nvPr/>
        </p:nvSpPr>
        <p:spPr bwMode="auto">
          <a:xfrm>
            <a:off x="64770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21" name="Oval 113"/>
          <p:cNvSpPr>
            <a:spLocks noChangeAspect="1" noChangeArrowheads="1"/>
          </p:cNvSpPr>
          <p:nvPr/>
        </p:nvSpPr>
        <p:spPr bwMode="auto">
          <a:xfrm>
            <a:off x="67818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22" name="Oval 114"/>
          <p:cNvSpPr>
            <a:spLocks noChangeAspect="1" noChangeArrowheads="1"/>
          </p:cNvSpPr>
          <p:nvPr/>
        </p:nvSpPr>
        <p:spPr bwMode="auto">
          <a:xfrm>
            <a:off x="2209800" y="3459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68723" name="Oval 115"/>
          <p:cNvSpPr>
            <a:spLocks noChangeAspect="1" noChangeArrowheads="1"/>
          </p:cNvSpPr>
          <p:nvPr/>
        </p:nvSpPr>
        <p:spPr bwMode="auto">
          <a:xfrm>
            <a:off x="25146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24" name="Oval 116"/>
          <p:cNvSpPr>
            <a:spLocks noChangeAspect="1" noChangeArrowheads="1"/>
          </p:cNvSpPr>
          <p:nvPr/>
        </p:nvSpPr>
        <p:spPr bwMode="auto">
          <a:xfrm>
            <a:off x="28194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25" name="Oval 117"/>
          <p:cNvSpPr>
            <a:spLocks noChangeAspect="1" noChangeArrowheads="1"/>
          </p:cNvSpPr>
          <p:nvPr/>
        </p:nvSpPr>
        <p:spPr bwMode="auto">
          <a:xfrm>
            <a:off x="31242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26" name="Oval 118"/>
          <p:cNvSpPr>
            <a:spLocks noChangeAspect="1" noChangeArrowheads="1"/>
          </p:cNvSpPr>
          <p:nvPr/>
        </p:nvSpPr>
        <p:spPr bwMode="auto">
          <a:xfrm>
            <a:off x="3429000" y="34591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68727" name="Oval 119"/>
          <p:cNvSpPr>
            <a:spLocks noChangeAspect="1" noChangeArrowheads="1"/>
          </p:cNvSpPr>
          <p:nvPr/>
        </p:nvSpPr>
        <p:spPr bwMode="auto">
          <a:xfrm>
            <a:off x="3733800" y="34591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28" name="Oval 120"/>
          <p:cNvSpPr>
            <a:spLocks noChangeAspect="1" noChangeArrowheads="1"/>
          </p:cNvSpPr>
          <p:nvPr/>
        </p:nvSpPr>
        <p:spPr bwMode="auto">
          <a:xfrm>
            <a:off x="40386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29" name="Oval 121"/>
          <p:cNvSpPr>
            <a:spLocks noChangeAspect="1" noChangeArrowheads="1"/>
          </p:cNvSpPr>
          <p:nvPr/>
        </p:nvSpPr>
        <p:spPr bwMode="auto">
          <a:xfrm>
            <a:off x="43434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30" name="Oval 122"/>
          <p:cNvSpPr>
            <a:spLocks noChangeAspect="1" noChangeArrowheads="1"/>
          </p:cNvSpPr>
          <p:nvPr/>
        </p:nvSpPr>
        <p:spPr bwMode="auto">
          <a:xfrm>
            <a:off x="46482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31" name="Oval 123"/>
          <p:cNvSpPr>
            <a:spLocks noChangeAspect="1" noChangeArrowheads="1"/>
          </p:cNvSpPr>
          <p:nvPr/>
        </p:nvSpPr>
        <p:spPr bwMode="auto">
          <a:xfrm>
            <a:off x="49530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32" name="Oval 124"/>
          <p:cNvSpPr>
            <a:spLocks noChangeAspect="1" noChangeArrowheads="1"/>
          </p:cNvSpPr>
          <p:nvPr/>
        </p:nvSpPr>
        <p:spPr bwMode="auto">
          <a:xfrm>
            <a:off x="5257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68733" name="Oval 125"/>
          <p:cNvSpPr>
            <a:spLocks noChangeAspect="1" noChangeArrowheads="1"/>
          </p:cNvSpPr>
          <p:nvPr/>
        </p:nvSpPr>
        <p:spPr bwMode="auto">
          <a:xfrm>
            <a:off x="55626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34" name="Oval 126"/>
          <p:cNvSpPr>
            <a:spLocks noChangeAspect="1" noChangeArrowheads="1"/>
          </p:cNvSpPr>
          <p:nvPr/>
        </p:nvSpPr>
        <p:spPr bwMode="auto">
          <a:xfrm>
            <a:off x="58674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35" name="Oval 127"/>
          <p:cNvSpPr>
            <a:spLocks noChangeAspect="1" noChangeArrowheads="1"/>
          </p:cNvSpPr>
          <p:nvPr/>
        </p:nvSpPr>
        <p:spPr bwMode="auto">
          <a:xfrm>
            <a:off x="61722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36" name="Oval 128"/>
          <p:cNvSpPr>
            <a:spLocks noChangeAspect="1" noChangeArrowheads="1"/>
          </p:cNvSpPr>
          <p:nvPr/>
        </p:nvSpPr>
        <p:spPr bwMode="auto">
          <a:xfrm>
            <a:off x="64770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37" name="Oval 129"/>
          <p:cNvSpPr>
            <a:spLocks noChangeAspect="1" noChangeArrowheads="1"/>
          </p:cNvSpPr>
          <p:nvPr/>
        </p:nvSpPr>
        <p:spPr bwMode="auto">
          <a:xfrm>
            <a:off x="6781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38" name="Oval 130"/>
          <p:cNvSpPr>
            <a:spLocks noChangeAspect="1" noChangeArrowheads="1"/>
          </p:cNvSpPr>
          <p:nvPr/>
        </p:nvSpPr>
        <p:spPr bwMode="auto">
          <a:xfrm>
            <a:off x="2209800" y="37639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68739" name="Oval 131"/>
          <p:cNvSpPr>
            <a:spLocks noChangeAspect="1" noChangeArrowheads="1"/>
          </p:cNvSpPr>
          <p:nvPr/>
        </p:nvSpPr>
        <p:spPr bwMode="auto">
          <a:xfrm>
            <a:off x="2514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40" name="Oval 132"/>
          <p:cNvSpPr>
            <a:spLocks noChangeAspect="1" noChangeArrowheads="1"/>
          </p:cNvSpPr>
          <p:nvPr/>
        </p:nvSpPr>
        <p:spPr bwMode="auto">
          <a:xfrm>
            <a:off x="2819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41" name="Oval 133"/>
          <p:cNvSpPr>
            <a:spLocks noChangeAspect="1" noChangeArrowheads="1"/>
          </p:cNvSpPr>
          <p:nvPr/>
        </p:nvSpPr>
        <p:spPr bwMode="auto">
          <a:xfrm>
            <a:off x="3124200" y="37639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42" name="Oval 134"/>
          <p:cNvSpPr>
            <a:spLocks noChangeAspect="1" noChangeArrowheads="1"/>
          </p:cNvSpPr>
          <p:nvPr/>
        </p:nvSpPr>
        <p:spPr bwMode="auto">
          <a:xfrm>
            <a:off x="3429000" y="37639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68743" name="Oval 135"/>
          <p:cNvSpPr>
            <a:spLocks noChangeAspect="1" noChangeArrowheads="1"/>
          </p:cNvSpPr>
          <p:nvPr/>
        </p:nvSpPr>
        <p:spPr bwMode="auto">
          <a:xfrm>
            <a:off x="3733800" y="37639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44" name="Oval 136"/>
          <p:cNvSpPr>
            <a:spLocks noChangeAspect="1" noChangeArrowheads="1"/>
          </p:cNvSpPr>
          <p:nvPr/>
        </p:nvSpPr>
        <p:spPr bwMode="auto">
          <a:xfrm>
            <a:off x="4038600" y="37639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45" name="Oval 137"/>
          <p:cNvSpPr>
            <a:spLocks noChangeAspect="1" noChangeArrowheads="1"/>
          </p:cNvSpPr>
          <p:nvPr/>
        </p:nvSpPr>
        <p:spPr bwMode="auto">
          <a:xfrm>
            <a:off x="4343400" y="37639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46" name="Oval 138"/>
          <p:cNvSpPr>
            <a:spLocks noChangeAspect="1" noChangeArrowheads="1"/>
          </p:cNvSpPr>
          <p:nvPr/>
        </p:nvSpPr>
        <p:spPr bwMode="auto">
          <a:xfrm>
            <a:off x="4648200" y="37639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47" name="Oval 139"/>
          <p:cNvSpPr>
            <a:spLocks noChangeAspect="1" noChangeArrowheads="1"/>
          </p:cNvSpPr>
          <p:nvPr/>
        </p:nvSpPr>
        <p:spPr bwMode="auto">
          <a:xfrm>
            <a:off x="4953000" y="37639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48" name="Oval 140"/>
          <p:cNvSpPr>
            <a:spLocks noChangeAspect="1" noChangeArrowheads="1"/>
          </p:cNvSpPr>
          <p:nvPr/>
        </p:nvSpPr>
        <p:spPr bwMode="auto">
          <a:xfrm>
            <a:off x="5257800" y="37639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49" name="Oval 141"/>
          <p:cNvSpPr>
            <a:spLocks noChangeAspect="1" noChangeArrowheads="1"/>
          </p:cNvSpPr>
          <p:nvPr/>
        </p:nvSpPr>
        <p:spPr bwMode="auto">
          <a:xfrm>
            <a:off x="5562600" y="37639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50" name="Oval 142"/>
          <p:cNvSpPr>
            <a:spLocks noChangeAspect="1" noChangeArrowheads="1"/>
          </p:cNvSpPr>
          <p:nvPr/>
        </p:nvSpPr>
        <p:spPr bwMode="auto">
          <a:xfrm>
            <a:off x="5867400" y="37639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51" name="Oval 143"/>
          <p:cNvSpPr>
            <a:spLocks noChangeAspect="1" noChangeArrowheads="1"/>
          </p:cNvSpPr>
          <p:nvPr/>
        </p:nvSpPr>
        <p:spPr bwMode="auto">
          <a:xfrm>
            <a:off x="6172200" y="37639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52" name="Oval 144"/>
          <p:cNvSpPr>
            <a:spLocks noChangeAspect="1" noChangeArrowheads="1"/>
          </p:cNvSpPr>
          <p:nvPr/>
        </p:nvSpPr>
        <p:spPr bwMode="auto">
          <a:xfrm>
            <a:off x="6477000" y="37639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53" name="Oval 145"/>
          <p:cNvSpPr>
            <a:spLocks noChangeAspect="1" noChangeArrowheads="1"/>
          </p:cNvSpPr>
          <p:nvPr/>
        </p:nvSpPr>
        <p:spPr bwMode="auto">
          <a:xfrm>
            <a:off x="6781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54" name="Oval 146"/>
          <p:cNvSpPr>
            <a:spLocks noChangeAspect="1" noChangeArrowheads="1"/>
          </p:cNvSpPr>
          <p:nvPr/>
        </p:nvSpPr>
        <p:spPr bwMode="auto">
          <a:xfrm>
            <a:off x="2209800" y="40687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68755" name="Oval 147"/>
          <p:cNvSpPr>
            <a:spLocks noChangeAspect="1" noChangeArrowheads="1"/>
          </p:cNvSpPr>
          <p:nvPr/>
        </p:nvSpPr>
        <p:spPr bwMode="auto">
          <a:xfrm>
            <a:off x="2514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56" name="Oval 148"/>
          <p:cNvSpPr>
            <a:spLocks noChangeAspect="1" noChangeArrowheads="1"/>
          </p:cNvSpPr>
          <p:nvPr/>
        </p:nvSpPr>
        <p:spPr bwMode="auto">
          <a:xfrm>
            <a:off x="2819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57" name="Oval 149"/>
          <p:cNvSpPr>
            <a:spLocks noChangeAspect="1" noChangeArrowheads="1"/>
          </p:cNvSpPr>
          <p:nvPr/>
        </p:nvSpPr>
        <p:spPr bwMode="auto">
          <a:xfrm>
            <a:off x="3124200" y="40687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58" name="Oval 150"/>
          <p:cNvSpPr>
            <a:spLocks noChangeAspect="1" noChangeArrowheads="1"/>
          </p:cNvSpPr>
          <p:nvPr/>
        </p:nvSpPr>
        <p:spPr bwMode="auto">
          <a:xfrm>
            <a:off x="3429000" y="40687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12</a:t>
            </a:r>
          </a:p>
        </p:txBody>
      </p:sp>
      <p:sp>
        <p:nvSpPr>
          <p:cNvPr id="68759" name="Oval 151"/>
          <p:cNvSpPr>
            <a:spLocks noChangeAspect="1" noChangeArrowheads="1"/>
          </p:cNvSpPr>
          <p:nvPr/>
        </p:nvSpPr>
        <p:spPr bwMode="auto">
          <a:xfrm>
            <a:off x="3733800" y="40687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60" name="Oval 152"/>
          <p:cNvSpPr>
            <a:spLocks noChangeAspect="1" noChangeArrowheads="1"/>
          </p:cNvSpPr>
          <p:nvPr/>
        </p:nvSpPr>
        <p:spPr bwMode="auto">
          <a:xfrm>
            <a:off x="4038600" y="40687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61" name="Oval 153"/>
          <p:cNvSpPr>
            <a:spLocks noChangeAspect="1" noChangeArrowheads="1"/>
          </p:cNvSpPr>
          <p:nvPr/>
        </p:nvSpPr>
        <p:spPr bwMode="auto">
          <a:xfrm>
            <a:off x="4343400" y="40687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62" name="Oval 154"/>
          <p:cNvSpPr>
            <a:spLocks noChangeAspect="1" noChangeArrowheads="1"/>
          </p:cNvSpPr>
          <p:nvPr/>
        </p:nvSpPr>
        <p:spPr bwMode="auto">
          <a:xfrm>
            <a:off x="4648200" y="40687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63" name="Oval 155"/>
          <p:cNvSpPr>
            <a:spLocks noChangeAspect="1" noChangeArrowheads="1"/>
          </p:cNvSpPr>
          <p:nvPr/>
        </p:nvSpPr>
        <p:spPr bwMode="auto">
          <a:xfrm>
            <a:off x="4953000" y="40687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64" name="Oval 156"/>
          <p:cNvSpPr>
            <a:spLocks noChangeAspect="1" noChangeArrowheads="1"/>
          </p:cNvSpPr>
          <p:nvPr/>
        </p:nvSpPr>
        <p:spPr bwMode="auto">
          <a:xfrm>
            <a:off x="5257800" y="40687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65" name="Oval 157"/>
          <p:cNvSpPr>
            <a:spLocks noChangeAspect="1" noChangeArrowheads="1"/>
          </p:cNvSpPr>
          <p:nvPr/>
        </p:nvSpPr>
        <p:spPr bwMode="auto">
          <a:xfrm>
            <a:off x="5562600" y="40687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66" name="Oval 158"/>
          <p:cNvSpPr>
            <a:spLocks noChangeAspect="1" noChangeArrowheads="1"/>
          </p:cNvSpPr>
          <p:nvPr/>
        </p:nvSpPr>
        <p:spPr bwMode="auto">
          <a:xfrm>
            <a:off x="5867400" y="40687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67" name="Oval 159"/>
          <p:cNvSpPr>
            <a:spLocks noChangeAspect="1" noChangeArrowheads="1"/>
          </p:cNvSpPr>
          <p:nvPr/>
        </p:nvSpPr>
        <p:spPr bwMode="auto">
          <a:xfrm>
            <a:off x="6172200" y="40687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68" name="Oval 160"/>
          <p:cNvSpPr>
            <a:spLocks noChangeAspect="1" noChangeArrowheads="1"/>
          </p:cNvSpPr>
          <p:nvPr/>
        </p:nvSpPr>
        <p:spPr bwMode="auto">
          <a:xfrm>
            <a:off x="6477000" y="40687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69" name="Oval 161"/>
          <p:cNvSpPr>
            <a:spLocks noChangeAspect="1" noChangeArrowheads="1"/>
          </p:cNvSpPr>
          <p:nvPr/>
        </p:nvSpPr>
        <p:spPr bwMode="auto">
          <a:xfrm>
            <a:off x="6781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70" name="Oval 162"/>
          <p:cNvSpPr>
            <a:spLocks noChangeAspect="1" noChangeArrowheads="1"/>
          </p:cNvSpPr>
          <p:nvPr/>
        </p:nvSpPr>
        <p:spPr bwMode="auto">
          <a:xfrm>
            <a:off x="2209800" y="43735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68771" name="Oval 163"/>
          <p:cNvSpPr>
            <a:spLocks noChangeAspect="1" noChangeArrowheads="1"/>
          </p:cNvSpPr>
          <p:nvPr/>
        </p:nvSpPr>
        <p:spPr bwMode="auto">
          <a:xfrm>
            <a:off x="25146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72" name="Oval 164"/>
          <p:cNvSpPr>
            <a:spLocks noChangeAspect="1" noChangeArrowheads="1"/>
          </p:cNvSpPr>
          <p:nvPr/>
        </p:nvSpPr>
        <p:spPr bwMode="auto">
          <a:xfrm>
            <a:off x="28194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73" name="Oval 165"/>
          <p:cNvSpPr>
            <a:spLocks noChangeAspect="1" noChangeArrowheads="1"/>
          </p:cNvSpPr>
          <p:nvPr/>
        </p:nvSpPr>
        <p:spPr bwMode="auto">
          <a:xfrm>
            <a:off x="3124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74" name="Oval 166"/>
          <p:cNvSpPr>
            <a:spLocks noChangeAspect="1" noChangeArrowheads="1"/>
          </p:cNvSpPr>
          <p:nvPr/>
        </p:nvSpPr>
        <p:spPr bwMode="auto">
          <a:xfrm>
            <a:off x="3429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75" name="Oval 167"/>
          <p:cNvSpPr>
            <a:spLocks noChangeAspect="1" noChangeArrowheads="1"/>
          </p:cNvSpPr>
          <p:nvPr/>
        </p:nvSpPr>
        <p:spPr bwMode="auto">
          <a:xfrm>
            <a:off x="37338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76" name="Oval 168"/>
          <p:cNvSpPr>
            <a:spLocks noChangeAspect="1" noChangeArrowheads="1"/>
          </p:cNvSpPr>
          <p:nvPr/>
        </p:nvSpPr>
        <p:spPr bwMode="auto">
          <a:xfrm>
            <a:off x="40386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77" name="Oval 169"/>
          <p:cNvSpPr>
            <a:spLocks noChangeAspect="1" noChangeArrowheads="1"/>
          </p:cNvSpPr>
          <p:nvPr/>
        </p:nvSpPr>
        <p:spPr bwMode="auto">
          <a:xfrm>
            <a:off x="43434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78" name="Oval 170"/>
          <p:cNvSpPr>
            <a:spLocks noChangeAspect="1" noChangeArrowheads="1"/>
          </p:cNvSpPr>
          <p:nvPr/>
        </p:nvSpPr>
        <p:spPr bwMode="auto">
          <a:xfrm>
            <a:off x="4648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79" name="Oval 171"/>
          <p:cNvSpPr>
            <a:spLocks noChangeAspect="1" noChangeArrowheads="1"/>
          </p:cNvSpPr>
          <p:nvPr/>
        </p:nvSpPr>
        <p:spPr bwMode="auto">
          <a:xfrm>
            <a:off x="4953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80" name="Oval 172"/>
          <p:cNvSpPr>
            <a:spLocks noChangeAspect="1" noChangeArrowheads="1"/>
          </p:cNvSpPr>
          <p:nvPr/>
        </p:nvSpPr>
        <p:spPr bwMode="auto">
          <a:xfrm>
            <a:off x="52578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81" name="Oval 173"/>
          <p:cNvSpPr>
            <a:spLocks noChangeAspect="1" noChangeArrowheads="1"/>
          </p:cNvSpPr>
          <p:nvPr/>
        </p:nvSpPr>
        <p:spPr bwMode="auto">
          <a:xfrm>
            <a:off x="55626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82" name="Oval 174"/>
          <p:cNvSpPr>
            <a:spLocks noChangeAspect="1" noChangeArrowheads="1"/>
          </p:cNvSpPr>
          <p:nvPr/>
        </p:nvSpPr>
        <p:spPr bwMode="auto">
          <a:xfrm>
            <a:off x="58674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83" name="Oval 175"/>
          <p:cNvSpPr>
            <a:spLocks noChangeAspect="1" noChangeArrowheads="1"/>
          </p:cNvSpPr>
          <p:nvPr/>
        </p:nvSpPr>
        <p:spPr bwMode="auto">
          <a:xfrm>
            <a:off x="6172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84" name="Oval 176"/>
          <p:cNvSpPr>
            <a:spLocks noChangeAspect="1" noChangeArrowheads="1"/>
          </p:cNvSpPr>
          <p:nvPr/>
        </p:nvSpPr>
        <p:spPr bwMode="auto">
          <a:xfrm>
            <a:off x="6477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85" name="Oval 177"/>
          <p:cNvSpPr>
            <a:spLocks noChangeAspect="1" noChangeArrowheads="1"/>
          </p:cNvSpPr>
          <p:nvPr/>
        </p:nvSpPr>
        <p:spPr bwMode="auto">
          <a:xfrm>
            <a:off x="67818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86" name="Oval 178"/>
          <p:cNvSpPr>
            <a:spLocks noChangeAspect="1" noChangeArrowheads="1"/>
          </p:cNvSpPr>
          <p:nvPr/>
        </p:nvSpPr>
        <p:spPr bwMode="auto">
          <a:xfrm>
            <a:off x="2209800" y="46783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0</a:t>
            </a:r>
          </a:p>
        </p:txBody>
      </p:sp>
      <p:sp>
        <p:nvSpPr>
          <p:cNvPr id="68787" name="Oval 179"/>
          <p:cNvSpPr>
            <a:spLocks noChangeAspect="1" noChangeArrowheads="1"/>
          </p:cNvSpPr>
          <p:nvPr/>
        </p:nvSpPr>
        <p:spPr bwMode="auto">
          <a:xfrm>
            <a:off x="2514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88" name="Oval 180"/>
          <p:cNvSpPr>
            <a:spLocks noChangeAspect="1" noChangeArrowheads="1"/>
          </p:cNvSpPr>
          <p:nvPr/>
        </p:nvSpPr>
        <p:spPr bwMode="auto">
          <a:xfrm>
            <a:off x="2819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89" name="Oval 181"/>
          <p:cNvSpPr>
            <a:spLocks noChangeAspect="1" noChangeArrowheads="1"/>
          </p:cNvSpPr>
          <p:nvPr/>
        </p:nvSpPr>
        <p:spPr bwMode="auto">
          <a:xfrm>
            <a:off x="3124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90" name="Oval 182"/>
          <p:cNvSpPr>
            <a:spLocks noChangeAspect="1" noChangeArrowheads="1"/>
          </p:cNvSpPr>
          <p:nvPr/>
        </p:nvSpPr>
        <p:spPr bwMode="auto">
          <a:xfrm>
            <a:off x="3429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91" name="Oval 183"/>
          <p:cNvSpPr>
            <a:spLocks noChangeAspect="1" noChangeArrowheads="1"/>
          </p:cNvSpPr>
          <p:nvPr/>
        </p:nvSpPr>
        <p:spPr bwMode="auto">
          <a:xfrm>
            <a:off x="3733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92" name="Oval 184"/>
          <p:cNvSpPr>
            <a:spLocks noChangeAspect="1" noChangeArrowheads="1"/>
          </p:cNvSpPr>
          <p:nvPr/>
        </p:nvSpPr>
        <p:spPr bwMode="auto">
          <a:xfrm>
            <a:off x="4038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93" name="Oval 185"/>
          <p:cNvSpPr>
            <a:spLocks noChangeAspect="1" noChangeArrowheads="1"/>
          </p:cNvSpPr>
          <p:nvPr/>
        </p:nvSpPr>
        <p:spPr bwMode="auto">
          <a:xfrm>
            <a:off x="4343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94" name="Oval 186"/>
          <p:cNvSpPr>
            <a:spLocks noChangeAspect="1" noChangeArrowheads="1"/>
          </p:cNvSpPr>
          <p:nvPr/>
        </p:nvSpPr>
        <p:spPr bwMode="auto">
          <a:xfrm>
            <a:off x="4648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95" name="Oval 187"/>
          <p:cNvSpPr>
            <a:spLocks noChangeAspect="1" noChangeArrowheads="1"/>
          </p:cNvSpPr>
          <p:nvPr/>
        </p:nvSpPr>
        <p:spPr bwMode="auto">
          <a:xfrm>
            <a:off x="4953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96" name="Oval 188"/>
          <p:cNvSpPr>
            <a:spLocks noChangeAspect="1" noChangeArrowheads="1"/>
          </p:cNvSpPr>
          <p:nvPr/>
        </p:nvSpPr>
        <p:spPr bwMode="auto">
          <a:xfrm>
            <a:off x="5257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97" name="Oval 189"/>
          <p:cNvSpPr>
            <a:spLocks noChangeAspect="1" noChangeArrowheads="1"/>
          </p:cNvSpPr>
          <p:nvPr/>
        </p:nvSpPr>
        <p:spPr bwMode="auto">
          <a:xfrm>
            <a:off x="5562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98" name="Oval 190"/>
          <p:cNvSpPr>
            <a:spLocks noChangeAspect="1" noChangeArrowheads="1"/>
          </p:cNvSpPr>
          <p:nvPr/>
        </p:nvSpPr>
        <p:spPr bwMode="auto">
          <a:xfrm>
            <a:off x="5867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799" name="Oval 191"/>
          <p:cNvSpPr>
            <a:spLocks noChangeAspect="1" noChangeArrowheads="1"/>
          </p:cNvSpPr>
          <p:nvPr/>
        </p:nvSpPr>
        <p:spPr bwMode="auto">
          <a:xfrm>
            <a:off x="6172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800" name="Oval 192"/>
          <p:cNvSpPr>
            <a:spLocks noChangeAspect="1" noChangeArrowheads="1"/>
          </p:cNvSpPr>
          <p:nvPr/>
        </p:nvSpPr>
        <p:spPr bwMode="auto">
          <a:xfrm>
            <a:off x="6477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801" name="Oval 193"/>
          <p:cNvSpPr>
            <a:spLocks noChangeAspect="1" noChangeArrowheads="1"/>
          </p:cNvSpPr>
          <p:nvPr/>
        </p:nvSpPr>
        <p:spPr bwMode="auto">
          <a:xfrm>
            <a:off x="6781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8802" name="Oval 194"/>
          <p:cNvSpPr>
            <a:spLocks noChangeAspect="1" noChangeArrowheads="1"/>
          </p:cNvSpPr>
          <p:nvPr/>
        </p:nvSpPr>
        <p:spPr bwMode="auto">
          <a:xfrm>
            <a:off x="2209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8803" name="Oval 195"/>
          <p:cNvSpPr>
            <a:spLocks noChangeAspect="1" noChangeArrowheads="1"/>
          </p:cNvSpPr>
          <p:nvPr/>
        </p:nvSpPr>
        <p:spPr bwMode="auto">
          <a:xfrm>
            <a:off x="2514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0</a:t>
            </a:r>
          </a:p>
        </p:txBody>
      </p:sp>
      <p:sp>
        <p:nvSpPr>
          <p:cNvPr id="68804" name="Oval 196"/>
          <p:cNvSpPr>
            <a:spLocks noChangeAspect="1" noChangeArrowheads="1"/>
          </p:cNvSpPr>
          <p:nvPr/>
        </p:nvSpPr>
        <p:spPr bwMode="auto">
          <a:xfrm>
            <a:off x="2819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68805" name="Oval 197"/>
          <p:cNvSpPr>
            <a:spLocks noChangeAspect="1" noChangeArrowheads="1"/>
          </p:cNvSpPr>
          <p:nvPr/>
        </p:nvSpPr>
        <p:spPr bwMode="auto">
          <a:xfrm>
            <a:off x="3124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68806" name="Oval 198"/>
          <p:cNvSpPr>
            <a:spLocks noChangeAspect="1" noChangeArrowheads="1"/>
          </p:cNvSpPr>
          <p:nvPr/>
        </p:nvSpPr>
        <p:spPr bwMode="auto">
          <a:xfrm>
            <a:off x="3429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68807" name="Oval 199"/>
          <p:cNvSpPr>
            <a:spLocks noChangeAspect="1" noChangeArrowheads="1"/>
          </p:cNvSpPr>
          <p:nvPr/>
        </p:nvSpPr>
        <p:spPr bwMode="auto">
          <a:xfrm>
            <a:off x="3733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68808" name="Oval 200"/>
          <p:cNvSpPr>
            <a:spLocks noChangeAspect="1" noChangeArrowheads="1"/>
          </p:cNvSpPr>
          <p:nvPr/>
        </p:nvSpPr>
        <p:spPr bwMode="auto">
          <a:xfrm>
            <a:off x="4038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68809" name="Oval 201"/>
          <p:cNvSpPr>
            <a:spLocks noChangeAspect="1" noChangeArrowheads="1"/>
          </p:cNvSpPr>
          <p:nvPr/>
        </p:nvSpPr>
        <p:spPr bwMode="auto">
          <a:xfrm>
            <a:off x="4343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68810" name="Oval 202"/>
          <p:cNvSpPr>
            <a:spLocks noChangeAspect="1" noChangeArrowheads="1"/>
          </p:cNvSpPr>
          <p:nvPr/>
        </p:nvSpPr>
        <p:spPr bwMode="auto">
          <a:xfrm>
            <a:off x="4648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68811" name="Oval 203"/>
          <p:cNvSpPr>
            <a:spLocks noChangeAspect="1" noChangeArrowheads="1"/>
          </p:cNvSpPr>
          <p:nvPr/>
        </p:nvSpPr>
        <p:spPr bwMode="auto">
          <a:xfrm>
            <a:off x="4953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68812" name="Oval 204"/>
          <p:cNvSpPr>
            <a:spLocks noChangeAspect="1" noChangeArrowheads="1"/>
          </p:cNvSpPr>
          <p:nvPr/>
        </p:nvSpPr>
        <p:spPr bwMode="auto">
          <a:xfrm>
            <a:off x="5257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68813" name="Oval 205"/>
          <p:cNvSpPr>
            <a:spLocks noChangeAspect="1" noChangeArrowheads="1"/>
          </p:cNvSpPr>
          <p:nvPr/>
        </p:nvSpPr>
        <p:spPr bwMode="auto">
          <a:xfrm>
            <a:off x="5562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68814" name="Oval 206"/>
          <p:cNvSpPr>
            <a:spLocks noChangeAspect="1" noChangeArrowheads="1"/>
          </p:cNvSpPr>
          <p:nvPr/>
        </p:nvSpPr>
        <p:spPr bwMode="auto">
          <a:xfrm>
            <a:off x="5867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68815" name="Oval 207"/>
          <p:cNvSpPr>
            <a:spLocks noChangeAspect="1" noChangeArrowheads="1"/>
          </p:cNvSpPr>
          <p:nvPr/>
        </p:nvSpPr>
        <p:spPr bwMode="auto">
          <a:xfrm>
            <a:off x="6172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12</a:t>
            </a:r>
          </a:p>
        </p:txBody>
      </p:sp>
      <p:sp>
        <p:nvSpPr>
          <p:cNvPr id="68816" name="Oval 208"/>
          <p:cNvSpPr>
            <a:spLocks noChangeAspect="1" noChangeArrowheads="1"/>
          </p:cNvSpPr>
          <p:nvPr/>
        </p:nvSpPr>
        <p:spPr bwMode="auto">
          <a:xfrm>
            <a:off x="6477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13</a:t>
            </a:r>
          </a:p>
        </p:txBody>
      </p:sp>
      <p:sp>
        <p:nvSpPr>
          <p:cNvPr id="68817" name="Oval 209"/>
          <p:cNvSpPr>
            <a:spLocks noChangeAspect="1" noChangeArrowheads="1"/>
          </p:cNvSpPr>
          <p:nvPr/>
        </p:nvSpPr>
        <p:spPr bwMode="auto">
          <a:xfrm>
            <a:off x="6781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14</a:t>
            </a:r>
          </a:p>
        </p:txBody>
      </p:sp>
      <p:graphicFrame>
        <p:nvGraphicFramePr>
          <p:cNvPr id="68818" name="Group 210"/>
          <p:cNvGraphicFramePr>
            <a:graphicFrameLocks noGrp="1"/>
          </p:cNvGraphicFramePr>
          <p:nvPr/>
        </p:nvGraphicFramePr>
        <p:xfrm>
          <a:off x="7543800" y="2362200"/>
          <a:ext cx="457200" cy="1828800"/>
        </p:xfrm>
        <a:graphic>
          <a:graphicData uri="http://schemas.openxmlformats.org/drawingml/2006/table">
            <a:tbl>
              <a:tblPr/>
              <a:tblGrid>
                <a:gridCol w="4572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8836" name="Text Box 228"/>
          <p:cNvSpPr txBox="1">
            <a:spLocks noChangeArrowheads="1"/>
          </p:cNvSpPr>
          <p:nvPr/>
        </p:nvSpPr>
        <p:spPr bwMode="auto">
          <a:xfrm>
            <a:off x="342900" y="228600"/>
            <a:ext cx="845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2800" b="1">
                <a:solidFill>
                  <a:schemeClr val="accent2"/>
                </a:solidFill>
                <a:latin typeface="Arial" charset="0"/>
              </a:rPr>
              <a:t>Span Flood-Fill</a:t>
            </a:r>
            <a:r>
              <a:rPr lang="en-US" altLang="en-US" sz="3200" b="1">
                <a:solidFill>
                  <a:schemeClr val="accent2"/>
                </a:solidFill>
                <a:latin typeface="Arial" charset="0"/>
              </a:rPr>
              <a:t> Algorithm (</a:t>
            </a:r>
            <a:r>
              <a:rPr lang="en-US" altLang="en-US" sz="3200" b="1">
                <a:solidFill>
                  <a:srgbClr val="FF0000"/>
                </a:solidFill>
                <a:latin typeface="Arial" charset="0"/>
              </a:rPr>
              <a:t>example</a:t>
            </a:r>
            <a:r>
              <a:rPr lang="en-US" altLang="en-US" sz="3200" b="1">
                <a:solidFill>
                  <a:schemeClr val="accent2"/>
                </a:solidFill>
                <a:latin typeface="Arial" charset="0"/>
              </a:rPr>
              <a:t>)</a:t>
            </a:r>
            <a:endParaRPr lang="en-US" altLang="en-US" sz="2800">
              <a:latin typeface="Arial" charset="0"/>
              <a:cs typeface="Arial"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Slide Number Placeholder 3"/>
          <p:cNvSpPr>
            <a:spLocks noGrp="1"/>
          </p:cNvSpPr>
          <p:nvPr>
            <p:ph type="sldNum" sz="quarter" idx="12"/>
          </p:nvPr>
        </p:nvSpPr>
        <p:spPr/>
        <p:txBody>
          <a:bodyPr/>
          <a:lstStyle/>
          <a:p>
            <a:fld id="{FBEF4C42-4EAA-48A8-A520-1CD0ADE5BF8B}" type="slidenum">
              <a:rPr lang="en-US" altLang="en-US"/>
              <a:pPr/>
              <a:t>61</a:t>
            </a:fld>
            <a:endParaRPr lang="en-US" altLang="en-US"/>
          </a:p>
        </p:txBody>
      </p:sp>
      <p:sp>
        <p:nvSpPr>
          <p:cNvPr id="69634" name="Oval 2"/>
          <p:cNvSpPr>
            <a:spLocks noChangeAspect="1" noChangeArrowheads="1"/>
          </p:cNvSpPr>
          <p:nvPr/>
        </p:nvSpPr>
        <p:spPr bwMode="auto">
          <a:xfrm>
            <a:off x="2179638" y="13255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69635" name="Oval 3"/>
          <p:cNvSpPr>
            <a:spLocks noChangeAspect="1" noChangeArrowheads="1"/>
          </p:cNvSpPr>
          <p:nvPr/>
        </p:nvSpPr>
        <p:spPr bwMode="auto">
          <a:xfrm>
            <a:off x="2484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36" name="Oval 4"/>
          <p:cNvSpPr>
            <a:spLocks noChangeAspect="1" noChangeArrowheads="1"/>
          </p:cNvSpPr>
          <p:nvPr/>
        </p:nvSpPr>
        <p:spPr bwMode="auto">
          <a:xfrm>
            <a:off x="2789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37" name="Oval 5"/>
          <p:cNvSpPr>
            <a:spLocks noChangeAspect="1" noChangeArrowheads="1"/>
          </p:cNvSpPr>
          <p:nvPr/>
        </p:nvSpPr>
        <p:spPr bwMode="auto">
          <a:xfrm>
            <a:off x="3094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38" name="Oval 6"/>
          <p:cNvSpPr>
            <a:spLocks noChangeAspect="1" noChangeArrowheads="1"/>
          </p:cNvSpPr>
          <p:nvPr/>
        </p:nvSpPr>
        <p:spPr bwMode="auto">
          <a:xfrm>
            <a:off x="3398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39" name="Oval 7"/>
          <p:cNvSpPr>
            <a:spLocks noChangeAspect="1" noChangeArrowheads="1"/>
          </p:cNvSpPr>
          <p:nvPr/>
        </p:nvSpPr>
        <p:spPr bwMode="auto">
          <a:xfrm>
            <a:off x="3703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40" name="Oval 8"/>
          <p:cNvSpPr>
            <a:spLocks noChangeAspect="1" noChangeArrowheads="1"/>
          </p:cNvSpPr>
          <p:nvPr/>
        </p:nvSpPr>
        <p:spPr bwMode="auto">
          <a:xfrm>
            <a:off x="4008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41" name="Oval 9"/>
          <p:cNvSpPr>
            <a:spLocks noChangeAspect="1" noChangeArrowheads="1"/>
          </p:cNvSpPr>
          <p:nvPr/>
        </p:nvSpPr>
        <p:spPr bwMode="auto">
          <a:xfrm>
            <a:off x="4313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42" name="Oval 10"/>
          <p:cNvSpPr>
            <a:spLocks noChangeAspect="1" noChangeArrowheads="1"/>
          </p:cNvSpPr>
          <p:nvPr/>
        </p:nvSpPr>
        <p:spPr bwMode="auto">
          <a:xfrm>
            <a:off x="4618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43" name="Oval 11"/>
          <p:cNvSpPr>
            <a:spLocks noChangeAspect="1" noChangeArrowheads="1"/>
          </p:cNvSpPr>
          <p:nvPr/>
        </p:nvSpPr>
        <p:spPr bwMode="auto">
          <a:xfrm>
            <a:off x="4922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44" name="Oval 12"/>
          <p:cNvSpPr>
            <a:spLocks noChangeAspect="1" noChangeArrowheads="1"/>
          </p:cNvSpPr>
          <p:nvPr/>
        </p:nvSpPr>
        <p:spPr bwMode="auto">
          <a:xfrm>
            <a:off x="5227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45" name="Oval 13"/>
          <p:cNvSpPr>
            <a:spLocks noChangeAspect="1" noChangeArrowheads="1"/>
          </p:cNvSpPr>
          <p:nvPr/>
        </p:nvSpPr>
        <p:spPr bwMode="auto">
          <a:xfrm>
            <a:off x="55324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46" name="Oval 14"/>
          <p:cNvSpPr>
            <a:spLocks noChangeAspect="1" noChangeArrowheads="1"/>
          </p:cNvSpPr>
          <p:nvPr/>
        </p:nvSpPr>
        <p:spPr bwMode="auto">
          <a:xfrm>
            <a:off x="58372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47" name="Oval 15"/>
          <p:cNvSpPr>
            <a:spLocks noChangeAspect="1" noChangeArrowheads="1"/>
          </p:cNvSpPr>
          <p:nvPr/>
        </p:nvSpPr>
        <p:spPr bwMode="auto">
          <a:xfrm>
            <a:off x="61420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48" name="Oval 16"/>
          <p:cNvSpPr>
            <a:spLocks noChangeAspect="1" noChangeArrowheads="1"/>
          </p:cNvSpPr>
          <p:nvPr/>
        </p:nvSpPr>
        <p:spPr bwMode="auto">
          <a:xfrm>
            <a:off x="64468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49" name="Oval 17"/>
          <p:cNvSpPr>
            <a:spLocks noChangeAspect="1" noChangeArrowheads="1"/>
          </p:cNvSpPr>
          <p:nvPr/>
        </p:nvSpPr>
        <p:spPr bwMode="auto">
          <a:xfrm>
            <a:off x="6751638" y="13255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50" name="Oval 18"/>
          <p:cNvSpPr>
            <a:spLocks noChangeAspect="1" noChangeArrowheads="1"/>
          </p:cNvSpPr>
          <p:nvPr/>
        </p:nvSpPr>
        <p:spPr bwMode="auto">
          <a:xfrm>
            <a:off x="2179638" y="16303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69651" name="Oval 19"/>
          <p:cNvSpPr>
            <a:spLocks noChangeAspect="1" noChangeArrowheads="1"/>
          </p:cNvSpPr>
          <p:nvPr/>
        </p:nvSpPr>
        <p:spPr bwMode="auto">
          <a:xfrm>
            <a:off x="24844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52" name="Oval 20"/>
          <p:cNvSpPr>
            <a:spLocks noChangeAspect="1" noChangeArrowheads="1"/>
          </p:cNvSpPr>
          <p:nvPr/>
        </p:nvSpPr>
        <p:spPr bwMode="auto">
          <a:xfrm>
            <a:off x="27892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53" name="Oval 21"/>
          <p:cNvSpPr>
            <a:spLocks noChangeAspect="1" noChangeArrowheads="1"/>
          </p:cNvSpPr>
          <p:nvPr/>
        </p:nvSpPr>
        <p:spPr bwMode="auto">
          <a:xfrm>
            <a:off x="30940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54" name="Oval 22"/>
          <p:cNvSpPr>
            <a:spLocks noChangeAspect="1" noChangeArrowheads="1"/>
          </p:cNvSpPr>
          <p:nvPr/>
        </p:nvSpPr>
        <p:spPr bwMode="auto">
          <a:xfrm>
            <a:off x="33988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55" name="Oval 23"/>
          <p:cNvSpPr>
            <a:spLocks noChangeAspect="1" noChangeArrowheads="1"/>
          </p:cNvSpPr>
          <p:nvPr/>
        </p:nvSpPr>
        <p:spPr bwMode="auto">
          <a:xfrm>
            <a:off x="37036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56" name="Oval 24"/>
          <p:cNvSpPr>
            <a:spLocks noChangeAspect="1" noChangeArrowheads="1"/>
          </p:cNvSpPr>
          <p:nvPr/>
        </p:nvSpPr>
        <p:spPr bwMode="auto">
          <a:xfrm>
            <a:off x="40084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57" name="Oval 25"/>
          <p:cNvSpPr>
            <a:spLocks noChangeAspect="1" noChangeArrowheads="1"/>
          </p:cNvSpPr>
          <p:nvPr/>
        </p:nvSpPr>
        <p:spPr bwMode="auto">
          <a:xfrm>
            <a:off x="43132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58" name="Oval 26"/>
          <p:cNvSpPr>
            <a:spLocks noChangeAspect="1" noChangeArrowheads="1"/>
          </p:cNvSpPr>
          <p:nvPr/>
        </p:nvSpPr>
        <p:spPr bwMode="auto">
          <a:xfrm>
            <a:off x="46180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59" name="Oval 27"/>
          <p:cNvSpPr>
            <a:spLocks noChangeAspect="1" noChangeArrowheads="1"/>
          </p:cNvSpPr>
          <p:nvPr/>
        </p:nvSpPr>
        <p:spPr bwMode="auto">
          <a:xfrm>
            <a:off x="49228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60" name="Oval 28"/>
          <p:cNvSpPr>
            <a:spLocks noChangeAspect="1" noChangeArrowheads="1"/>
          </p:cNvSpPr>
          <p:nvPr/>
        </p:nvSpPr>
        <p:spPr bwMode="auto">
          <a:xfrm>
            <a:off x="52276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61" name="Oval 29"/>
          <p:cNvSpPr>
            <a:spLocks noChangeAspect="1" noChangeArrowheads="1"/>
          </p:cNvSpPr>
          <p:nvPr/>
        </p:nvSpPr>
        <p:spPr bwMode="auto">
          <a:xfrm>
            <a:off x="55324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62" name="Oval 30"/>
          <p:cNvSpPr>
            <a:spLocks noChangeAspect="1" noChangeArrowheads="1"/>
          </p:cNvSpPr>
          <p:nvPr/>
        </p:nvSpPr>
        <p:spPr bwMode="auto">
          <a:xfrm>
            <a:off x="58372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63" name="Oval 31"/>
          <p:cNvSpPr>
            <a:spLocks noChangeAspect="1" noChangeArrowheads="1"/>
          </p:cNvSpPr>
          <p:nvPr/>
        </p:nvSpPr>
        <p:spPr bwMode="auto">
          <a:xfrm>
            <a:off x="61420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64" name="Oval 32"/>
          <p:cNvSpPr>
            <a:spLocks noChangeAspect="1" noChangeArrowheads="1"/>
          </p:cNvSpPr>
          <p:nvPr/>
        </p:nvSpPr>
        <p:spPr bwMode="auto">
          <a:xfrm>
            <a:off x="6446838" y="16303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65" name="Oval 33"/>
          <p:cNvSpPr>
            <a:spLocks noChangeAspect="1" noChangeArrowheads="1"/>
          </p:cNvSpPr>
          <p:nvPr/>
        </p:nvSpPr>
        <p:spPr bwMode="auto">
          <a:xfrm>
            <a:off x="6751638" y="16303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66" name="Oval 34"/>
          <p:cNvSpPr>
            <a:spLocks noChangeAspect="1" noChangeArrowheads="1"/>
          </p:cNvSpPr>
          <p:nvPr/>
        </p:nvSpPr>
        <p:spPr bwMode="auto">
          <a:xfrm>
            <a:off x="2179638" y="19351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69667" name="Oval 35"/>
          <p:cNvSpPr>
            <a:spLocks noChangeAspect="1" noChangeArrowheads="1"/>
          </p:cNvSpPr>
          <p:nvPr/>
        </p:nvSpPr>
        <p:spPr bwMode="auto">
          <a:xfrm>
            <a:off x="24844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68" name="Oval 36"/>
          <p:cNvSpPr>
            <a:spLocks noChangeAspect="1" noChangeArrowheads="1"/>
          </p:cNvSpPr>
          <p:nvPr/>
        </p:nvSpPr>
        <p:spPr bwMode="auto">
          <a:xfrm>
            <a:off x="27892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69" name="Oval 37"/>
          <p:cNvSpPr>
            <a:spLocks noChangeAspect="1" noChangeArrowheads="1"/>
          </p:cNvSpPr>
          <p:nvPr/>
        </p:nvSpPr>
        <p:spPr bwMode="auto">
          <a:xfrm>
            <a:off x="30940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70" name="Oval 38"/>
          <p:cNvSpPr>
            <a:spLocks noChangeAspect="1" noChangeArrowheads="1"/>
          </p:cNvSpPr>
          <p:nvPr/>
        </p:nvSpPr>
        <p:spPr bwMode="auto">
          <a:xfrm>
            <a:off x="3398838" y="19351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69671" name="Oval 39"/>
          <p:cNvSpPr>
            <a:spLocks noChangeAspect="1" noChangeArrowheads="1"/>
          </p:cNvSpPr>
          <p:nvPr/>
        </p:nvSpPr>
        <p:spPr bwMode="auto">
          <a:xfrm>
            <a:off x="3703638" y="19351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72" name="Oval 40"/>
          <p:cNvSpPr>
            <a:spLocks noChangeAspect="1" noChangeArrowheads="1"/>
          </p:cNvSpPr>
          <p:nvPr/>
        </p:nvSpPr>
        <p:spPr bwMode="auto">
          <a:xfrm>
            <a:off x="40084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73" name="Oval 41"/>
          <p:cNvSpPr>
            <a:spLocks noChangeAspect="1" noChangeArrowheads="1"/>
          </p:cNvSpPr>
          <p:nvPr/>
        </p:nvSpPr>
        <p:spPr bwMode="auto">
          <a:xfrm>
            <a:off x="43132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74" name="Oval 42"/>
          <p:cNvSpPr>
            <a:spLocks noChangeAspect="1" noChangeArrowheads="1"/>
          </p:cNvSpPr>
          <p:nvPr/>
        </p:nvSpPr>
        <p:spPr bwMode="auto">
          <a:xfrm>
            <a:off x="46180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75" name="Oval 43"/>
          <p:cNvSpPr>
            <a:spLocks noChangeAspect="1" noChangeArrowheads="1"/>
          </p:cNvSpPr>
          <p:nvPr/>
        </p:nvSpPr>
        <p:spPr bwMode="auto">
          <a:xfrm>
            <a:off x="49228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76" name="Oval 44"/>
          <p:cNvSpPr>
            <a:spLocks noChangeAspect="1" noChangeArrowheads="1"/>
          </p:cNvSpPr>
          <p:nvPr/>
        </p:nvSpPr>
        <p:spPr bwMode="auto">
          <a:xfrm>
            <a:off x="5227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77" name="Oval 45"/>
          <p:cNvSpPr>
            <a:spLocks noChangeAspect="1" noChangeArrowheads="1"/>
          </p:cNvSpPr>
          <p:nvPr/>
        </p:nvSpPr>
        <p:spPr bwMode="auto">
          <a:xfrm>
            <a:off x="55324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78" name="Oval 46"/>
          <p:cNvSpPr>
            <a:spLocks noChangeAspect="1" noChangeArrowheads="1"/>
          </p:cNvSpPr>
          <p:nvPr/>
        </p:nvSpPr>
        <p:spPr bwMode="auto">
          <a:xfrm>
            <a:off x="5837238" y="19351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69679" name="Oval 47"/>
          <p:cNvSpPr>
            <a:spLocks noChangeAspect="1" noChangeArrowheads="1"/>
          </p:cNvSpPr>
          <p:nvPr/>
        </p:nvSpPr>
        <p:spPr bwMode="auto">
          <a:xfrm>
            <a:off x="6142038" y="19351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80" name="Oval 48"/>
          <p:cNvSpPr>
            <a:spLocks noChangeAspect="1" noChangeArrowheads="1"/>
          </p:cNvSpPr>
          <p:nvPr/>
        </p:nvSpPr>
        <p:spPr bwMode="auto">
          <a:xfrm>
            <a:off x="6446838" y="19351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81" name="Oval 49"/>
          <p:cNvSpPr>
            <a:spLocks noChangeAspect="1" noChangeArrowheads="1"/>
          </p:cNvSpPr>
          <p:nvPr/>
        </p:nvSpPr>
        <p:spPr bwMode="auto">
          <a:xfrm>
            <a:off x="6751638" y="19351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82" name="Oval 50"/>
          <p:cNvSpPr>
            <a:spLocks noChangeAspect="1" noChangeArrowheads="1"/>
          </p:cNvSpPr>
          <p:nvPr/>
        </p:nvSpPr>
        <p:spPr bwMode="auto">
          <a:xfrm>
            <a:off x="2179638" y="22399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69683" name="Oval 51"/>
          <p:cNvSpPr>
            <a:spLocks noChangeAspect="1" noChangeArrowheads="1"/>
          </p:cNvSpPr>
          <p:nvPr/>
        </p:nvSpPr>
        <p:spPr bwMode="auto">
          <a:xfrm>
            <a:off x="24844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84" name="Oval 52"/>
          <p:cNvSpPr>
            <a:spLocks noChangeAspect="1" noChangeArrowheads="1"/>
          </p:cNvSpPr>
          <p:nvPr/>
        </p:nvSpPr>
        <p:spPr bwMode="auto">
          <a:xfrm>
            <a:off x="27892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85" name="Oval 53"/>
          <p:cNvSpPr>
            <a:spLocks noChangeAspect="1" noChangeArrowheads="1"/>
          </p:cNvSpPr>
          <p:nvPr/>
        </p:nvSpPr>
        <p:spPr bwMode="auto">
          <a:xfrm>
            <a:off x="30940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86" name="Oval 54"/>
          <p:cNvSpPr>
            <a:spLocks noChangeAspect="1" noChangeArrowheads="1"/>
          </p:cNvSpPr>
          <p:nvPr/>
        </p:nvSpPr>
        <p:spPr bwMode="auto">
          <a:xfrm>
            <a:off x="33988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69687" name="Oval 55"/>
          <p:cNvSpPr>
            <a:spLocks noChangeAspect="1" noChangeArrowheads="1"/>
          </p:cNvSpPr>
          <p:nvPr/>
        </p:nvSpPr>
        <p:spPr bwMode="auto">
          <a:xfrm>
            <a:off x="37036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88" name="Oval 56"/>
          <p:cNvSpPr>
            <a:spLocks noChangeAspect="1" noChangeArrowheads="1"/>
          </p:cNvSpPr>
          <p:nvPr/>
        </p:nvSpPr>
        <p:spPr bwMode="auto">
          <a:xfrm>
            <a:off x="40084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89" name="Oval 57"/>
          <p:cNvSpPr>
            <a:spLocks noChangeAspect="1" noChangeArrowheads="1"/>
          </p:cNvSpPr>
          <p:nvPr/>
        </p:nvSpPr>
        <p:spPr bwMode="auto">
          <a:xfrm>
            <a:off x="43132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90" name="Oval 58"/>
          <p:cNvSpPr>
            <a:spLocks noChangeAspect="1" noChangeArrowheads="1"/>
          </p:cNvSpPr>
          <p:nvPr/>
        </p:nvSpPr>
        <p:spPr bwMode="auto">
          <a:xfrm>
            <a:off x="46180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91" name="Oval 59"/>
          <p:cNvSpPr>
            <a:spLocks noChangeAspect="1" noChangeArrowheads="1"/>
          </p:cNvSpPr>
          <p:nvPr/>
        </p:nvSpPr>
        <p:spPr bwMode="auto">
          <a:xfrm>
            <a:off x="49228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92" name="Oval 60"/>
          <p:cNvSpPr>
            <a:spLocks noChangeAspect="1" noChangeArrowheads="1"/>
          </p:cNvSpPr>
          <p:nvPr/>
        </p:nvSpPr>
        <p:spPr bwMode="auto">
          <a:xfrm>
            <a:off x="52276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93" name="Oval 61"/>
          <p:cNvSpPr>
            <a:spLocks noChangeAspect="1" noChangeArrowheads="1"/>
          </p:cNvSpPr>
          <p:nvPr/>
        </p:nvSpPr>
        <p:spPr bwMode="auto">
          <a:xfrm>
            <a:off x="55324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69694" name="Oval 62"/>
          <p:cNvSpPr>
            <a:spLocks noChangeAspect="1" noChangeArrowheads="1"/>
          </p:cNvSpPr>
          <p:nvPr/>
        </p:nvSpPr>
        <p:spPr bwMode="auto">
          <a:xfrm>
            <a:off x="58372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95" name="Oval 63"/>
          <p:cNvSpPr>
            <a:spLocks noChangeAspect="1" noChangeArrowheads="1"/>
          </p:cNvSpPr>
          <p:nvPr/>
        </p:nvSpPr>
        <p:spPr bwMode="auto">
          <a:xfrm>
            <a:off x="6142038" y="22399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96" name="Oval 64"/>
          <p:cNvSpPr>
            <a:spLocks noChangeAspect="1" noChangeArrowheads="1"/>
          </p:cNvSpPr>
          <p:nvPr/>
        </p:nvSpPr>
        <p:spPr bwMode="auto">
          <a:xfrm>
            <a:off x="6446838" y="22399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97" name="Oval 65"/>
          <p:cNvSpPr>
            <a:spLocks noChangeAspect="1" noChangeArrowheads="1"/>
          </p:cNvSpPr>
          <p:nvPr/>
        </p:nvSpPr>
        <p:spPr bwMode="auto">
          <a:xfrm>
            <a:off x="6751638" y="22399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698" name="Oval 66"/>
          <p:cNvSpPr>
            <a:spLocks noChangeAspect="1" noChangeArrowheads="1"/>
          </p:cNvSpPr>
          <p:nvPr/>
        </p:nvSpPr>
        <p:spPr bwMode="auto">
          <a:xfrm>
            <a:off x="2179638" y="2544763"/>
            <a:ext cx="274637"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69699" name="Oval 67"/>
          <p:cNvSpPr>
            <a:spLocks noChangeAspect="1" noChangeArrowheads="1"/>
          </p:cNvSpPr>
          <p:nvPr/>
        </p:nvSpPr>
        <p:spPr bwMode="auto">
          <a:xfrm>
            <a:off x="24844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00" name="Oval 68"/>
          <p:cNvSpPr>
            <a:spLocks noChangeAspect="1" noChangeArrowheads="1"/>
          </p:cNvSpPr>
          <p:nvPr/>
        </p:nvSpPr>
        <p:spPr bwMode="auto">
          <a:xfrm>
            <a:off x="27892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01" name="Oval 69"/>
          <p:cNvSpPr>
            <a:spLocks noChangeAspect="1" noChangeArrowheads="1"/>
          </p:cNvSpPr>
          <p:nvPr/>
        </p:nvSpPr>
        <p:spPr bwMode="auto">
          <a:xfrm>
            <a:off x="3094038" y="25447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02" name="Oval 70"/>
          <p:cNvSpPr>
            <a:spLocks noChangeAspect="1" noChangeArrowheads="1"/>
          </p:cNvSpPr>
          <p:nvPr/>
        </p:nvSpPr>
        <p:spPr bwMode="auto">
          <a:xfrm>
            <a:off x="33988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69703" name="Oval 71"/>
          <p:cNvSpPr>
            <a:spLocks noChangeAspect="1" noChangeArrowheads="1"/>
          </p:cNvSpPr>
          <p:nvPr/>
        </p:nvSpPr>
        <p:spPr bwMode="auto">
          <a:xfrm>
            <a:off x="37036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04" name="Oval 72"/>
          <p:cNvSpPr>
            <a:spLocks noChangeAspect="1" noChangeArrowheads="1"/>
          </p:cNvSpPr>
          <p:nvPr/>
        </p:nvSpPr>
        <p:spPr bwMode="auto">
          <a:xfrm>
            <a:off x="40084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05" name="Oval 73"/>
          <p:cNvSpPr>
            <a:spLocks noChangeAspect="1" noChangeArrowheads="1"/>
          </p:cNvSpPr>
          <p:nvPr/>
        </p:nvSpPr>
        <p:spPr bwMode="auto">
          <a:xfrm>
            <a:off x="43132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06" name="Oval 74"/>
          <p:cNvSpPr>
            <a:spLocks noChangeAspect="1" noChangeArrowheads="1"/>
          </p:cNvSpPr>
          <p:nvPr/>
        </p:nvSpPr>
        <p:spPr bwMode="auto">
          <a:xfrm>
            <a:off x="46180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07" name="Oval 75"/>
          <p:cNvSpPr>
            <a:spLocks noChangeAspect="1" noChangeArrowheads="1"/>
          </p:cNvSpPr>
          <p:nvPr/>
        </p:nvSpPr>
        <p:spPr bwMode="auto">
          <a:xfrm>
            <a:off x="49228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08" name="Oval 76"/>
          <p:cNvSpPr>
            <a:spLocks noChangeAspect="1" noChangeArrowheads="1"/>
          </p:cNvSpPr>
          <p:nvPr/>
        </p:nvSpPr>
        <p:spPr bwMode="auto">
          <a:xfrm>
            <a:off x="52276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09" name="Oval 77"/>
          <p:cNvSpPr>
            <a:spLocks noChangeAspect="1" noChangeArrowheads="1"/>
          </p:cNvSpPr>
          <p:nvPr/>
        </p:nvSpPr>
        <p:spPr bwMode="auto">
          <a:xfrm>
            <a:off x="55324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10" name="Oval 78"/>
          <p:cNvSpPr>
            <a:spLocks noChangeAspect="1" noChangeArrowheads="1"/>
          </p:cNvSpPr>
          <p:nvPr/>
        </p:nvSpPr>
        <p:spPr bwMode="auto">
          <a:xfrm>
            <a:off x="58372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11" name="Oval 79"/>
          <p:cNvSpPr>
            <a:spLocks noChangeAspect="1" noChangeArrowheads="1"/>
          </p:cNvSpPr>
          <p:nvPr/>
        </p:nvSpPr>
        <p:spPr bwMode="auto">
          <a:xfrm>
            <a:off x="6142038" y="2544763"/>
            <a:ext cx="274637"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12" name="Oval 80"/>
          <p:cNvSpPr>
            <a:spLocks noChangeAspect="1" noChangeArrowheads="1"/>
          </p:cNvSpPr>
          <p:nvPr/>
        </p:nvSpPr>
        <p:spPr bwMode="auto">
          <a:xfrm>
            <a:off x="6446838" y="2544763"/>
            <a:ext cx="274637"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13" name="Oval 81"/>
          <p:cNvSpPr>
            <a:spLocks noChangeAspect="1" noChangeArrowheads="1"/>
          </p:cNvSpPr>
          <p:nvPr/>
        </p:nvSpPr>
        <p:spPr bwMode="auto">
          <a:xfrm>
            <a:off x="6751638" y="2544763"/>
            <a:ext cx="274637"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14" name="Oval 82"/>
          <p:cNvSpPr>
            <a:spLocks noChangeAspect="1" noChangeArrowheads="1"/>
          </p:cNvSpPr>
          <p:nvPr/>
        </p:nvSpPr>
        <p:spPr bwMode="auto">
          <a:xfrm>
            <a:off x="2209800" y="28495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69715" name="Oval 83"/>
          <p:cNvSpPr>
            <a:spLocks noChangeAspect="1" noChangeArrowheads="1"/>
          </p:cNvSpPr>
          <p:nvPr/>
        </p:nvSpPr>
        <p:spPr bwMode="auto">
          <a:xfrm>
            <a:off x="25146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16" name="Oval 84"/>
          <p:cNvSpPr>
            <a:spLocks noChangeAspect="1" noChangeArrowheads="1"/>
          </p:cNvSpPr>
          <p:nvPr/>
        </p:nvSpPr>
        <p:spPr bwMode="auto">
          <a:xfrm>
            <a:off x="28194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17" name="Oval 85"/>
          <p:cNvSpPr>
            <a:spLocks noChangeAspect="1" noChangeArrowheads="1"/>
          </p:cNvSpPr>
          <p:nvPr/>
        </p:nvSpPr>
        <p:spPr bwMode="auto">
          <a:xfrm>
            <a:off x="31242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18" name="Oval 86"/>
          <p:cNvSpPr>
            <a:spLocks noChangeAspect="1" noChangeArrowheads="1"/>
          </p:cNvSpPr>
          <p:nvPr/>
        </p:nvSpPr>
        <p:spPr bwMode="auto">
          <a:xfrm>
            <a:off x="34290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69719" name="Oval 87"/>
          <p:cNvSpPr>
            <a:spLocks noChangeAspect="1" noChangeArrowheads="1"/>
          </p:cNvSpPr>
          <p:nvPr/>
        </p:nvSpPr>
        <p:spPr bwMode="auto">
          <a:xfrm>
            <a:off x="37338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20" name="Oval 88"/>
          <p:cNvSpPr>
            <a:spLocks noChangeAspect="1" noChangeArrowheads="1"/>
          </p:cNvSpPr>
          <p:nvPr/>
        </p:nvSpPr>
        <p:spPr bwMode="auto">
          <a:xfrm>
            <a:off x="40386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21" name="Oval 89"/>
          <p:cNvSpPr>
            <a:spLocks noChangeAspect="1" noChangeArrowheads="1"/>
          </p:cNvSpPr>
          <p:nvPr/>
        </p:nvSpPr>
        <p:spPr bwMode="auto">
          <a:xfrm>
            <a:off x="43434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22" name="Oval 90"/>
          <p:cNvSpPr>
            <a:spLocks noChangeAspect="1" noChangeArrowheads="1"/>
          </p:cNvSpPr>
          <p:nvPr/>
        </p:nvSpPr>
        <p:spPr bwMode="auto">
          <a:xfrm>
            <a:off x="46482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23" name="Oval 91"/>
          <p:cNvSpPr>
            <a:spLocks noChangeAspect="1" noChangeArrowheads="1"/>
          </p:cNvSpPr>
          <p:nvPr/>
        </p:nvSpPr>
        <p:spPr bwMode="auto">
          <a:xfrm>
            <a:off x="49530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24" name="Oval 92"/>
          <p:cNvSpPr>
            <a:spLocks noChangeAspect="1" noChangeArrowheads="1"/>
          </p:cNvSpPr>
          <p:nvPr/>
        </p:nvSpPr>
        <p:spPr bwMode="auto">
          <a:xfrm>
            <a:off x="52578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69725" name="Oval 93"/>
          <p:cNvSpPr>
            <a:spLocks noChangeAspect="1" noChangeArrowheads="1"/>
          </p:cNvSpPr>
          <p:nvPr/>
        </p:nvSpPr>
        <p:spPr bwMode="auto">
          <a:xfrm>
            <a:off x="55626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26" name="Oval 94"/>
          <p:cNvSpPr>
            <a:spLocks noChangeAspect="1" noChangeArrowheads="1"/>
          </p:cNvSpPr>
          <p:nvPr/>
        </p:nvSpPr>
        <p:spPr bwMode="auto">
          <a:xfrm>
            <a:off x="58674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27" name="Oval 95"/>
          <p:cNvSpPr>
            <a:spLocks noChangeAspect="1" noChangeArrowheads="1"/>
          </p:cNvSpPr>
          <p:nvPr/>
        </p:nvSpPr>
        <p:spPr bwMode="auto">
          <a:xfrm>
            <a:off x="6172200" y="28495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28" name="Oval 96"/>
          <p:cNvSpPr>
            <a:spLocks noChangeAspect="1" noChangeArrowheads="1"/>
          </p:cNvSpPr>
          <p:nvPr/>
        </p:nvSpPr>
        <p:spPr bwMode="auto">
          <a:xfrm>
            <a:off x="6477000" y="2849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29" name="Oval 97"/>
          <p:cNvSpPr>
            <a:spLocks noChangeAspect="1" noChangeArrowheads="1"/>
          </p:cNvSpPr>
          <p:nvPr/>
        </p:nvSpPr>
        <p:spPr bwMode="auto">
          <a:xfrm>
            <a:off x="6781800" y="2849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30" name="Oval 98"/>
          <p:cNvSpPr>
            <a:spLocks noChangeAspect="1" noChangeArrowheads="1"/>
          </p:cNvSpPr>
          <p:nvPr/>
        </p:nvSpPr>
        <p:spPr bwMode="auto">
          <a:xfrm>
            <a:off x="2209800" y="31543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69731" name="Oval 99"/>
          <p:cNvSpPr>
            <a:spLocks noChangeAspect="1" noChangeArrowheads="1"/>
          </p:cNvSpPr>
          <p:nvPr/>
        </p:nvSpPr>
        <p:spPr bwMode="auto">
          <a:xfrm>
            <a:off x="25146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32" name="Oval 100"/>
          <p:cNvSpPr>
            <a:spLocks noChangeAspect="1" noChangeArrowheads="1"/>
          </p:cNvSpPr>
          <p:nvPr/>
        </p:nvSpPr>
        <p:spPr bwMode="auto">
          <a:xfrm>
            <a:off x="28194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33" name="Oval 101"/>
          <p:cNvSpPr>
            <a:spLocks noChangeAspect="1" noChangeArrowheads="1"/>
          </p:cNvSpPr>
          <p:nvPr/>
        </p:nvSpPr>
        <p:spPr bwMode="auto">
          <a:xfrm>
            <a:off x="31242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34" name="Oval 102"/>
          <p:cNvSpPr>
            <a:spLocks noChangeAspect="1" noChangeArrowheads="1"/>
          </p:cNvSpPr>
          <p:nvPr/>
        </p:nvSpPr>
        <p:spPr bwMode="auto">
          <a:xfrm>
            <a:off x="34290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69735" name="Oval 103"/>
          <p:cNvSpPr>
            <a:spLocks noChangeAspect="1" noChangeArrowheads="1"/>
          </p:cNvSpPr>
          <p:nvPr/>
        </p:nvSpPr>
        <p:spPr bwMode="auto">
          <a:xfrm>
            <a:off x="37338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36" name="Oval 104"/>
          <p:cNvSpPr>
            <a:spLocks noChangeAspect="1" noChangeArrowheads="1"/>
          </p:cNvSpPr>
          <p:nvPr/>
        </p:nvSpPr>
        <p:spPr bwMode="auto">
          <a:xfrm>
            <a:off x="40386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37" name="Oval 105"/>
          <p:cNvSpPr>
            <a:spLocks noChangeAspect="1" noChangeArrowheads="1"/>
          </p:cNvSpPr>
          <p:nvPr/>
        </p:nvSpPr>
        <p:spPr bwMode="auto">
          <a:xfrm>
            <a:off x="43434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38" name="Oval 106"/>
          <p:cNvSpPr>
            <a:spLocks noChangeAspect="1" noChangeArrowheads="1"/>
          </p:cNvSpPr>
          <p:nvPr/>
        </p:nvSpPr>
        <p:spPr bwMode="auto">
          <a:xfrm>
            <a:off x="46482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39" name="Oval 107"/>
          <p:cNvSpPr>
            <a:spLocks noChangeAspect="1" noChangeArrowheads="1"/>
          </p:cNvSpPr>
          <p:nvPr/>
        </p:nvSpPr>
        <p:spPr bwMode="auto">
          <a:xfrm>
            <a:off x="49530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40" name="Oval 108"/>
          <p:cNvSpPr>
            <a:spLocks noChangeAspect="1" noChangeArrowheads="1"/>
          </p:cNvSpPr>
          <p:nvPr/>
        </p:nvSpPr>
        <p:spPr bwMode="auto">
          <a:xfrm>
            <a:off x="52578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41" name="Oval 109"/>
          <p:cNvSpPr>
            <a:spLocks noChangeAspect="1" noChangeArrowheads="1"/>
          </p:cNvSpPr>
          <p:nvPr/>
        </p:nvSpPr>
        <p:spPr bwMode="auto">
          <a:xfrm>
            <a:off x="55626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42" name="Oval 110"/>
          <p:cNvSpPr>
            <a:spLocks noChangeAspect="1" noChangeArrowheads="1"/>
          </p:cNvSpPr>
          <p:nvPr/>
        </p:nvSpPr>
        <p:spPr bwMode="auto">
          <a:xfrm>
            <a:off x="58674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S</a:t>
            </a:r>
          </a:p>
        </p:txBody>
      </p:sp>
      <p:sp>
        <p:nvSpPr>
          <p:cNvPr id="69743" name="Oval 111"/>
          <p:cNvSpPr>
            <a:spLocks noChangeAspect="1" noChangeArrowheads="1"/>
          </p:cNvSpPr>
          <p:nvPr/>
        </p:nvSpPr>
        <p:spPr bwMode="auto">
          <a:xfrm>
            <a:off x="6172200" y="31543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44" name="Oval 112"/>
          <p:cNvSpPr>
            <a:spLocks noChangeAspect="1" noChangeArrowheads="1"/>
          </p:cNvSpPr>
          <p:nvPr/>
        </p:nvSpPr>
        <p:spPr bwMode="auto">
          <a:xfrm>
            <a:off x="6477000" y="31543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45" name="Oval 113"/>
          <p:cNvSpPr>
            <a:spLocks noChangeAspect="1" noChangeArrowheads="1"/>
          </p:cNvSpPr>
          <p:nvPr/>
        </p:nvSpPr>
        <p:spPr bwMode="auto">
          <a:xfrm>
            <a:off x="6781800" y="3154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46" name="Oval 114"/>
          <p:cNvSpPr>
            <a:spLocks noChangeAspect="1" noChangeArrowheads="1"/>
          </p:cNvSpPr>
          <p:nvPr/>
        </p:nvSpPr>
        <p:spPr bwMode="auto">
          <a:xfrm>
            <a:off x="2209800" y="3459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69747" name="Oval 115"/>
          <p:cNvSpPr>
            <a:spLocks noChangeAspect="1" noChangeArrowheads="1"/>
          </p:cNvSpPr>
          <p:nvPr/>
        </p:nvSpPr>
        <p:spPr bwMode="auto">
          <a:xfrm>
            <a:off x="25146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48" name="Oval 116"/>
          <p:cNvSpPr>
            <a:spLocks noChangeAspect="1" noChangeArrowheads="1"/>
          </p:cNvSpPr>
          <p:nvPr/>
        </p:nvSpPr>
        <p:spPr bwMode="auto">
          <a:xfrm>
            <a:off x="28194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49" name="Oval 117"/>
          <p:cNvSpPr>
            <a:spLocks noChangeAspect="1" noChangeArrowheads="1"/>
          </p:cNvSpPr>
          <p:nvPr/>
        </p:nvSpPr>
        <p:spPr bwMode="auto">
          <a:xfrm>
            <a:off x="31242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50" name="Oval 118"/>
          <p:cNvSpPr>
            <a:spLocks noChangeAspect="1" noChangeArrowheads="1"/>
          </p:cNvSpPr>
          <p:nvPr/>
        </p:nvSpPr>
        <p:spPr bwMode="auto">
          <a:xfrm>
            <a:off x="3429000" y="34591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69751" name="Oval 119"/>
          <p:cNvSpPr>
            <a:spLocks noChangeAspect="1" noChangeArrowheads="1"/>
          </p:cNvSpPr>
          <p:nvPr/>
        </p:nvSpPr>
        <p:spPr bwMode="auto">
          <a:xfrm>
            <a:off x="3733800" y="34591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52" name="Oval 120"/>
          <p:cNvSpPr>
            <a:spLocks noChangeAspect="1" noChangeArrowheads="1"/>
          </p:cNvSpPr>
          <p:nvPr/>
        </p:nvSpPr>
        <p:spPr bwMode="auto">
          <a:xfrm>
            <a:off x="40386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53" name="Oval 121"/>
          <p:cNvSpPr>
            <a:spLocks noChangeAspect="1" noChangeArrowheads="1"/>
          </p:cNvSpPr>
          <p:nvPr/>
        </p:nvSpPr>
        <p:spPr bwMode="auto">
          <a:xfrm>
            <a:off x="43434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54" name="Oval 122"/>
          <p:cNvSpPr>
            <a:spLocks noChangeAspect="1" noChangeArrowheads="1"/>
          </p:cNvSpPr>
          <p:nvPr/>
        </p:nvSpPr>
        <p:spPr bwMode="auto">
          <a:xfrm>
            <a:off x="46482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55" name="Oval 123"/>
          <p:cNvSpPr>
            <a:spLocks noChangeAspect="1" noChangeArrowheads="1"/>
          </p:cNvSpPr>
          <p:nvPr/>
        </p:nvSpPr>
        <p:spPr bwMode="auto">
          <a:xfrm>
            <a:off x="49530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56" name="Oval 124"/>
          <p:cNvSpPr>
            <a:spLocks noChangeAspect="1" noChangeArrowheads="1"/>
          </p:cNvSpPr>
          <p:nvPr/>
        </p:nvSpPr>
        <p:spPr bwMode="auto">
          <a:xfrm>
            <a:off x="5257800" y="34591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69757" name="Oval 125"/>
          <p:cNvSpPr>
            <a:spLocks noChangeAspect="1" noChangeArrowheads="1"/>
          </p:cNvSpPr>
          <p:nvPr/>
        </p:nvSpPr>
        <p:spPr bwMode="auto">
          <a:xfrm>
            <a:off x="5562600" y="34591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58" name="Oval 126"/>
          <p:cNvSpPr>
            <a:spLocks noChangeAspect="1" noChangeArrowheads="1"/>
          </p:cNvSpPr>
          <p:nvPr/>
        </p:nvSpPr>
        <p:spPr bwMode="auto">
          <a:xfrm>
            <a:off x="5867400" y="34591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59" name="Oval 127"/>
          <p:cNvSpPr>
            <a:spLocks noChangeAspect="1" noChangeArrowheads="1"/>
          </p:cNvSpPr>
          <p:nvPr/>
        </p:nvSpPr>
        <p:spPr bwMode="auto">
          <a:xfrm>
            <a:off x="6172200" y="34591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60" name="Oval 128"/>
          <p:cNvSpPr>
            <a:spLocks noChangeAspect="1" noChangeArrowheads="1"/>
          </p:cNvSpPr>
          <p:nvPr/>
        </p:nvSpPr>
        <p:spPr bwMode="auto">
          <a:xfrm>
            <a:off x="6477000" y="34591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61" name="Oval 129"/>
          <p:cNvSpPr>
            <a:spLocks noChangeAspect="1" noChangeArrowheads="1"/>
          </p:cNvSpPr>
          <p:nvPr/>
        </p:nvSpPr>
        <p:spPr bwMode="auto">
          <a:xfrm>
            <a:off x="6781800" y="34591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62" name="Oval 130"/>
          <p:cNvSpPr>
            <a:spLocks noChangeAspect="1" noChangeArrowheads="1"/>
          </p:cNvSpPr>
          <p:nvPr/>
        </p:nvSpPr>
        <p:spPr bwMode="auto">
          <a:xfrm>
            <a:off x="2209800" y="37639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69763" name="Oval 131"/>
          <p:cNvSpPr>
            <a:spLocks noChangeAspect="1" noChangeArrowheads="1"/>
          </p:cNvSpPr>
          <p:nvPr/>
        </p:nvSpPr>
        <p:spPr bwMode="auto">
          <a:xfrm>
            <a:off x="25146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64" name="Oval 132"/>
          <p:cNvSpPr>
            <a:spLocks noChangeAspect="1" noChangeArrowheads="1"/>
          </p:cNvSpPr>
          <p:nvPr/>
        </p:nvSpPr>
        <p:spPr bwMode="auto">
          <a:xfrm>
            <a:off x="28194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65" name="Oval 133"/>
          <p:cNvSpPr>
            <a:spLocks noChangeAspect="1" noChangeArrowheads="1"/>
          </p:cNvSpPr>
          <p:nvPr/>
        </p:nvSpPr>
        <p:spPr bwMode="auto">
          <a:xfrm>
            <a:off x="3124200" y="37639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66" name="Oval 134"/>
          <p:cNvSpPr>
            <a:spLocks noChangeAspect="1" noChangeArrowheads="1"/>
          </p:cNvSpPr>
          <p:nvPr/>
        </p:nvSpPr>
        <p:spPr bwMode="auto">
          <a:xfrm>
            <a:off x="3429000" y="37639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69767" name="Oval 135"/>
          <p:cNvSpPr>
            <a:spLocks noChangeAspect="1" noChangeArrowheads="1"/>
          </p:cNvSpPr>
          <p:nvPr/>
        </p:nvSpPr>
        <p:spPr bwMode="auto">
          <a:xfrm>
            <a:off x="3733800" y="37639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68" name="Oval 136"/>
          <p:cNvSpPr>
            <a:spLocks noChangeAspect="1" noChangeArrowheads="1"/>
          </p:cNvSpPr>
          <p:nvPr/>
        </p:nvSpPr>
        <p:spPr bwMode="auto">
          <a:xfrm>
            <a:off x="4038600" y="37639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69" name="Oval 137"/>
          <p:cNvSpPr>
            <a:spLocks noChangeAspect="1" noChangeArrowheads="1"/>
          </p:cNvSpPr>
          <p:nvPr/>
        </p:nvSpPr>
        <p:spPr bwMode="auto">
          <a:xfrm>
            <a:off x="4343400" y="37639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70" name="Oval 138"/>
          <p:cNvSpPr>
            <a:spLocks noChangeAspect="1" noChangeArrowheads="1"/>
          </p:cNvSpPr>
          <p:nvPr/>
        </p:nvSpPr>
        <p:spPr bwMode="auto">
          <a:xfrm>
            <a:off x="4648200" y="37639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71" name="Oval 139"/>
          <p:cNvSpPr>
            <a:spLocks noChangeAspect="1" noChangeArrowheads="1"/>
          </p:cNvSpPr>
          <p:nvPr/>
        </p:nvSpPr>
        <p:spPr bwMode="auto">
          <a:xfrm>
            <a:off x="4953000" y="37639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72" name="Oval 140"/>
          <p:cNvSpPr>
            <a:spLocks noChangeAspect="1" noChangeArrowheads="1"/>
          </p:cNvSpPr>
          <p:nvPr/>
        </p:nvSpPr>
        <p:spPr bwMode="auto">
          <a:xfrm>
            <a:off x="5257800" y="37639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73" name="Oval 141"/>
          <p:cNvSpPr>
            <a:spLocks noChangeAspect="1" noChangeArrowheads="1"/>
          </p:cNvSpPr>
          <p:nvPr/>
        </p:nvSpPr>
        <p:spPr bwMode="auto">
          <a:xfrm>
            <a:off x="5562600" y="37639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74" name="Oval 142"/>
          <p:cNvSpPr>
            <a:spLocks noChangeAspect="1" noChangeArrowheads="1"/>
          </p:cNvSpPr>
          <p:nvPr/>
        </p:nvSpPr>
        <p:spPr bwMode="auto">
          <a:xfrm>
            <a:off x="5867400" y="37639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75" name="Oval 143"/>
          <p:cNvSpPr>
            <a:spLocks noChangeAspect="1" noChangeArrowheads="1"/>
          </p:cNvSpPr>
          <p:nvPr/>
        </p:nvSpPr>
        <p:spPr bwMode="auto">
          <a:xfrm>
            <a:off x="6172200" y="37639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76" name="Oval 144"/>
          <p:cNvSpPr>
            <a:spLocks noChangeAspect="1" noChangeArrowheads="1"/>
          </p:cNvSpPr>
          <p:nvPr/>
        </p:nvSpPr>
        <p:spPr bwMode="auto">
          <a:xfrm>
            <a:off x="6477000" y="37639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77" name="Oval 145"/>
          <p:cNvSpPr>
            <a:spLocks noChangeAspect="1" noChangeArrowheads="1"/>
          </p:cNvSpPr>
          <p:nvPr/>
        </p:nvSpPr>
        <p:spPr bwMode="auto">
          <a:xfrm>
            <a:off x="6781800" y="37639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78" name="Oval 146"/>
          <p:cNvSpPr>
            <a:spLocks noChangeAspect="1" noChangeArrowheads="1"/>
          </p:cNvSpPr>
          <p:nvPr/>
        </p:nvSpPr>
        <p:spPr bwMode="auto">
          <a:xfrm>
            <a:off x="2209800" y="40687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69779" name="Oval 147"/>
          <p:cNvSpPr>
            <a:spLocks noChangeAspect="1" noChangeArrowheads="1"/>
          </p:cNvSpPr>
          <p:nvPr/>
        </p:nvSpPr>
        <p:spPr bwMode="auto">
          <a:xfrm>
            <a:off x="25146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80" name="Oval 148"/>
          <p:cNvSpPr>
            <a:spLocks noChangeAspect="1" noChangeArrowheads="1"/>
          </p:cNvSpPr>
          <p:nvPr/>
        </p:nvSpPr>
        <p:spPr bwMode="auto">
          <a:xfrm>
            <a:off x="28194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81" name="Oval 149"/>
          <p:cNvSpPr>
            <a:spLocks noChangeAspect="1" noChangeArrowheads="1"/>
          </p:cNvSpPr>
          <p:nvPr/>
        </p:nvSpPr>
        <p:spPr bwMode="auto">
          <a:xfrm>
            <a:off x="3124200" y="40687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82" name="Oval 150"/>
          <p:cNvSpPr>
            <a:spLocks noChangeAspect="1" noChangeArrowheads="1"/>
          </p:cNvSpPr>
          <p:nvPr/>
        </p:nvSpPr>
        <p:spPr bwMode="auto">
          <a:xfrm>
            <a:off x="3429000" y="40687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12</a:t>
            </a:r>
          </a:p>
        </p:txBody>
      </p:sp>
      <p:sp>
        <p:nvSpPr>
          <p:cNvPr id="69783" name="Oval 151"/>
          <p:cNvSpPr>
            <a:spLocks noChangeAspect="1" noChangeArrowheads="1"/>
          </p:cNvSpPr>
          <p:nvPr/>
        </p:nvSpPr>
        <p:spPr bwMode="auto">
          <a:xfrm>
            <a:off x="3733800" y="40687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84" name="Oval 152"/>
          <p:cNvSpPr>
            <a:spLocks noChangeAspect="1" noChangeArrowheads="1"/>
          </p:cNvSpPr>
          <p:nvPr/>
        </p:nvSpPr>
        <p:spPr bwMode="auto">
          <a:xfrm>
            <a:off x="4038600" y="40687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85" name="Oval 153"/>
          <p:cNvSpPr>
            <a:spLocks noChangeAspect="1" noChangeArrowheads="1"/>
          </p:cNvSpPr>
          <p:nvPr/>
        </p:nvSpPr>
        <p:spPr bwMode="auto">
          <a:xfrm>
            <a:off x="4343400" y="40687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86" name="Oval 154"/>
          <p:cNvSpPr>
            <a:spLocks noChangeAspect="1" noChangeArrowheads="1"/>
          </p:cNvSpPr>
          <p:nvPr/>
        </p:nvSpPr>
        <p:spPr bwMode="auto">
          <a:xfrm>
            <a:off x="4648200" y="40687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87" name="Oval 155"/>
          <p:cNvSpPr>
            <a:spLocks noChangeAspect="1" noChangeArrowheads="1"/>
          </p:cNvSpPr>
          <p:nvPr/>
        </p:nvSpPr>
        <p:spPr bwMode="auto">
          <a:xfrm>
            <a:off x="4953000" y="40687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88" name="Oval 156"/>
          <p:cNvSpPr>
            <a:spLocks noChangeAspect="1" noChangeArrowheads="1"/>
          </p:cNvSpPr>
          <p:nvPr/>
        </p:nvSpPr>
        <p:spPr bwMode="auto">
          <a:xfrm>
            <a:off x="5257800" y="40687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89" name="Oval 157"/>
          <p:cNvSpPr>
            <a:spLocks noChangeAspect="1" noChangeArrowheads="1"/>
          </p:cNvSpPr>
          <p:nvPr/>
        </p:nvSpPr>
        <p:spPr bwMode="auto">
          <a:xfrm>
            <a:off x="5562600" y="40687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90" name="Oval 158"/>
          <p:cNvSpPr>
            <a:spLocks noChangeAspect="1" noChangeArrowheads="1"/>
          </p:cNvSpPr>
          <p:nvPr/>
        </p:nvSpPr>
        <p:spPr bwMode="auto">
          <a:xfrm>
            <a:off x="5867400" y="40687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91" name="Oval 159"/>
          <p:cNvSpPr>
            <a:spLocks noChangeAspect="1" noChangeArrowheads="1"/>
          </p:cNvSpPr>
          <p:nvPr/>
        </p:nvSpPr>
        <p:spPr bwMode="auto">
          <a:xfrm>
            <a:off x="6172200" y="4068763"/>
            <a:ext cx="274638" cy="27463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92" name="Oval 160"/>
          <p:cNvSpPr>
            <a:spLocks noChangeAspect="1" noChangeArrowheads="1"/>
          </p:cNvSpPr>
          <p:nvPr/>
        </p:nvSpPr>
        <p:spPr bwMode="auto">
          <a:xfrm>
            <a:off x="6477000" y="40687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93" name="Oval 161"/>
          <p:cNvSpPr>
            <a:spLocks noChangeAspect="1" noChangeArrowheads="1"/>
          </p:cNvSpPr>
          <p:nvPr/>
        </p:nvSpPr>
        <p:spPr bwMode="auto">
          <a:xfrm>
            <a:off x="6781800" y="40687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94" name="Oval 162"/>
          <p:cNvSpPr>
            <a:spLocks noChangeAspect="1" noChangeArrowheads="1"/>
          </p:cNvSpPr>
          <p:nvPr/>
        </p:nvSpPr>
        <p:spPr bwMode="auto">
          <a:xfrm>
            <a:off x="2209800" y="43735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69795" name="Oval 163"/>
          <p:cNvSpPr>
            <a:spLocks noChangeAspect="1" noChangeArrowheads="1"/>
          </p:cNvSpPr>
          <p:nvPr/>
        </p:nvSpPr>
        <p:spPr bwMode="auto">
          <a:xfrm>
            <a:off x="25146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96" name="Oval 164"/>
          <p:cNvSpPr>
            <a:spLocks noChangeAspect="1" noChangeArrowheads="1"/>
          </p:cNvSpPr>
          <p:nvPr/>
        </p:nvSpPr>
        <p:spPr bwMode="auto">
          <a:xfrm>
            <a:off x="28194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97" name="Oval 165"/>
          <p:cNvSpPr>
            <a:spLocks noChangeAspect="1" noChangeArrowheads="1"/>
          </p:cNvSpPr>
          <p:nvPr/>
        </p:nvSpPr>
        <p:spPr bwMode="auto">
          <a:xfrm>
            <a:off x="3124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98" name="Oval 166"/>
          <p:cNvSpPr>
            <a:spLocks noChangeAspect="1" noChangeArrowheads="1"/>
          </p:cNvSpPr>
          <p:nvPr/>
        </p:nvSpPr>
        <p:spPr bwMode="auto">
          <a:xfrm>
            <a:off x="3429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799" name="Oval 167"/>
          <p:cNvSpPr>
            <a:spLocks noChangeAspect="1" noChangeArrowheads="1"/>
          </p:cNvSpPr>
          <p:nvPr/>
        </p:nvSpPr>
        <p:spPr bwMode="auto">
          <a:xfrm>
            <a:off x="37338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800" name="Oval 168"/>
          <p:cNvSpPr>
            <a:spLocks noChangeAspect="1" noChangeArrowheads="1"/>
          </p:cNvSpPr>
          <p:nvPr/>
        </p:nvSpPr>
        <p:spPr bwMode="auto">
          <a:xfrm>
            <a:off x="40386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801" name="Oval 169"/>
          <p:cNvSpPr>
            <a:spLocks noChangeAspect="1" noChangeArrowheads="1"/>
          </p:cNvSpPr>
          <p:nvPr/>
        </p:nvSpPr>
        <p:spPr bwMode="auto">
          <a:xfrm>
            <a:off x="43434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802" name="Oval 170"/>
          <p:cNvSpPr>
            <a:spLocks noChangeAspect="1" noChangeArrowheads="1"/>
          </p:cNvSpPr>
          <p:nvPr/>
        </p:nvSpPr>
        <p:spPr bwMode="auto">
          <a:xfrm>
            <a:off x="4648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803" name="Oval 171"/>
          <p:cNvSpPr>
            <a:spLocks noChangeAspect="1" noChangeArrowheads="1"/>
          </p:cNvSpPr>
          <p:nvPr/>
        </p:nvSpPr>
        <p:spPr bwMode="auto">
          <a:xfrm>
            <a:off x="4953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804" name="Oval 172"/>
          <p:cNvSpPr>
            <a:spLocks noChangeAspect="1" noChangeArrowheads="1"/>
          </p:cNvSpPr>
          <p:nvPr/>
        </p:nvSpPr>
        <p:spPr bwMode="auto">
          <a:xfrm>
            <a:off x="52578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805" name="Oval 173"/>
          <p:cNvSpPr>
            <a:spLocks noChangeAspect="1" noChangeArrowheads="1"/>
          </p:cNvSpPr>
          <p:nvPr/>
        </p:nvSpPr>
        <p:spPr bwMode="auto">
          <a:xfrm>
            <a:off x="55626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806" name="Oval 174"/>
          <p:cNvSpPr>
            <a:spLocks noChangeAspect="1" noChangeArrowheads="1"/>
          </p:cNvSpPr>
          <p:nvPr/>
        </p:nvSpPr>
        <p:spPr bwMode="auto">
          <a:xfrm>
            <a:off x="58674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807" name="Oval 175"/>
          <p:cNvSpPr>
            <a:spLocks noChangeAspect="1" noChangeArrowheads="1"/>
          </p:cNvSpPr>
          <p:nvPr/>
        </p:nvSpPr>
        <p:spPr bwMode="auto">
          <a:xfrm>
            <a:off x="61722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808" name="Oval 176"/>
          <p:cNvSpPr>
            <a:spLocks noChangeAspect="1" noChangeArrowheads="1"/>
          </p:cNvSpPr>
          <p:nvPr/>
        </p:nvSpPr>
        <p:spPr bwMode="auto">
          <a:xfrm>
            <a:off x="6477000" y="4373563"/>
            <a:ext cx="274638" cy="2746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809" name="Oval 177"/>
          <p:cNvSpPr>
            <a:spLocks noChangeAspect="1" noChangeArrowheads="1"/>
          </p:cNvSpPr>
          <p:nvPr/>
        </p:nvSpPr>
        <p:spPr bwMode="auto">
          <a:xfrm>
            <a:off x="6781800" y="43735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810" name="Oval 178"/>
          <p:cNvSpPr>
            <a:spLocks noChangeAspect="1" noChangeArrowheads="1"/>
          </p:cNvSpPr>
          <p:nvPr/>
        </p:nvSpPr>
        <p:spPr bwMode="auto">
          <a:xfrm>
            <a:off x="2209800" y="46783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0</a:t>
            </a:r>
          </a:p>
        </p:txBody>
      </p:sp>
      <p:sp>
        <p:nvSpPr>
          <p:cNvPr id="69811" name="Oval 179"/>
          <p:cNvSpPr>
            <a:spLocks noChangeAspect="1" noChangeArrowheads="1"/>
          </p:cNvSpPr>
          <p:nvPr/>
        </p:nvSpPr>
        <p:spPr bwMode="auto">
          <a:xfrm>
            <a:off x="2514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812" name="Oval 180"/>
          <p:cNvSpPr>
            <a:spLocks noChangeAspect="1" noChangeArrowheads="1"/>
          </p:cNvSpPr>
          <p:nvPr/>
        </p:nvSpPr>
        <p:spPr bwMode="auto">
          <a:xfrm>
            <a:off x="2819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813" name="Oval 181"/>
          <p:cNvSpPr>
            <a:spLocks noChangeAspect="1" noChangeArrowheads="1"/>
          </p:cNvSpPr>
          <p:nvPr/>
        </p:nvSpPr>
        <p:spPr bwMode="auto">
          <a:xfrm>
            <a:off x="3124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814" name="Oval 182"/>
          <p:cNvSpPr>
            <a:spLocks noChangeAspect="1" noChangeArrowheads="1"/>
          </p:cNvSpPr>
          <p:nvPr/>
        </p:nvSpPr>
        <p:spPr bwMode="auto">
          <a:xfrm>
            <a:off x="3429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815" name="Oval 183"/>
          <p:cNvSpPr>
            <a:spLocks noChangeAspect="1" noChangeArrowheads="1"/>
          </p:cNvSpPr>
          <p:nvPr/>
        </p:nvSpPr>
        <p:spPr bwMode="auto">
          <a:xfrm>
            <a:off x="3733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816" name="Oval 184"/>
          <p:cNvSpPr>
            <a:spLocks noChangeAspect="1" noChangeArrowheads="1"/>
          </p:cNvSpPr>
          <p:nvPr/>
        </p:nvSpPr>
        <p:spPr bwMode="auto">
          <a:xfrm>
            <a:off x="4038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817" name="Oval 185"/>
          <p:cNvSpPr>
            <a:spLocks noChangeAspect="1" noChangeArrowheads="1"/>
          </p:cNvSpPr>
          <p:nvPr/>
        </p:nvSpPr>
        <p:spPr bwMode="auto">
          <a:xfrm>
            <a:off x="4343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818" name="Oval 186"/>
          <p:cNvSpPr>
            <a:spLocks noChangeAspect="1" noChangeArrowheads="1"/>
          </p:cNvSpPr>
          <p:nvPr/>
        </p:nvSpPr>
        <p:spPr bwMode="auto">
          <a:xfrm>
            <a:off x="4648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819" name="Oval 187"/>
          <p:cNvSpPr>
            <a:spLocks noChangeAspect="1" noChangeArrowheads="1"/>
          </p:cNvSpPr>
          <p:nvPr/>
        </p:nvSpPr>
        <p:spPr bwMode="auto">
          <a:xfrm>
            <a:off x="4953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820" name="Oval 188"/>
          <p:cNvSpPr>
            <a:spLocks noChangeAspect="1" noChangeArrowheads="1"/>
          </p:cNvSpPr>
          <p:nvPr/>
        </p:nvSpPr>
        <p:spPr bwMode="auto">
          <a:xfrm>
            <a:off x="5257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821" name="Oval 189"/>
          <p:cNvSpPr>
            <a:spLocks noChangeAspect="1" noChangeArrowheads="1"/>
          </p:cNvSpPr>
          <p:nvPr/>
        </p:nvSpPr>
        <p:spPr bwMode="auto">
          <a:xfrm>
            <a:off x="55626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822" name="Oval 190"/>
          <p:cNvSpPr>
            <a:spLocks noChangeAspect="1" noChangeArrowheads="1"/>
          </p:cNvSpPr>
          <p:nvPr/>
        </p:nvSpPr>
        <p:spPr bwMode="auto">
          <a:xfrm>
            <a:off x="58674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823" name="Oval 191"/>
          <p:cNvSpPr>
            <a:spLocks noChangeAspect="1" noChangeArrowheads="1"/>
          </p:cNvSpPr>
          <p:nvPr/>
        </p:nvSpPr>
        <p:spPr bwMode="auto">
          <a:xfrm>
            <a:off x="61722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824" name="Oval 192"/>
          <p:cNvSpPr>
            <a:spLocks noChangeAspect="1" noChangeArrowheads="1"/>
          </p:cNvSpPr>
          <p:nvPr/>
        </p:nvSpPr>
        <p:spPr bwMode="auto">
          <a:xfrm>
            <a:off x="64770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825" name="Oval 193"/>
          <p:cNvSpPr>
            <a:spLocks noChangeAspect="1" noChangeArrowheads="1"/>
          </p:cNvSpPr>
          <p:nvPr/>
        </p:nvSpPr>
        <p:spPr bwMode="auto">
          <a:xfrm>
            <a:off x="6781800" y="4678363"/>
            <a:ext cx="274638" cy="2746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9826" name="Oval 194"/>
          <p:cNvSpPr>
            <a:spLocks noChangeAspect="1" noChangeArrowheads="1"/>
          </p:cNvSpPr>
          <p:nvPr/>
        </p:nvSpPr>
        <p:spPr bwMode="auto">
          <a:xfrm>
            <a:off x="2209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400" b="1">
              <a:latin typeface="Arial" charset="0"/>
            </a:endParaRPr>
          </a:p>
        </p:txBody>
      </p:sp>
      <p:sp>
        <p:nvSpPr>
          <p:cNvPr id="69827" name="Oval 195"/>
          <p:cNvSpPr>
            <a:spLocks noChangeAspect="1" noChangeArrowheads="1"/>
          </p:cNvSpPr>
          <p:nvPr/>
        </p:nvSpPr>
        <p:spPr bwMode="auto">
          <a:xfrm>
            <a:off x="2514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0</a:t>
            </a:r>
          </a:p>
        </p:txBody>
      </p:sp>
      <p:sp>
        <p:nvSpPr>
          <p:cNvPr id="69828" name="Oval 196"/>
          <p:cNvSpPr>
            <a:spLocks noChangeAspect="1" noChangeArrowheads="1"/>
          </p:cNvSpPr>
          <p:nvPr/>
        </p:nvSpPr>
        <p:spPr bwMode="auto">
          <a:xfrm>
            <a:off x="2819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a:t>
            </a:r>
          </a:p>
        </p:txBody>
      </p:sp>
      <p:sp>
        <p:nvSpPr>
          <p:cNvPr id="69829" name="Oval 197"/>
          <p:cNvSpPr>
            <a:spLocks noChangeAspect="1" noChangeArrowheads="1"/>
          </p:cNvSpPr>
          <p:nvPr/>
        </p:nvSpPr>
        <p:spPr bwMode="auto">
          <a:xfrm>
            <a:off x="3124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2</a:t>
            </a:r>
          </a:p>
        </p:txBody>
      </p:sp>
      <p:sp>
        <p:nvSpPr>
          <p:cNvPr id="69830" name="Oval 198"/>
          <p:cNvSpPr>
            <a:spLocks noChangeAspect="1" noChangeArrowheads="1"/>
          </p:cNvSpPr>
          <p:nvPr/>
        </p:nvSpPr>
        <p:spPr bwMode="auto">
          <a:xfrm>
            <a:off x="3429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3</a:t>
            </a:r>
          </a:p>
        </p:txBody>
      </p:sp>
      <p:sp>
        <p:nvSpPr>
          <p:cNvPr id="69831" name="Oval 199"/>
          <p:cNvSpPr>
            <a:spLocks noChangeAspect="1" noChangeArrowheads="1"/>
          </p:cNvSpPr>
          <p:nvPr/>
        </p:nvSpPr>
        <p:spPr bwMode="auto">
          <a:xfrm>
            <a:off x="3733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4</a:t>
            </a:r>
          </a:p>
        </p:txBody>
      </p:sp>
      <p:sp>
        <p:nvSpPr>
          <p:cNvPr id="69832" name="Oval 200"/>
          <p:cNvSpPr>
            <a:spLocks noChangeAspect="1" noChangeArrowheads="1"/>
          </p:cNvSpPr>
          <p:nvPr/>
        </p:nvSpPr>
        <p:spPr bwMode="auto">
          <a:xfrm>
            <a:off x="4038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5</a:t>
            </a:r>
          </a:p>
        </p:txBody>
      </p:sp>
      <p:sp>
        <p:nvSpPr>
          <p:cNvPr id="69833" name="Oval 201"/>
          <p:cNvSpPr>
            <a:spLocks noChangeAspect="1" noChangeArrowheads="1"/>
          </p:cNvSpPr>
          <p:nvPr/>
        </p:nvSpPr>
        <p:spPr bwMode="auto">
          <a:xfrm>
            <a:off x="4343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6</a:t>
            </a:r>
          </a:p>
        </p:txBody>
      </p:sp>
      <p:sp>
        <p:nvSpPr>
          <p:cNvPr id="69834" name="Oval 202"/>
          <p:cNvSpPr>
            <a:spLocks noChangeAspect="1" noChangeArrowheads="1"/>
          </p:cNvSpPr>
          <p:nvPr/>
        </p:nvSpPr>
        <p:spPr bwMode="auto">
          <a:xfrm>
            <a:off x="4648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7</a:t>
            </a:r>
          </a:p>
        </p:txBody>
      </p:sp>
      <p:sp>
        <p:nvSpPr>
          <p:cNvPr id="69835" name="Oval 203"/>
          <p:cNvSpPr>
            <a:spLocks noChangeAspect="1" noChangeArrowheads="1"/>
          </p:cNvSpPr>
          <p:nvPr/>
        </p:nvSpPr>
        <p:spPr bwMode="auto">
          <a:xfrm>
            <a:off x="4953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8</a:t>
            </a:r>
          </a:p>
        </p:txBody>
      </p:sp>
      <p:sp>
        <p:nvSpPr>
          <p:cNvPr id="69836" name="Oval 204"/>
          <p:cNvSpPr>
            <a:spLocks noChangeAspect="1" noChangeArrowheads="1"/>
          </p:cNvSpPr>
          <p:nvPr/>
        </p:nvSpPr>
        <p:spPr bwMode="auto">
          <a:xfrm>
            <a:off x="5257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9</a:t>
            </a:r>
          </a:p>
        </p:txBody>
      </p:sp>
      <p:sp>
        <p:nvSpPr>
          <p:cNvPr id="69837" name="Oval 205"/>
          <p:cNvSpPr>
            <a:spLocks noChangeAspect="1" noChangeArrowheads="1"/>
          </p:cNvSpPr>
          <p:nvPr/>
        </p:nvSpPr>
        <p:spPr bwMode="auto">
          <a:xfrm>
            <a:off x="55626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10</a:t>
            </a:r>
          </a:p>
        </p:txBody>
      </p:sp>
      <p:sp>
        <p:nvSpPr>
          <p:cNvPr id="69838" name="Oval 206"/>
          <p:cNvSpPr>
            <a:spLocks noChangeAspect="1" noChangeArrowheads="1"/>
          </p:cNvSpPr>
          <p:nvPr/>
        </p:nvSpPr>
        <p:spPr bwMode="auto">
          <a:xfrm>
            <a:off x="58674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11</a:t>
            </a:r>
          </a:p>
        </p:txBody>
      </p:sp>
      <p:sp>
        <p:nvSpPr>
          <p:cNvPr id="69839" name="Oval 207"/>
          <p:cNvSpPr>
            <a:spLocks noChangeAspect="1" noChangeArrowheads="1"/>
          </p:cNvSpPr>
          <p:nvPr/>
        </p:nvSpPr>
        <p:spPr bwMode="auto">
          <a:xfrm>
            <a:off x="61722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12</a:t>
            </a:r>
          </a:p>
        </p:txBody>
      </p:sp>
      <p:sp>
        <p:nvSpPr>
          <p:cNvPr id="69840" name="Oval 208"/>
          <p:cNvSpPr>
            <a:spLocks noChangeAspect="1" noChangeArrowheads="1"/>
          </p:cNvSpPr>
          <p:nvPr/>
        </p:nvSpPr>
        <p:spPr bwMode="auto">
          <a:xfrm>
            <a:off x="64770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13</a:t>
            </a:r>
          </a:p>
        </p:txBody>
      </p:sp>
      <p:sp>
        <p:nvSpPr>
          <p:cNvPr id="69841" name="Oval 209"/>
          <p:cNvSpPr>
            <a:spLocks noChangeAspect="1" noChangeArrowheads="1"/>
          </p:cNvSpPr>
          <p:nvPr/>
        </p:nvSpPr>
        <p:spPr bwMode="auto">
          <a:xfrm>
            <a:off x="6781800" y="4983163"/>
            <a:ext cx="274638" cy="274637"/>
          </a:xfrm>
          <a:prstGeom prst="ellipse">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b="1">
                <a:latin typeface="Arial" charset="0"/>
              </a:rPr>
              <a:t>14</a:t>
            </a:r>
          </a:p>
        </p:txBody>
      </p:sp>
      <p:graphicFrame>
        <p:nvGraphicFramePr>
          <p:cNvPr id="69842" name="Group 210"/>
          <p:cNvGraphicFramePr>
            <a:graphicFrameLocks noGrp="1"/>
          </p:cNvGraphicFramePr>
          <p:nvPr/>
        </p:nvGraphicFramePr>
        <p:xfrm>
          <a:off x="7543800" y="2362200"/>
          <a:ext cx="457200" cy="1828800"/>
        </p:xfrm>
        <a:graphic>
          <a:graphicData uri="http://schemas.openxmlformats.org/drawingml/2006/table">
            <a:tbl>
              <a:tblPr/>
              <a:tblGrid>
                <a:gridCol w="457200">
                  <a:extLst>
                    <a:ext uri="{9D8B030D-6E8A-4147-A177-3AD203B41FA5}">
                      <a16:colId xmlns:a16="http://schemas.microsoft.com/office/drawing/2014/main" val="20000"/>
                    </a:ext>
                  </a:extLst>
                </a:gridCol>
              </a:tblGrid>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lvl1pPr>
                        <a:spcBef>
                          <a:spcPct val="20000"/>
                        </a:spcBef>
                        <a:defRPr sz="2800">
                          <a:solidFill>
                            <a:schemeClr val="tx1"/>
                          </a:solidFill>
                          <a:latin typeface="Times New Roman" pitchFamily="18" charset="0"/>
                          <a:cs typeface="Times New Roman" pitchFamily="18" charset="0"/>
                        </a:defRPr>
                      </a:lvl1pPr>
                      <a:lvl2pPr>
                        <a:spcBef>
                          <a:spcPct val="20000"/>
                        </a:spcBef>
                        <a:defRPr sz="2400">
                          <a:solidFill>
                            <a:schemeClr val="tx1"/>
                          </a:solidFill>
                          <a:latin typeface="Times New Roman" pitchFamily="18" charset="0"/>
                          <a:cs typeface="Times New Roman" pitchFamily="18" charset="0"/>
                        </a:defRPr>
                      </a:lvl2pPr>
                      <a:lvl3pPr>
                        <a:spcBef>
                          <a:spcPct val="20000"/>
                        </a:spcBef>
                        <a:defRPr sz="2000">
                          <a:solidFill>
                            <a:schemeClr val="tx1"/>
                          </a:solidFill>
                          <a:latin typeface="Times New Roman" pitchFamily="18" charset="0"/>
                          <a:cs typeface="Times New Roman" pitchFamily="18" charset="0"/>
                        </a:defRPr>
                      </a:lvl3pPr>
                      <a:lvl4pPr>
                        <a:spcBef>
                          <a:spcPct val="20000"/>
                        </a:spcBef>
                        <a:defRPr>
                          <a:solidFill>
                            <a:schemeClr val="tx1"/>
                          </a:solidFill>
                          <a:latin typeface="Times New Roman" pitchFamily="18" charset="0"/>
                          <a:cs typeface="Times New Roman" pitchFamily="18" charset="0"/>
                        </a:defRPr>
                      </a:lvl4pPr>
                      <a:lvl5pPr>
                        <a:spcBef>
                          <a:spcPct val="20000"/>
                        </a:spcBef>
                        <a:defRPr>
                          <a:solidFill>
                            <a:schemeClr val="tx1"/>
                          </a:solidFill>
                          <a:latin typeface="Times New Roman" pitchFamily="18" charset="0"/>
                          <a:cs typeface="Times New Roman" pitchFamily="18" charset="0"/>
                        </a:defRPr>
                      </a:lvl5pPr>
                      <a:lvl6pPr fontAlgn="base">
                        <a:spcBef>
                          <a:spcPct val="20000"/>
                        </a:spcBef>
                        <a:spcAft>
                          <a:spcPct val="0"/>
                        </a:spcAft>
                        <a:defRPr>
                          <a:solidFill>
                            <a:schemeClr val="tx1"/>
                          </a:solidFill>
                          <a:latin typeface="Times New Roman" pitchFamily="18" charset="0"/>
                          <a:cs typeface="Times New Roman" pitchFamily="18" charset="0"/>
                        </a:defRPr>
                      </a:lvl6pPr>
                      <a:lvl7pPr fontAlgn="base">
                        <a:spcBef>
                          <a:spcPct val="20000"/>
                        </a:spcBef>
                        <a:spcAft>
                          <a:spcPct val="0"/>
                        </a:spcAft>
                        <a:defRPr>
                          <a:solidFill>
                            <a:schemeClr val="tx1"/>
                          </a:solidFill>
                          <a:latin typeface="Times New Roman" pitchFamily="18" charset="0"/>
                          <a:cs typeface="Times New Roman" pitchFamily="18" charset="0"/>
                        </a:defRPr>
                      </a:lvl7pPr>
                      <a:lvl8pPr fontAlgn="base">
                        <a:spcBef>
                          <a:spcPct val="20000"/>
                        </a:spcBef>
                        <a:spcAft>
                          <a:spcPct val="0"/>
                        </a:spcAft>
                        <a:defRPr>
                          <a:solidFill>
                            <a:schemeClr val="tx1"/>
                          </a:solidFill>
                          <a:latin typeface="Times New Roman" pitchFamily="18" charset="0"/>
                          <a:cs typeface="Times New Roman" pitchFamily="18" charset="0"/>
                        </a:defRPr>
                      </a:lvl8pPr>
                      <a:lvl9pPr fontAlgn="base">
                        <a:spcBef>
                          <a:spcPct val="20000"/>
                        </a:spcBef>
                        <a:spcAft>
                          <a:spcPct val="0"/>
                        </a:spcAft>
                        <a:defRPr>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Arial"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9860" name="Text Box 228"/>
          <p:cNvSpPr txBox="1">
            <a:spLocks noChangeArrowheads="1"/>
          </p:cNvSpPr>
          <p:nvPr/>
        </p:nvSpPr>
        <p:spPr bwMode="auto">
          <a:xfrm>
            <a:off x="342900" y="228600"/>
            <a:ext cx="845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2800" b="1">
                <a:solidFill>
                  <a:schemeClr val="accent2"/>
                </a:solidFill>
                <a:latin typeface="Arial" charset="0"/>
              </a:rPr>
              <a:t>Span Flood-Fill</a:t>
            </a:r>
            <a:r>
              <a:rPr lang="en-US" altLang="en-US" sz="3200" b="1">
                <a:solidFill>
                  <a:schemeClr val="accent2"/>
                </a:solidFill>
                <a:latin typeface="Arial" charset="0"/>
              </a:rPr>
              <a:t> Algorithm (</a:t>
            </a:r>
            <a:r>
              <a:rPr lang="en-US" altLang="en-US" sz="3200" b="1">
                <a:solidFill>
                  <a:srgbClr val="FF0000"/>
                </a:solidFill>
                <a:latin typeface="Arial" charset="0"/>
              </a:rPr>
              <a:t>example</a:t>
            </a:r>
            <a:r>
              <a:rPr lang="en-US" altLang="en-US" sz="3200" b="1">
                <a:solidFill>
                  <a:schemeClr val="accent2"/>
                </a:solidFill>
                <a:latin typeface="Arial" charset="0"/>
              </a:rPr>
              <a:t>)</a:t>
            </a:r>
            <a:endParaRPr lang="en-US" altLang="en-US" sz="2800">
              <a:latin typeface="Arial" charset="0"/>
              <a:cs typeface="Arial"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2"/>
          </p:nvPr>
        </p:nvSpPr>
        <p:spPr/>
        <p:txBody>
          <a:bodyPr/>
          <a:lstStyle/>
          <a:p>
            <a:fld id="{00FFB369-A832-482B-B50E-6964DF28A3B2}" type="slidenum">
              <a:rPr lang="en-US" altLang="en-US"/>
              <a:pPr/>
              <a:t>62</a:t>
            </a:fld>
            <a:endParaRPr lang="en-US" altLang="en-US"/>
          </a:p>
        </p:txBody>
      </p:sp>
      <p:pic>
        <p:nvPicPr>
          <p:cNvPr id="105474" name="Picture 2" descr="未命名"/>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6113" y="4038600"/>
            <a:ext cx="2771775" cy="2381250"/>
          </a:xfrm>
          <a:prstGeom prst="rect">
            <a:avLst/>
          </a:prstGeom>
          <a:noFill/>
          <a:extLst>
            <a:ext uri="{909E8E84-426E-40DD-AFC4-6F175D3DCCD1}">
              <a14:hiddenFill xmlns:a14="http://schemas.microsoft.com/office/drawing/2010/main">
                <a:solidFill>
                  <a:srgbClr val="FFFFFF"/>
                </a:solidFill>
              </a14:hiddenFill>
            </a:ext>
          </a:extLst>
        </p:spPr>
      </p:pic>
      <p:sp>
        <p:nvSpPr>
          <p:cNvPr id="105475" name="Text Box 3"/>
          <p:cNvSpPr txBox="1">
            <a:spLocks noChangeArrowheads="1"/>
          </p:cNvSpPr>
          <p:nvPr/>
        </p:nvSpPr>
        <p:spPr bwMode="auto">
          <a:xfrm>
            <a:off x="342900" y="228600"/>
            <a:ext cx="8458200" cy="378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3200" b="1">
                <a:solidFill>
                  <a:schemeClr val="accent2"/>
                </a:solidFill>
                <a:latin typeface="Arial" charset="0"/>
              </a:rPr>
              <a:t>Flood Fill Algorithm</a:t>
            </a:r>
          </a:p>
          <a:p>
            <a:pPr algn="just" eaLnBrk="0" hangingPunct="0"/>
            <a:r>
              <a:rPr lang="en-US" altLang="en-US" sz="2800">
                <a:latin typeface="Arial" charset="0"/>
              </a:rPr>
              <a:t>Sometimes we want to fill in (recolor) an area that is not defined within a single color boundary. </a:t>
            </a:r>
          </a:p>
          <a:p>
            <a:pPr algn="just" eaLnBrk="0" hangingPunct="0"/>
            <a:endParaRPr lang="en-US" altLang="en-US" sz="1400">
              <a:latin typeface="Arial" charset="0"/>
            </a:endParaRPr>
          </a:p>
          <a:p>
            <a:pPr algn="just" eaLnBrk="0" hangingPunct="0"/>
            <a:r>
              <a:rPr lang="en-US" altLang="en-US" sz="2800">
                <a:latin typeface="Arial" charset="0"/>
              </a:rPr>
              <a:t>We paint such areas by replacing a specified interior color instead of searching for a boundary color value. </a:t>
            </a:r>
          </a:p>
          <a:p>
            <a:pPr algn="just" eaLnBrk="0" hangingPunct="0"/>
            <a:endParaRPr lang="en-US" altLang="en-US" sz="2800">
              <a:latin typeface="Arial" charset="0"/>
            </a:endParaRPr>
          </a:p>
          <a:p>
            <a:pPr algn="just" eaLnBrk="0" hangingPunct="0"/>
            <a:r>
              <a:rPr lang="en-US" altLang="en-US" sz="2800">
                <a:latin typeface="Arial" charset="0"/>
              </a:rPr>
              <a:t>This approach is called a </a:t>
            </a:r>
            <a:r>
              <a:rPr lang="en-US" altLang="en-US" sz="2800" b="1">
                <a:latin typeface="Arial" charset="0"/>
              </a:rPr>
              <a:t>flood-fill algorithm</a:t>
            </a:r>
            <a:r>
              <a:rPr lang="en-US" altLang="en-US" sz="2800">
                <a:latin typeface="Arial"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054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50C2013-CE94-4EC9-BD03-DA3FCB42DC57}" type="slidenum">
              <a:rPr lang="en-US" altLang="en-US"/>
              <a:pPr/>
              <a:t>63</a:t>
            </a:fld>
            <a:endParaRPr lang="en-US" altLang="en-US"/>
          </a:p>
        </p:txBody>
      </p:sp>
      <p:sp>
        <p:nvSpPr>
          <p:cNvPr id="88067" name="Text Box 3"/>
          <p:cNvSpPr txBox="1">
            <a:spLocks noChangeArrowheads="1"/>
          </p:cNvSpPr>
          <p:nvPr/>
        </p:nvSpPr>
        <p:spPr bwMode="auto">
          <a:xfrm>
            <a:off x="342900" y="228600"/>
            <a:ext cx="8191500" cy="51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3200" b="1">
                <a:solidFill>
                  <a:schemeClr val="accent2"/>
                </a:solidFill>
                <a:latin typeface="Arial" charset="0"/>
              </a:rPr>
              <a:t>Flood Fill Algorithm</a:t>
            </a:r>
          </a:p>
          <a:p>
            <a:pPr algn="just" eaLnBrk="0" hangingPunct="0"/>
            <a:endParaRPr lang="en-US" altLang="en-US" sz="1400">
              <a:latin typeface="Arial" charset="0"/>
            </a:endParaRPr>
          </a:p>
          <a:p>
            <a:pPr algn="just" eaLnBrk="0" hangingPunct="0"/>
            <a:r>
              <a:rPr lang="en-US" altLang="en-US" sz="2800">
                <a:latin typeface="Arial" charset="0"/>
              </a:rPr>
              <a:t>We start from a specified interior pixel (x, y) and reassign all pixel values that are currently set to a given interior color with the desired fill color. </a:t>
            </a:r>
          </a:p>
          <a:p>
            <a:pPr algn="just" eaLnBrk="0" hangingPunct="0"/>
            <a:endParaRPr lang="en-US" altLang="en-US" sz="1800">
              <a:latin typeface="Arial" charset="0"/>
            </a:endParaRPr>
          </a:p>
          <a:p>
            <a:pPr algn="just" eaLnBrk="0" hangingPunct="0"/>
            <a:r>
              <a:rPr lang="en-US" altLang="en-US" sz="2800">
                <a:latin typeface="Arial" charset="0"/>
              </a:rPr>
              <a:t>If the area has </a:t>
            </a:r>
            <a:r>
              <a:rPr lang="en-US" altLang="en-US" sz="2800" b="1">
                <a:latin typeface="Arial" charset="0"/>
              </a:rPr>
              <a:t>more than one</a:t>
            </a:r>
            <a:r>
              <a:rPr lang="en-US" altLang="en-US" sz="2800">
                <a:latin typeface="Arial" charset="0"/>
              </a:rPr>
              <a:t> interior color, we can first </a:t>
            </a:r>
            <a:r>
              <a:rPr lang="en-US" altLang="en-US" sz="2800" b="1">
                <a:latin typeface="Arial" charset="0"/>
              </a:rPr>
              <a:t>reassign pixel values</a:t>
            </a:r>
            <a:r>
              <a:rPr lang="en-US" altLang="en-US" sz="2800">
                <a:latin typeface="Arial" charset="0"/>
              </a:rPr>
              <a:t> so that all interior pixels have the same color. </a:t>
            </a:r>
          </a:p>
          <a:p>
            <a:pPr algn="just" eaLnBrk="0" hangingPunct="0"/>
            <a:endParaRPr lang="en-US" altLang="en-US" sz="1800">
              <a:latin typeface="Arial" charset="0"/>
            </a:endParaRPr>
          </a:p>
          <a:p>
            <a:pPr algn="just" eaLnBrk="0" hangingPunct="0"/>
            <a:r>
              <a:rPr lang="en-US" altLang="en-US" sz="2800">
                <a:latin typeface="Arial" charset="0"/>
              </a:rPr>
              <a:t>Using either </a:t>
            </a:r>
            <a:r>
              <a:rPr lang="en-US" altLang="en-US" sz="2800" b="1">
                <a:latin typeface="Arial" charset="0"/>
              </a:rPr>
              <a:t>4-connected </a:t>
            </a:r>
            <a:r>
              <a:rPr lang="en-US" altLang="en-US" sz="2800">
                <a:latin typeface="Arial" charset="0"/>
              </a:rPr>
              <a:t>or</a:t>
            </a:r>
            <a:r>
              <a:rPr lang="en-US" altLang="en-US" sz="2800" b="1">
                <a:latin typeface="Arial" charset="0"/>
              </a:rPr>
              <a:t> 8-connected</a:t>
            </a:r>
            <a:r>
              <a:rPr lang="en-US" altLang="en-US" sz="2800">
                <a:latin typeface="Arial" charset="0"/>
              </a:rPr>
              <a:t> approach, we then step through pixel positions until all interior pixels have been repainted.</a:t>
            </a:r>
            <a:r>
              <a:rPr lang="en-US" altLang="en-US" sz="2800">
                <a:latin typeface="Arial" charset="0"/>
                <a:cs typeface="Arial" charset="0"/>
              </a:rPr>
              <a:t> </a:t>
            </a:r>
          </a:p>
        </p:txBody>
      </p:sp>
    </p:spTree>
  </p:cSld>
  <p:clrMapOvr>
    <a:masterClrMapping/>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Times New Roman"/>
      </a:majorFont>
      <a:minorFont>
        <a:latin typeface="Times New Roman"/>
        <a:ea typeface=""/>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222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itchFamily="18" charset="0"/>
            <a:cs typeface="Times New Roman" pitchFamily="18" charset="0"/>
          </a:defRPr>
        </a:defPPr>
      </a:lstStyle>
    </a:spDef>
    <a:lnDef>
      <a:spPr bwMode="auto">
        <a:xfrm>
          <a:off x="0" y="0"/>
          <a:ext cx="1" cy="1"/>
        </a:xfrm>
        <a:custGeom>
          <a:avLst/>
          <a:gdLst/>
          <a:ahLst/>
          <a:cxnLst/>
          <a:rect l="0" t="0" r="0" b="0"/>
          <a:pathLst/>
        </a:custGeom>
        <a:solidFill>
          <a:schemeClr val="accent1"/>
        </a:solidFill>
        <a:ln w="2222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itchFamily="18" charset="0"/>
            <a:cs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1451</TotalTime>
  <Words>2463</Words>
  <Application>Microsoft Office PowerPoint</Application>
  <PresentationFormat>On-screen Show (4:3)</PresentationFormat>
  <Paragraphs>940</Paragraphs>
  <Slides>63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63</vt:i4>
      </vt:variant>
    </vt:vector>
  </HeadingPairs>
  <TitlesOfParts>
    <vt:vector size="68" baseType="lpstr">
      <vt:lpstr>Arial</vt:lpstr>
      <vt:lpstr>Symbol</vt:lpstr>
      <vt:lpstr>Tahoma</vt:lpstr>
      <vt:lpstr>Times New Roman</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FCIT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Farag_Elnagahy</dc:creator>
  <cp:lastModifiedBy>ACER</cp:lastModifiedBy>
  <cp:revision>65</cp:revision>
  <dcterms:created xsi:type="dcterms:W3CDTF">2008-07-31T23:32:12Z</dcterms:created>
  <dcterms:modified xsi:type="dcterms:W3CDTF">2022-09-18T11:21:27Z</dcterms:modified>
</cp:coreProperties>
</file>