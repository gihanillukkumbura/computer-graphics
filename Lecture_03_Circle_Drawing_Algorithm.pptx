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9" r:id="rId13"/>
    <p:sldId id="270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2B5A-EBB6-4759-9F1C-BC66A4E3CD29}" type="datetimeFigureOut">
              <a:rPr lang="en-GB" smtClean="0"/>
              <a:t>07/12/2019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D8D3-D104-4BC5-92D5-CEB99170D0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854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2B5A-EBB6-4759-9F1C-BC66A4E3CD29}" type="datetimeFigureOut">
              <a:rPr lang="en-GB" smtClean="0"/>
              <a:t>07/12/2019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D8D3-D104-4BC5-92D5-CEB99170D0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011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2B5A-EBB6-4759-9F1C-BC66A4E3CD29}" type="datetimeFigureOut">
              <a:rPr lang="en-GB" smtClean="0"/>
              <a:t>07/12/2019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D8D3-D104-4BC5-92D5-CEB99170D0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2422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2B5A-EBB6-4759-9F1C-BC66A4E3CD29}" type="datetimeFigureOut">
              <a:rPr lang="en-GB" smtClean="0"/>
              <a:t>07/12/2019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D8D3-D104-4BC5-92D5-CEB99170D0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6108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2B5A-EBB6-4759-9F1C-BC66A4E3CD29}" type="datetimeFigureOut">
              <a:rPr lang="en-GB" smtClean="0"/>
              <a:t>07/12/2019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D8D3-D104-4BC5-92D5-CEB99170D0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3006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2B5A-EBB6-4759-9F1C-BC66A4E3CD29}" type="datetimeFigureOut">
              <a:rPr lang="en-GB" smtClean="0"/>
              <a:t>07/12/2019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D8D3-D104-4BC5-92D5-CEB99170D0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216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2B5A-EBB6-4759-9F1C-BC66A4E3CD29}" type="datetimeFigureOut">
              <a:rPr lang="en-GB" smtClean="0"/>
              <a:t>07/12/2019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D8D3-D104-4BC5-92D5-CEB99170D0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17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2B5A-EBB6-4759-9F1C-BC66A4E3CD29}" type="datetimeFigureOut">
              <a:rPr lang="en-GB" smtClean="0"/>
              <a:t>07/12/2019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D8D3-D104-4BC5-92D5-CEB99170D0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377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2B5A-EBB6-4759-9F1C-BC66A4E3CD29}" type="datetimeFigureOut">
              <a:rPr lang="en-GB" smtClean="0"/>
              <a:t>07/12/2019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D8D3-D104-4BC5-92D5-CEB99170D0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101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2B5A-EBB6-4759-9F1C-BC66A4E3CD29}" type="datetimeFigureOut">
              <a:rPr lang="en-GB" smtClean="0"/>
              <a:t>07/12/2019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D8D3-D104-4BC5-92D5-CEB99170D0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52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2B5A-EBB6-4759-9F1C-BC66A4E3CD29}" type="datetimeFigureOut">
              <a:rPr lang="en-GB" smtClean="0"/>
              <a:t>07/12/2019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D8D3-D104-4BC5-92D5-CEB99170D0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506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82B5A-EBB6-4759-9F1C-BC66A4E3CD29}" type="datetimeFigureOut">
              <a:rPr lang="en-GB" smtClean="0"/>
              <a:t>07/12/2019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AD8D3-D104-4BC5-92D5-CEB99170D0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438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Circle Drawing Algorithm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158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Bresenham</a:t>
            </a:r>
            <a:r>
              <a:rPr lang="en-US" b="1" dirty="0" smtClean="0">
                <a:solidFill>
                  <a:srgbClr val="FF0000"/>
                </a:solidFill>
              </a:rPr>
              <a:t> Algorithm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763000" cy="5334000"/>
          </a:xfrm>
        </p:spPr>
        <p:txBody>
          <a:bodyPr>
            <a:normAutofit/>
          </a:bodyPr>
          <a:lstStyle/>
          <a:p>
            <a:r>
              <a:rPr lang="en-GB" dirty="0"/>
              <a:t>In this algorithm, we sample at unit interval and determine the nearest pixel on circle path each step</a:t>
            </a:r>
            <a:r>
              <a:rPr lang="en-GB" dirty="0" smtClean="0"/>
              <a:t>.</a:t>
            </a:r>
            <a:endParaRPr lang="en-GB" dirty="0"/>
          </a:p>
          <a:p>
            <a:r>
              <a:rPr lang="en-GB" dirty="0"/>
              <a:t>In this first quadrant of circle from X = 0 to X = Y the slope of the curve varies from 0 to </a:t>
            </a:r>
            <a:r>
              <a:rPr lang="en-GB" dirty="0" smtClean="0"/>
              <a:t>1</a:t>
            </a:r>
            <a:endParaRPr lang="en-GB" dirty="0"/>
          </a:p>
          <a:p>
            <a:r>
              <a:rPr lang="en-GB" dirty="0"/>
              <a:t>So we take unit step in positive X-direction over this octant and using a decision parameter. We can determine which of the two possible Y - position is closer to the circle path at each step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448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61498"/>
            <a:ext cx="6096000" cy="445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7833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884238"/>
          </a:xfrm>
        </p:spPr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Bresenham</a:t>
            </a:r>
            <a:r>
              <a:rPr lang="en-US" b="1" dirty="0" smtClean="0">
                <a:solidFill>
                  <a:srgbClr val="FF0000"/>
                </a:solidFill>
              </a:rPr>
              <a:t> Algorithm</a:t>
            </a:r>
            <a:endParaRPr lang="en-GB" b="1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95400"/>
            <a:ext cx="6601918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0875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-76200"/>
            <a:ext cx="8229600" cy="884238"/>
          </a:xfrm>
        </p:spPr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Bresenham</a:t>
            </a:r>
            <a:r>
              <a:rPr lang="en-US" b="1" dirty="0" smtClean="0">
                <a:solidFill>
                  <a:srgbClr val="FF0000"/>
                </a:solidFill>
              </a:rPr>
              <a:t> Algorithm</a:t>
            </a:r>
            <a:endParaRPr lang="en-GB" b="1" dirty="0">
              <a:solidFill>
                <a:srgbClr val="FF0000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97"/>
          <a:stretch/>
        </p:blipFill>
        <p:spPr bwMode="auto">
          <a:xfrm>
            <a:off x="762000" y="838200"/>
            <a:ext cx="7391400" cy="5855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779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Bresenham</a:t>
            </a:r>
            <a:r>
              <a:rPr lang="en-US" b="1" dirty="0" smtClean="0">
                <a:solidFill>
                  <a:srgbClr val="FF0000"/>
                </a:solidFill>
              </a:rPr>
              <a:t> Algorithm</a:t>
            </a:r>
            <a:endParaRPr lang="en-GB" b="1" dirty="0">
              <a:solidFill>
                <a:srgbClr val="FF0000"/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1219200"/>
            <a:ext cx="7837714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4757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93627"/>
            <a:ext cx="7948164" cy="3592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Bresenham</a:t>
            </a:r>
            <a:r>
              <a:rPr lang="en-US" b="1" dirty="0" smtClean="0">
                <a:solidFill>
                  <a:srgbClr val="FF0000"/>
                </a:solidFill>
              </a:rPr>
              <a:t> Algorithm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599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7620000" cy="4980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Bresenham</a:t>
            </a:r>
            <a:r>
              <a:rPr lang="en-US" b="1" dirty="0" smtClean="0">
                <a:solidFill>
                  <a:srgbClr val="FF0000"/>
                </a:solidFill>
              </a:rPr>
              <a:t> Algorithm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862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Bresenham</a:t>
            </a:r>
            <a:r>
              <a:rPr lang="en-US" b="1" dirty="0" smtClean="0">
                <a:solidFill>
                  <a:srgbClr val="FF0000"/>
                </a:solidFill>
              </a:rPr>
              <a:t> Algorithm</a:t>
            </a:r>
            <a:endParaRPr lang="en-GB" b="1" dirty="0">
              <a:solidFill>
                <a:srgbClr val="FF000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24000"/>
            <a:ext cx="7872109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646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Bresenham</a:t>
            </a:r>
            <a:r>
              <a:rPr lang="en-US" b="1" dirty="0" smtClean="0">
                <a:solidFill>
                  <a:srgbClr val="FF0000"/>
                </a:solidFill>
              </a:rPr>
              <a:t> Algorithm</a:t>
            </a:r>
            <a:endParaRPr lang="en-GB" b="1" dirty="0">
              <a:solidFill>
                <a:srgbClr val="FF0000"/>
              </a:solidFill>
            </a:endParaRP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799"/>
            <a:ext cx="7543800" cy="47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856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Bresenham</a:t>
            </a:r>
            <a:r>
              <a:rPr lang="en-US" b="1" dirty="0" smtClean="0">
                <a:solidFill>
                  <a:srgbClr val="FF0000"/>
                </a:solidFill>
              </a:rPr>
              <a:t> Algorithm</a:t>
            </a:r>
            <a:endParaRPr lang="en-GB" b="1" dirty="0">
              <a:solidFill>
                <a:srgbClr val="FF0000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29" y="1447800"/>
            <a:ext cx="7504471" cy="469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856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Bresenham</a:t>
            </a:r>
            <a:r>
              <a:rPr lang="en-US" b="1" dirty="0" smtClean="0">
                <a:solidFill>
                  <a:srgbClr val="FF0000"/>
                </a:solidFill>
              </a:rPr>
              <a:t> Algorithm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95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Bresenham</a:t>
            </a:r>
            <a:r>
              <a:rPr lang="en-US" b="1" dirty="0" smtClean="0">
                <a:solidFill>
                  <a:srgbClr val="FF0000"/>
                </a:solidFill>
              </a:rPr>
              <a:t> Algorithm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95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Bresenham</a:t>
            </a:r>
            <a:r>
              <a:rPr lang="en-US" b="1" dirty="0" smtClean="0">
                <a:solidFill>
                  <a:srgbClr val="FF0000"/>
                </a:solidFill>
              </a:rPr>
              <a:t> Algorithm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56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ul_Styl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108</Words>
  <Application>Microsoft Office PowerPoint</Application>
  <PresentationFormat>On-screen Show (4:3)</PresentationFormat>
  <Paragraphs>16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Circle Drawing Algorithm</vt:lpstr>
      <vt:lpstr>Bresenham Algorithm</vt:lpstr>
      <vt:lpstr>PowerPoint Presentation</vt:lpstr>
      <vt:lpstr>Bresenham Algorithm</vt:lpstr>
      <vt:lpstr>Bresenham Algorithm</vt:lpstr>
      <vt:lpstr>Bresenham Algorithm</vt:lpstr>
      <vt:lpstr>Bresenham Algorithm</vt:lpstr>
      <vt:lpstr>Bresenham Algorithm</vt:lpstr>
      <vt:lpstr>Bresenham Algorithm</vt:lpstr>
      <vt:lpstr>Bresenham Algorithm</vt:lpstr>
      <vt:lpstr>Bresenham Algorithm</vt:lpstr>
      <vt:lpstr>Bresenham Algorithm</vt:lpstr>
      <vt:lpstr>Bresenham Algorithm</vt:lpstr>
      <vt:lpstr>Bresenham Algorithm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Circle Drawing Algorithm</dc:title>
  <dc:creator>Admin</dc:creator>
  <cp:lastModifiedBy>Admin</cp:lastModifiedBy>
  <cp:revision>14</cp:revision>
  <dcterms:created xsi:type="dcterms:W3CDTF">2019-11-24T17:43:49Z</dcterms:created>
  <dcterms:modified xsi:type="dcterms:W3CDTF">2019-12-07T15:50:14Z</dcterms:modified>
</cp:coreProperties>
</file>